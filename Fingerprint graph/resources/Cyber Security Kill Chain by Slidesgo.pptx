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Alumni Sans Pinstripe"/>
      <p:regular r:id="rId62"/>
      <p:italic r:id="rId63"/>
    </p:embeddedFont>
    <p:embeddedFont>
      <p:font typeface="Proxima Nova"/>
      <p:regular r:id="rId64"/>
      <p:bold r:id="rId65"/>
      <p:italic r:id="rId66"/>
      <p:boldItalic r:id="rId67"/>
    </p:embeddedFont>
    <p:embeddedFont>
      <p:font typeface="Roboto Medium"/>
      <p:regular r:id="rId68"/>
      <p:bold r:id="rId69"/>
      <p:italic r:id="rId70"/>
      <p:boldItalic r:id="rId71"/>
    </p:embeddedFont>
    <p:embeddedFont>
      <p:font typeface="Amatic SC"/>
      <p:regular r:id="rId72"/>
      <p:bold r:id="rId73"/>
    </p:embeddedFont>
    <p:embeddedFont>
      <p:font typeface="Advent Pro Medium"/>
      <p:regular r:id="rId74"/>
      <p:bold r:id="rId75"/>
      <p:italic r:id="rId76"/>
      <p:boldItalic r:id="rId77"/>
    </p:embeddedFont>
    <p:embeddedFont>
      <p:font typeface="PT Sans"/>
      <p:regular r:id="rId78"/>
      <p:bold r:id="rId79"/>
      <p:italic r:id="rId80"/>
      <p:boldItalic r:id="rId81"/>
    </p:embeddedFont>
    <p:embeddedFont>
      <p:font typeface="Advent Pro"/>
      <p:regular r:id="rId82"/>
      <p:bold r:id="rId83"/>
      <p:italic r:id="rId84"/>
      <p:boldItalic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580D939-D9AB-4F44-AB16-41BFB12781F4}">
  <a:tblStyle styleId="{4580D939-D9AB-4F44-AB16-41BFB12781F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AdventPro-italic.fntdata"/><Relationship Id="rId83" Type="http://schemas.openxmlformats.org/officeDocument/2006/relationships/font" Target="fonts/AdventPro-bold.fntdata"/><Relationship Id="rId42" Type="http://schemas.openxmlformats.org/officeDocument/2006/relationships/slide" Target="slides/slide36.xml"/><Relationship Id="rId41" Type="http://schemas.openxmlformats.org/officeDocument/2006/relationships/slide" Target="slides/slide35.xml"/><Relationship Id="rId85" Type="http://schemas.openxmlformats.org/officeDocument/2006/relationships/font" Target="fonts/AdventPro-boldItalic.fntdata"/><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TSans-italic.fntdata"/><Relationship Id="rId82" Type="http://schemas.openxmlformats.org/officeDocument/2006/relationships/font" Target="fonts/AdventPro-regular.fntdata"/><Relationship Id="rId81" Type="http://schemas.openxmlformats.org/officeDocument/2006/relationships/font" Target="fonts/PTSans-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bold.fntdata"/><Relationship Id="rId72" Type="http://schemas.openxmlformats.org/officeDocument/2006/relationships/font" Target="fonts/AmaticSC-regular.fntdata"/><Relationship Id="rId31" Type="http://schemas.openxmlformats.org/officeDocument/2006/relationships/slide" Target="slides/slide25.xml"/><Relationship Id="rId75" Type="http://schemas.openxmlformats.org/officeDocument/2006/relationships/font" Target="fonts/AdventProMedium-bold.fntdata"/><Relationship Id="rId30" Type="http://schemas.openxmlformats.org/officeDocument/2006/relationships/slide" Target="slides/slide24.xml"/><Relationship Id="rId74" Type="http://schemas.openxmlformats.org/officeDocument/2006/relationships/font" Target="fonts/AdventProMedium-regular.fntdata"/><Relationship Id="rId33" Type="http://schemas.openxmlformats.org/officeDocument/2006/relationships/slide" Target="slides/slide27.xml"/><Relationship Id="rId77" Type="http://schemas.openxmlformats.org/officeDocument/2006/relationships/font" Target="fonts/AdventProMedium-boldItalic.fntdata"/><Relationship Id="rId32" Type="http://schemas.openxmlformats.org/officeDocument/2006/relationships/slide" Target="slides/slide26.xml"/><Relationship Id="rId76" Type="http://schemas.openxmlformats.org/officeDocument/2006/relationships/font" Target="fonts/AdventProMedium-italic.fntdata"/><Relationship Id="rId35" Type="http://schemas.openxmlformats.org/officeDocument/2006/relationships/slide" Target="slides/slide29.xml"/><Relationship Id="rId79" Type="http://schemas.openxmlformats.org/officeDocument/2006/relationships/font" Target="fonts/PTSans-bold.fntdata"/><Relationship Id="rId34" Type="http://schemas.openxmlformats.org/officeDocument/2006/relationships/slide" Target="slides/slide28.xml"/><Relationship Id="rId78" Type="http://schemas.openxmlformats.org/officeDocument/2006/relationships/font" Target="fonts/PTSans-regular.fntdata"/><Relationship Id="rId71" Type="http://schemas.openxmlformats.org/officeDocument/2006/relationships/font" Target="fonts/RobotoMedium-boldItalic.fntdata"/><Relationship Id="rId70" Type="http://schemas.openxmlformats.org/officeDocument/2006/relationships/font" Target="fonts/RobotoMedium-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lumniSansPinstripe-regular.fntdata"/><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regular.fntdata"/><Relationship Id="rId63" Type="http://schemas.openxmlformats.org/officeDocument/2006/relationships/font" Target="fonts/AlumniSansPinstripe-italic.fntdata"/><Relationship Id="rId22" Type="http://schemas.openxmlformats.org/officeDocument/2006/relationships/slide" Target="slides/slide16.xml"/><Relationship Id="rId66" Type="http://schemas.openxmlformats.org/officeDocument/2006/relationships/font" Target="fonts/ProximaNova-italic.fntdata"/><Relationship Id="rId21" Type="http://schemas.openxmlformats.org/officeDocument/2006/relationships/slide" Target="slides/slide15.xml"/><Relationship Id="rId65" Type="http://schemas.openxmlformats.org/officeDocument/2006/relationships/font" Target="fonts/ProximaNova-bold.fntdata"/><Relationship Id="rId24" Type="http://schemas.openxmlformats.org/officeDocument/2006/relationships/slide" Target="slides/slide18.xml"/><Relationship Id="rId68" Type="http://schemas.openxmlformats.org/officeDocument/2006/relationships/font" Target="fonts/RobotoMedium-regular.fntdata"/><Relationship Id="rId23" Type="http://schemas.openxmlformats.org/officeDocument/2006/relationships/slide" Target="slides/slide17.xml"/><Relationship Id="rId67" Type="http://schemas.openxmlformats.org/officeDocument/2006/relationships/font" Target="fonts/ProximaNova-bold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5" name="Shape 3085"/>
        <p:cNvGrpSpPr/>
        <p:nvPr/>
      </p:nvGrpSpPr>
      <p:grpSpPr>
        <a:xfrm>
          <a:off x="0" y="0"/>
          <a:ext cx="0" cy="0"/>
          <a:chOff x="0" y="0"/>
          <a:chExt cx="0" cy="0"/>
        </a:xfrm>
      </p:grpSpPr>
      <p:sp>
        <p:nvSpPr>
          <p:cNvPr id="3086" name="Google Shape;3086;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087" name="Google Shape;3087;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5" name="Shape 3155"/>
        <p:cNvGrpSpPr/>
        <p:nvPr/>
      </p:nvGrpSpPr>
      <p:grpSpPr>
        <a:xfrm>
          <a:off x="0" y="0"/>
          <a:ext cx="0" cy="0"/>
          <a:chOff x="0" y="0"/>
          <a:chExt cx="0" cy="0"/>
        </a:xfrm>
      </p:grpSpPr>
      <p:sp>
        <p:nvSpPr>
          <p:cNvPr id="3156" name="Google Shape;3156;g11bc263f50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7" name="Google Shape;3157;g11bc263f50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7" name="Shape 3177"/>
        <p:cNvGrpSpPr/>
        <p:nvPr/>
      </p:nvGrpSpPr>
      <p:grpSpPr>
        <a:xfrm>
          <a:off x="0" y="0"/>
          <a:ext cx="0" cy="0"/>
          <a:chOff x="0" y="0"/>
          <a:chExt cx="0" cy="0"/>
        </a:xfrm>
      </p:grpSpPr>
      <p:sp>
        <p:nvSpPr>
          <p:cNvPr id="3178" name="Google Shape;3178;g11bc263f502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9" name="Google Shape;3179;g11bc263f502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8" name="Shape 3198"/>
        <p:cNvGrpSpPr/>
        <p:nvPr/>
      </p:nvGrpSpPr>
      <p:grpSpPr>
        <a:xfrm>
          <a:off x="0" y="0"/>
          <a:ext cx="0" cy="0"/>
          <a:chOff x="0" y="0"/>
          <a:chExt cx="0" cy="0"/>
        </a:xfrm>
      </p:grpSpPr>
      <p:sp>
        <p:nvSpPr>
          <p:cNvPr id="3199" name="Google Shape;3199;g11bc263f502_0_1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0" name="Google Shape;3200;g11bc263f502_0_1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0" name="Shape 3300"/>
        <p:cNvGrpSpPr/>
        <p:nvPr/>
      </p:nvGrpSpPr>
      <p:grpSpPr>
        <a:xfrm>
          <a:off x="0" y="0"/>
          <a:ext cx="0" cy="0"/>
          <a:chOff x="0" y="0"/>
          <a:chExt cx="0" cy="0"/>
        </a:xfrm>
      </p:grpSpPr>
      <p:sp>
        <p:nvSpPr>
          <p:cNvPr id="3301" name="Google Shape;3301;g11bc263f502_0_12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02" name="Google Shape;3302;g11bc263f502_0_12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0" name="Shape 3520"/>
        <p:cNvGrpSpPr/>
        <p:nvPr/>
      </p:nvGrpSpPr>
      <p:grpSpPr>
        <a:xfrm>
          <a:off x="0" y="0"/>
          <a:ext cx="0" cy="0"/>
          <a:chOff x="0" y="0"/>
          <a:chExt cx="0" cy="0"/>
        </a:xfrm>
      </p:grpSpPr>
      <p:sp>
        <p:nvSpPr>
          <p:cNvPr id="3521" name="Google Shape;3521;g11bc263f502_0_2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2" name="Google Shape;3522;g11bc263f502_0_2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7" name="Shape 3587"/>
        <p:cNvGrpSpPr/>
        <p:nvPr/>
      </p:nvGrpSpPr>
      <p:grpSpPr>
        <a:xfrm>
          <a:off x="0" y="0"/>
          <a:ext cx="0" cy="0"/>
          <a:chOff x="0" y="0"/>
          <a:chExt cx="0" cy="0"/>
        </a:xfrm>
      </p:grpSpPr>
      <p:sp>
        <p:nvSpPr>
          <p:cNvPr id="3588" name="Google Shape;3588;g11bc263f502_0_2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89" name="Google Shape;3589;g11bc263f502_0_2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7" name="Shape 3597"/>
        <p:cNvGrpSpPr/>
        <p:nvPr/>
      </p:nvGrpSpPr>
      <p:grpSpPr>
        <a:xfrm>
          <a:off x="0" y="0"/>
          <a:ext cx="0" cy="0"/>
          <a:chOff x="0" y="0"/>
          <a:chExt cx="0" cy="0"/>
        </a:xfrm>
      </p:grpSpPr>
      <p:sp>
        <p:nvSpPr>
          <p:cNvPr id="3598" name="Google Shape;3598;g12937d05419_0_5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9" name="Google Shape;3599;g12937d05419_0_5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4" name="Shape 3604"/>
        <p:cNvGrpSpPr/>
        <p:nvPr/>
      </p:nvGrpSpPr>
      <p:grpSpPr>
        <a:xfrm>
          <a:off x="0" y="0"/>
          <a:ext cx="0" cy="0"/>
          <a:chOff x="0" y="0"/>
          <a:chExt cx="0" cy="0"/>
        </a:xfrm>
      </p:grpSpPr>
      <p:sp>
        <p:nvSpPr>
          <p:cNvPr id="3605" name="Google Shape;3605;g11bc263f502_0_2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6" name="Google Shape;3606;g11bc263f502_0_2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1" name="Shape 3671"/>
        <p:cNvGrpSpPr/>
        <p:nvPr/>
      </p:nvGrpSpPr>
      <p:grpSpPr>
        <a:xfrm>
          <a:off x="0" y="0"/>
          <a:ext cx="0" cy="0"/>
          <a:chOff x="0" y="0"/>
          <a:chExt cx="0" cy="0"/>
        </a:xfrm>
      </p:grpSpPr>
      <p:sp>
        <p:nvSpPr>
          <p:cNvPr id="3672" name="Google Shape;3672;g11bc263f502_0_2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3" name="Google Shape;3673;g11bc263f502_0_2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5" name="Shape 3775"/>
        <p:cNvGrpSpPr/>
        <p:nvPr/>
      </p:nvGrpSpPr>
      <p:grpSpPr>
        <a:xfrm>
          <a:off x="0" y="0"/>
          <a:ext cx="0" cy="0"/>
          <a:chOff x="0" y="0"/>
          <a:chExt cx="0" cy="0"/>
        </a:xfrm>
      </p:grpSpPr>
      <p:sp>
        <p:nvSpPr>
          <p:cNvPr id="3776" name="Google Shape;3776;g11bc263f502_0_2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7" name="Google Shape;3777;g11bc263f502_0_2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0" name="Shape 3820"/>
        <p:cNvGrpSpPr/>
        <p:nvPr/>
      </p:nvGrpSpPr>
      <p:grpSpPr>
        <a:xfrm>
          <a:off x="0" y="0"/>
          <a:ext cx="0" cy="0"/>
          <a:chOff x="0" y="0"/>
          <a:chExt cx="0" cy="0"/>
        </a:xfrm>
      </p:grpSpPr>
      <p:sp>
        <p:nvSpPr>
          <p:cNvPr id="3821" name="Google Shape;3821;g11bc263f502_0_26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2" name="Google Shape;3822;g11bc263f502_0_26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73" name="Shape 3873"/>
        <p:cNvGrpSpPr/>
        <p:nvPr/>
      </p:nvGrpSpPr>
      <p:grpSpPr>
        <a:xfrm>
          <a:off x="0" y="0"/>
          <a:ext cx="0" cy="0"/>
          <a:chOff x="0" y="0"/>
          <a:chExt cx="0" cy="0"/>
        </a:xfrm>
      </p:grpSpPr>
      <p:sp>
        <p:nvSpPr>
          <p:cNvPr id="3874" name="Google Shape;3874;g13ef048210c_0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5" name="Google Shape;3875;g13ef048210c_0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8" name="Shape 3888"/>
        <p:cNvGrpSpPr/>
        <p:nvPr/>
      </p:nvGrpSpPr>
      <p:grpSpPr>
        <a:xfrm>
          <a:off x="0" y="0"/>
          <a:ext cx="0" cy="0"/>
          <a:chOff x="0" y="0"/>
          <a:chExt cx="0" cy="0"/>
        </a:xfrm>
      </p:grpSpPr>
      <p:sp>
        <p:nvSpPr>
          <p:cNvPr id="3889" name="Google Shape;3889;g11bc263f502_0_26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0" name="Google Shape;3890;g11bc263f502_0_26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5" name="Shape 4005"/>
        <p:cNvGrpSpPr/>
        <p:nvPr/>
      </p:nvGrpSpPr>
      <p:grpSpPr>
        <a:xfrm>
          <a:off x="0" y="0"/>
          <a:ext cx="0" cy="0"/>
          <a:chOff x="0" y="0"/>
          <a:chExt cx="0" cy="0"/>
        </a:xfrm>
      </p:grpSpPr>
      <p:sp>
        <p:nvSpPr>
          <p:cNvPr id="4006" name="Google Shape;4006;g11bc263f502_0_26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7" name="Google Shape;4007;g11bc263f502_0_26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57" name="Shape 4057"/>
        <p:cNvGrpSpPr/>
        <p:nvPr/>
      </p:nvGrpSpPr>
      <p:grpSpPr>
        <a:xfrm>
          <a:off x="0" y="0"/>
          <a:ext cx="0" cy="0"/>
          <a:chOff x="0" y="0"/>
          <a:chExt cx="0" cy="0"/>
        </a:xfrm>
      </p:grpSpPr>
      <p:sp>
        <p:nvSpPr>
          <p:cNvPr id="4058" name="Google Shape;4058;g11bc263f502_0_2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9" name="Google Shape;4059;g11bc263f502_0_2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3" name="Shape 4103"/>
        <p:cNvGrpSpPr/>
        <p:nvPr/>
      </p:nvGrpSpPr>
      <p:grpSpPr>
        <a:xfrm>
          <a:off x="0" y="0"/>
          <a:ext cx="0" cy="0"/>
          <a:chOff x="0" y="0"/>
          <a:chExt cx="0" cy="0"/>
        </a:xfrm>
      </p:grpSpPr>
      <p:sp>
        <p:nvSpPr>
          <p:cNvPr id="4104" name="Google Shape;4104;g11bc263f502_0_28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5" name="Google Shape;4105;g11bc263f502_0_28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0" name="Shape 4150"/>
        <p:cNvGrpSpPr/>
        <p:nvPr/>
      </p:nvGrpSpPr>
      <p:grpSpPr>
        <a:xfrm>
          <a:off x="0" y="0"/>
          <a:ext cx="0" cy="0"/>
          <a:chOff x="0" y="0"/>
          <a:chExt cx="0" cy="0"/>
        </a:xfrm>
      </p:grpSpPr>
      <p:sp>
        <p:nvSpPr>
          <p:cNvPr id="4151" name="Google Shape;4151;g11bc263f502_0_2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2" name="Google Shape;4152;g11bc263f502_0_2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8" name="Shape 4268"/>
        <p:cNvGrpSpPr/>
        <p:nvPr/>
      </p:nvGrpSpPr>
      <p:grpSpPr>
        <a:xfrm>
          <a:off x="0" y="0"/>
          <a:ext cx="0" cy="0"/>
          <a:chOff x="0" y="0"/>
          <a:chExt cx="0" cy="0"/>
        </a:xfrm>
      </p:grpSpPr>
      <p:sp>
        <p:nvSpPr>
          <p:cNvPr id="4269" name="Google Shape;4269;g11bc263f502_0_2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70" name="Google Shape;4270;g11bc263f502_0_2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8" name="Shape 4278"/>
        <p:cNvGrpSpPr/>
        <p:nvPr/>
      </p:nvGrpSpPr>
      <p:grpSpPr>
        <a:xfrm>
          <a:off x="0" y="0"/>
          <a:ext cx="0" cy="0"/>
          <a:chOff x="0" y="0"/>
          <a:chExt cx="0" cy="0"/>
        </a:xfrm>
      </p:grpSpPr>
      <p:sp>
        <p:nvSpPr>
          <p:cNvPr id="4279" name="Google Shape;4279;g11bc263f502_0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0" name="Google Shape;4280;g11bc263f502_0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9" name="Shape 4339"/>
        <p:cNvGrpSpPr/>
        <p:nvPr/>
      </p:nvGrpSpPr>
      <p:grpSpPr>
        <a:xfrm>
          <a:off x="0" y="0"/>
          <a:ext cx="0" cy="0"/>
          <a:chOff x="0" y="0"/>
          <a:chExt cx="0" cy="0"/>
        </a:xfrm>
      </p:grpSpPr>
      <p:sp>
        <p:nvSpPr>
          <p:cNvPr id="4340" name="Google Shape;4340;g11bc263f502_0_2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1" name="Google Shape;4341;g11bc263f502_0_2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2" name="Shape 4362"/>
        <p:cNvGrpSpPr/>
        <p:nvPr/>
      </p:nvGrpSpPr>
      <p:grpSpPr>
        <a:xfrm>
          <a:off x="0" y="0"/>
          <a:ext cx="0" cy="0"/>
          <a:chOff x="0" y="0"/>
          <a:chExt cx="0" cy="0"/>
        </a:xfrm>
      </p:grpSpPr>
      <p:sp>
        <p:nvSpPr>
          <p:cNvPr id="4363" name="Google Shape;4363;g11bc263f502_0_2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4" name="Google Shape;4364;g11bc263f502_0_2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9" name="Shape 4449"/>
        <p:cNvGrpSpPr/>
        <p:nvPr/>
      </p:nvGrpSpPr>
      <p:grpSpPr>
        <a:xfrm>
          <a:off x="0" y="0"/>
          <a:ext cx="0" cy="0"/>
          <a:chOff x="0" y="0"/>
          <a:chExt cx="0" cy="0"/>
        </a:xfrm>
      </p:grpSpPr>
      <p:sp>
        <p:nvSpPr>
          <p:cNvPr id="4450" name="Google Shape;4450;g13ef048210c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1" name="Google Shape;4451;g13ef048210c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65" name="Shape 4465"/>
        <p:cNvGrpSpPr/>
        <p:nvPr/>
      </p:nvGrpSpPr>
      <p:grpSpPr>
        <a:xfrm>
          <a:off x="0" y="0"/>
          <a:ext cx="0" cy="0"/>
          <a:chOff x="0" y="0"/>
          <a:chExt cx="0" cy="0"/>
        </a:xfrm>
      </p:grpSpPr>
      <p:sp>
        <p:nvSpPr>
          <p:cNvPr id="4466" name="Google Shape;4466;g12937d05419_0_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67" name="Google Shape;4467;g12937d05419_0_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9" name="Shape 4479"/>
        <p:cNvGrpSpPr/>
        <p:nvPr/>
      </p:nvGrpSpPr>
      <p:grpSpPr>
        <a:xfrm>
          <a:off x="0" y="0"/>
          <a:ext cx="0" cy="0"/>
          <a:chOff x="0" y="0"/>
          <a:chExt cx="0" cy="0"/>
        </a:xfrm>
      </p:grpSpPr>
      <p:sp>
        <p:nvSpPr>
          <p:cNvPr id="4480" name="Google Shape;4480;g12937d05419_0_6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81" name="Google Shape;4481;g12937d05419_0_6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0" name="Shape 4590"/>
        <p:cNvGrpSpPr/>
        <p:nvPr/>
      </p:nvGrpSpPr>
      <p:grpSpPr>
        <a:xfrm>
          <a:off x="0" y="0"/>
          <a:ext cx="0" cy="0"/>
          <a:chOff x="0" y="0"/>
          <a:chExt cx="0" cy="0"/>
        </a:xfrm>
      </p:grpSpPr>
      <p:sp>
        <p:nvSpPr>
          <p:cNvPr id="4591" name="Google Shape;4591;g12937d05419_0_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92" name="Google Shape;4592;g12937d05419_0_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5" name="Shape 4605"/>
        <p:cNvGrpSpPr/>
        <p:nvPr/>
      </p:nvGrpSpPr>
      <p:grpSpPr>
        <a:xfrm>
          <a:off x="0" y="0"/>
          <a:ext cx="0" cy="0"/>
          <a:chOff x="0" y="0"/>
          <a:chExt cx="0" cy="0"/>
        </a:xfrm>
      </p:grpSpPr>
      <p:sp>
        <p:nvSpPr>
          <p:cNvPr id="4606" name="Google Shape;4606;g12937d05419_0_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7" name="Google Shape;4607;g12937d05419_0_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7" name="Shape 4677"/>
        <p:cNvGrpSpPr/>
        <p:nvPr/>
      </p:nvGrpSpPr>
      <p:grpSpPr>
        <a:xfrm>
          <a:off x="0" y="0"/>
          <a:ext cx="0" cy="0"/>
          <a:chOff x="0" y="0"/>
          <a:chExt cx="0" cy="0"/>
        </a:xfrm>
      </p:grpSpPr>
      <p:sp>
        <p:nvSpPr>
          <p:cNvPr id="4678" name="Google Shape;4678;g11bc263f502_0_2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9" name="Google Shape;4679;g11bc263f502_0_2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1" name="Shape 4771"/>
        <p:cNvGrpSpPr/>
        <p:nvPr/>
      </p:nvGrpSpPr>
      <p:grpSpPr>
        <a:xfrm>
          <a:off x="0" y="0"/>
          <a:ext cx="0" cy="0"/>
          <a:chOff x="0" y="0"/>
          <a:chExt cx="0" cy="0"/>
        </a:xfrm>
      </p:grpSpPr>
      <p:sp>
        <p:nvSpPr>
          <p:cNvPr id="4772" name="Google Shape;4772;g13ef048210c_0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3" name="Google Shape;4773;g13ef048210c_0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3" name="Shape 4793"/>
        <p:cNvGrpSpPr/>
        <p:nvPr/>
      </p:nvGrpSpPr>
      <p:grpSpPr>
        <a:xfrm>
          <a:off x="0" y="0"/>
          <a:ext cx="0" cy="0"/>
          <a:chOff x="0" y="0"/>
          <a:chExt cx="0" cy="0"/>
        </a:xfrm>
      </p:grpSpPr>
      <p:sp>
        <p:nvSpPr>
          <p:cNvPr id="4794" name="Google Shape;4794;g13ef048210c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95" name="Google Shape;4795;g13ef048210c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4" name="Shape 4824"/>
        <p:cNvGrpSpPr/>
        <p:nvPr/>
      </p:nvGrpSpPr>
      <p:grpSpPr>
        <a:xfrm>
          <a:off x="0" y="0"/>
          <a:ext cx="0" cy="0"/>
          <a:chOff x="0" y="0"/>
          <a:chExt cx="0" cy="0"/>
        </a:xfrm>
      </p:grpSpPr>
      <p:sp>
        <p:nvSpPr>
          <p:cNvPr id="4825" name="Google Shape;4825;g12937d05419_0_4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6" name="Google Shape;4826;g12937d05419_0_4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0" name="Shape 4830"/>
        <p:cNvGrpSpPr/>
        <p:nvPr/>
      </p:nvGrpSpPr>
      <p:grpSpPr>
        <a:xfrm>
          <a:off x="0" y="0"/>
          <a:ext cx="0" cy="0"/>
          <a:chOff x="0" y="0"/>
          <a:chExt cx="0" cy="0"/>
        </a:xfrm>
      </p:grpSpPr>
      <p:sp>
        <p:nvSpPr>
          <p:cNvPr id="4831" name="Google Shape;4831;g11bc263f502_0_28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32" name="Google Shape;4832;g11bc263f502_0_28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3" name="Shape 4843"/>
        <p:cNvGrpSpPr/>
        <p:nvPr/>
      </p:nvGrpSpPr>
      <p:grpSpPr>
        <a:xfrm>
          <a:off x="0" y="0"/>
          <a:ext cx="0" cy="0"/>
          <a:chOff x="0" y="0"/>
          <a:chExt cx="0" cy="0"/>
        </a:xfrm>
      </p:grpSpPr>
      <p:sp>
        <p:nvSpPr>
          <p:cNvPr id="4844" name="Google Shape;4844;g11bc263f502_0_29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5" name="Google Shape;4845;g11bc263f502_0_29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8" name="Shape 4858"/>
        <p:cNvGrpSpPr/>
        <p:nvPr/>
      </p:nvGrpSpPr>
      <p:grpSpPr>
        <a:xfrm>
          <a:off x="0" y="0"/>
          <a:ext cx="0" cy="0"/>
          <a:chOff x="0" y="0"/>
          <a:chExt cx="0" cy="0"/>
        </a:xfrm>
      </p:grpSpPr>
      <p:sp>
        <p:nvSpPr>
          <p:cNvPr id="4859" name="Google Shape;4859;g11bc263f502_0_2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0" name="Google Shape;4860;g11bc263f502_0_2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0" name="Shape 4990"/>
        <p:cNvGrpSpPr/>
        <p:nvPr/>
      </p:nvGrpSpPr>
      <p:grpSpPr>
        <a:xfrm>
          <a:off x="0" y="0"/>
          <a:ext cx="0" cy="0"/>
          <a:chOff x="0" y="0"/>
          <a:chExt cx="0" cy="0"/>
        </a:xfrm>
      </p:grpSpPr>
      <p:sp>
        <p:nvSpPr>
          <p:cNvPr id="4991" name="Google Shape;4991;g12937d05419_0_7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2" name="Google Shape;4992;g12937d05419_0_7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3" name="Shape 5123"/>
        <p:cNvGrpSpPr/>
        <p:nvPr/>
      </p:nvGrpSpPr>
      <p:grpSpPr>
        <a:xfrm>
          <a:off x="0" y="0"/>
          <a:ext cx="0" cy="0"/>
          <a:chOff x="0" y="0"/>
          <a:chExt cx="0" cy="0"/>
        </a:xfrm>
      </p:grpSpPr>
      <p:sp>
        <p:nvSpPr>
          <p:cNvPr id="5124" name="Google Shape;5124;g12937d05419_0_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5" name="Google Shape;5125;g12937d05419_0_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3" name="Shape 5133"/>
        <p:cNvGrpSpPr/>
        <p:nvPr/>
      </p:nvGrpSpPr>
      <p:grpSpPr>
        <a:xfrm>
          <a:off x="0" y="0"/>
          <a:ext cx="0" cy="0"/>
          <a:chOff x="0" y="0"/>
          <a:chExt cx="0" cy="0"/>
        </a:xfrm>
      </p:grpSpPr>
      <p:sp>
        <p:nvSpPr>
          <p:cNvPr id="5134" name="Google Shape;5134;g12937d05419_0_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5" name="Google Shape;5135;g12937d05419_0_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9" name="Shape 5139"/>
        <p:cNvGrpSpPr/>
        <p:nvPr/>
      </p:nvGrpSpPr>
      <p:grpSpPr>
        <a:xfrm>
          <a:off x="0" y="0"/>
          <a:ext cx="0" cy="0"/>
          <a:chOff x="0" y="0"/>
          <a:chExt cx="0" cy="0"/>
        </a:xfrm>
      </p:grpSpPr>
      <p:sp>
        <p:nvSpPr>
          <p:cNvPr id="5140" name="Google Shape;5140;g201521fdfa8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1" name="Google Shape;5141;g201521fdfa8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5" name="Shape 5145"/>
        <p:cNvGrpSpPr/>
        <p:nvPr/>
      </p:nvGrpSpPr>
      <p:grpSpPr>
        <a:xfrm>
          <a:off x="0" y="0"/>
          <a:ext cx="0" cy="0"/>
          <a:chOff x="0" y="0"/>
          <a:chExt cx="0" cy="0"/>
        </a:xfrm>
      </p:grpSpPr>
      <p:sp>
        <p:nvSpPr>
          <p:cNvPr id="5146" name="Google Shape;5146;g201521fdfa8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7" name="Google Shape;5147;g201521fdfa8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1" name="Shape 5151"/>
        <p:cNvGrpSpPr/>
        <p:nvPr/>
      </p:nvGrpSpPr>
      <p:grpSpPr>
        <a:xfrm>
          <a:off x="0" y="0"/>
          <a:ext cx="0" cy="0"/>
          <a:chOff x="0" y="0"/>
          <a:chExt cx="0" cy="0"/>
        </a:xfrm>
      </p:grpSpPr>
      <p:sp>
        <p:nvSpPr>
          <p:cNvPr id="5152" name="Google Shape;5152;g201521fdfa8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53" name="Google Shape;5153;g201521fdfa8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7" name="Shape 5167"/>
        <p:cNvGrpSpPr/>
        <p:nvPr/>
      </p:nvGrpSpPr>
      <p:grpSpPr>
        <a:xfrm>
          <a:off x="0" y="0"/>
          <a:ext cx="0" cy="0"/>
          <a:chOff x="0" y="0"/>
          <a:chExt cx="0" cy="0"/>
        </a:xfrm>
      </p:grpSpPr>
      <p:sp>
        <p:nvSpPr>
          <p:cNvPr id="5168" name="Google Shape;5168;g201521fdfa8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69" name="Google Shape;5169;g201521fdfa8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3" name="Shape 5183"/>
        <p:cNvGrpSpPr/>
        <p:nvPr/>
      </p:nvGrpSpPr>
      <p:grpSpPr>
        <a:xfrm>
          <a:off x="0" y="0"/>
          <a:ext cx="0" cy="0"/>
          <a:chOff x="0" y="0"/>
          <a:chExt cx="0" cy="0"/>
        </a:xfrm>
      </p:grpSpPr>
      <p:sp>
        <p:nvSpPr>
          <p:cNvPr id="5184" name="Google Shape;5184;g201521fdfa8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5" name="Google Shape;5185;g201521fdfa8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0" name="Shape 5520"/>
        <p:cNvGrpSpPr/>
        <p:nvPr/>
      </p:nvGrpSpPr>
      <p:grpSpPr>
        <a:xfrm>
          <a:off x="0" y="0"/>
          <a:ext cx="0" cy="0"/>
          <a:chOff x="0" y="0"/>
          <a:chExt cx="0" cy="0"/>
        </a:xfrm>
      </p:grpSpPr>
      <p:sp>
        <p:nvSpPr>
          <p:cNvPr id="5521" name="Google Shape;5521;g201521fdfa8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2" name="Google Shape;5522;g201521fdfa8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4" name="Shape 11434"/>
        <p:cNvGrpSpPr/>
        <p:nvPr/>
      </p:nvGrpSpPr>
      <p:grpSpPr>
        <a:xfrm>
          <a:off x="0" y="0"/>
          <a:ext cx="0" cy="0"/>
          <a:chOff x="0" y="0"/>
          <a:chExt cx="0" cy="0"/>
        </a:xfrm>
      </p:grpSpPr>
      <p:sp>
        <p:nvSpPr>
          <p:cNvPr id="11435" name="Google Shape;11435;g201521fdfa8_2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6" name="Google Shape;11436;g201521fdfa8_2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61" name="Shape 11861"/>
        <p:cNvGrpSpPr/>
        <p:nvPr/>
      </p:nvGrpSpPr>
      <p:grpSpPr>
        <a:xfrm>
          <a:off x="0" y="0"/>
          <a:ext cx="0" cy="0"/>
          <a:chOff x="0" y="0"/>
          <a:chExt cx="0" cy="0"/>
        </a:xfrm>
      </p:grpSpPr>
      <p:sp>
        <p:nvSpPr>
          <p:cNvPr id="11862" name="Google Shape;11862;g201521fdfa8_2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63" name="Google Shape;11863;g201521fdfa8_2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24" name="Shape 12024"/>
        <p:cNvGrpSpPr/>
        <p:nvPr/>
      </p:nvGrpSpPr>
      <p:grpSpPr>
        <a:xfrm>
          <a:off x="0" y="0"/>
          <a:ext cx="0" cy="0"/>
          <a:chOff x="0" y="0"/>
          <a:chExt cx="0" cy="0"/>
        </a:xfrm>
      </p:grpSpPr>
      <p:sp>
        <p:nvSpPr>
          <p:cNvPr id="12025" name="Google Shape;12025;g201521fdfa8_2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26" name="Google Shape;12026;g201521fdfa8_2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26" name="Shape 12426"/>
        <p:cNvGrpSpPr/>
        <p:nvPr/>
      </p:nvGrpSpPr>
      <p:grpSpPr>
        <a:xfrm>
          <a:off x="0" y="0"/>
          <a:ext cx="0" cy="0"/>
          <a:chOff x="0" y="0"/>
          <a:chExt cx="0" cy="0"/>
        </a:xfrm>
      </p:grpSpPr>
      <p:sp>
        <p:nvSpPr>
          <p:cNvPr id="12427" name="Google Shape;12427;g201521fdfa8_2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28" name="Google Shape;12428;g201521fdfa8_2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97" name="Shape 12797"/>
        <p:cNvGrpSpPr/>
        <p:nvPr/>
      </p:nvGrpSpPr>
      <p:grpSpPr>
        <a:xfrm>
          <a:off x="0" y="0"/>
          <a:ext cx="0" cy="0"/>
          <a:chOff x="0" y="0"/>
          <a:chExt cx="0" cy="0"/>
        </a:xfrm>
      </p:grpSpPr>
      <p:sp>
        <p:nvSpPr>
          <p:cNvPr id="12798" name="Google Shape;12798;g201521fdfa8_2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99" name="Google Shape;12799;g201521fdfa8_2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86" name="Shape 13186"/>
        <p:cNvGrpSpPr/>
        <p:nvPr/>
      </p:nvGrpSpPr>
      <p:grpSpPr>
        <a:xfrm>
          <a:off x="0" y="0"/>
          <a:ext cx="0" cy="0"/>
          <a:chOff x="0" y="0"/>
          <a:chExt cx="0" cy="0"/>
        </a:xfrm>
      </p:grpSpPr>
      <p:sp>
        <p:nvSpPr>
          <p:cNvPr id="13187" name="Google Shape;13187;g201521fdfa8_2_8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88" name="Google Shape;13188;g201521fdfa8_2_8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17" name="Shape 13617"/>
        <p:cNvGrpSpPr/>
        <p:nvPr/>
      </p:nvGrpSpPr>
      <p:grpSpPr>
        <a:xfrm>
          <a:off x="0" y="0"/>
          <a:ext cx="0" cy="0"/>
          <a:chOff x="0" y="0"/>
          <a:chExt cx="0" cy="0"/>
        </a:xfrm>
      </p:grpSpPr>
      <p:sp>
        <p:nvSpPr>
          <p:cNvPr id="13618" name="Google Shape;13618;g201521fdfa8_2_8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19" name="Google Shape;13619;g201521fdfa8_2_8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10" name="Shape 14410"/>
        <p:cNvGrpSpPr/>
        <p:nvPr/>
      </p:nvGrpSpPr>
      <p:grpSpPr>
        <a:xfrm>
          <a:off x="0" y="0"/>
          <a:ext cx="0" cy="0"/>
          <a:chOff x="0" y="0"/>
          <a:chExt cx="0" cy="0"/>
        </a:xfrm>
      </p:grpSpPr>
      <p:sp>
        <p:nvSpPr>
          <p:cNvPr id="14411" name="Google Shape;14411;g201521fdfa8_2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12" name="Google Shape;14412;g201521fdfa8_2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51" name="Shape 15151"/>
        <p:cNvGrpSpPr/>
        <p:nvPr/>
      </p:nvGrpSpPr>
      <p:grpSpPr>
        <a:xfrm>
          <a:off x="0" y="0"/>
          <a:ext cx="0" cy="0"/>
          <a:chOff x="0" y="0"/>
          <a:chExt cx="0" cy="0"/>
        </a:xfrm>
      </p:grpSpPr>
      <p:sp>
        <p:nvSpPr>
          <p:cNvPr id="15152" name="Google Shape;15152;g201521fdfa8_2_10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3" name="Google Shape;15153;g201521fdfa8_2_10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44" name="Shape 15844"/>
        <p:cNvGrpSpPr/>
        <p:nvPr/>
      </p:nvGrpSpPr>
      <p:grpSpPr>
        <a:xfrm>
          <a:off x="0" y="0"/>
          <a:ext cx="0" cy="0"/>
          <a:chOff x="0" y="0"/>
          <a:chExt cx="0" cy="0"/>
        </a:xfrm>
      </p:grpSpPr>
      <p:sp>
        <p:nvSpPr>
          <p:cNvPr id="15845" name="Google Shape;15845;g201521fdfa8_2_1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6" name="Google Shape;15846;g201521fdfa8_2_1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46" name="Shape 16146"/>
        <p:cNvGrpSpPr/>
        <p:nvPr/>
      </p:nvGrpSpPr>
      <p:grpSpPr>
        <a:xfrm>
          <a:off x="0" y="0"/>
          <a:ext cx="0" cy="0"/>
          <a:chOff x="0" y="0"/>
          <a:chExt cx="0" cy="0"/>
        </a:xfrm>
      </p:grpSpPr>
      <p:sp>
        <p:nvSpPr>
          <p:cNvPr id="16147" name="Google Shape;16147;g201521fdfa8_2_11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48" name="Google Shape;16148;g201521fdfa8_2_11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86" name="Shape 16786"/>
        <p:cNvGrpSpPr/>
        <p:nvPr/>
      </p:nvGrpSpPr>
      <p:grpSpPr>
        <a:xfrm>
          <a:off x="0" y="0"/>
          <a:ext cx="0" cy="0"/>
          <a:chOff x="0" y="0"/>
          <a:chExt cx="0" cy="0"/>
        </a:xfrm>
      </p:grpSpPr>
      <p:sp>
        <p:nvSpPr>
          <p:cNvPr id="16787" name="Google Shape;16787;g201521fdfa8_2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88" name="Google Shape;16788;g201521fdfa8_2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 Id="rId4"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 Id="rId4"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4.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6414771" y="4540255"/>
            <a:ext cx="2227588" cy="726522"/>
            <a:chOff x="5608450" y="1680311"/>
            <a:chExt cx="1039375" cy="338989"/>
          </a:xfrm>
        </p:grpSpPr>
        <p:sp>
          <p:nvSpPr>
            <p:cNvPr id="10" name="Google Shape;10;p2"/>
            <p:cNvSpPr/>
            <p:nvPr/>
          </p:nvSpPr>
          <p:spPr>
            <a:xfrm>
              <a:off x="649988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649988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649988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589025"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658902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6410738"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6410738"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6410738"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6321595"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614330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614330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6143309"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596502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596502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605416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605416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587587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587587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5697593"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5697593"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5697593"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5697593"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5786736"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578673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578673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5608450"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632159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6321595"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605416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623245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623245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614330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596502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 name="Google Shape;46;p2"/>
          <p:cNvGrpSpPr/>
          <p:nvPr/>
        </p:nvGrpSpPr>
        <p:grpSpPr>
          <a:xfrm>
            <a:off x="146930" y="167266"/>
            <a:ext cx="2227589" cy="1527191"/>
            <a:chOff x="5519300" y="372750"/>
            <a:chExt cx="1039375" cy="712575"/>
          </a:xfrm>
        </p:grpSpPr>
        <p:sp>
          <p:nvSpPr>
            <p:cNvPr id="47" name="Google Shape;47;p2"/>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 name="Google Shape;114;p2"/>
          <p:cNvSpPr/>
          <p:nvPr/>
        </p:nvSpPr>
        <p:spPr>
          <a:xfrm>
            <a:off x="3498074" y="-725725"/>
            <a:ext cx="1331400" cy="1331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818424" y="3693001"/>
            <a:ext cx="3129600" cy="3129600"/>
          </a:xfrm>
          <a:prstGeom prst="blockArc">
            <a:avLst>
              <a:gd fmla="val 10800000" name="adj1"/>
              <a:gd fmla="val 78601" name="adj2"/>
              <a:gd fmla="val 16284"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rot="8403633">
            <a:off x="-1694052" y="-1802996"/>
            <a:ext cx="4684741" cy="4684741"/>
          </a:xfrm>
          <a:prstGeom prst="blockArc">
            <a:avLst>
              <a:gd fmla="val 10800000" name="adj1"/>
              <a:gd fmla="val 21552055" name="adj2"/>
              <a:gd fmla="val 12224"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 name="Google Shape;117;p2"/>
          <p:cNvGrpSpPr/>
          <p:nvPr/>
        </p:nvGrpSpPr>
        <p:grpSpPr>
          <a:xfrm>
            <a:off x="7721255" y="539314"/>
            <a:ext cx="709249" cy="339196"/>
            <a:chOff x="5265975" y="1869575"/>
            <a:chExt cx="269400" cy="128825"/>
          </a:xfrm>
        </p:grpSpPr>
        <p:cxnSp>
          <p:nvCxnSpPr>
            <p:cNvPr id="118" name="Google Shape;118;p2"/>
            <p:cNvCxnSpPr/>
            <p:nvPr/>
          </p:nvCxnSpPr>
          <p:spPr>
            <a:xfrm>
              <a:off x="5265975" y="1869575"/>
              <a:ext cx="269400" cy="0"/>
            </a:xfrm>
            <a:prstGeom prst="straightConnector1">
              <a:avLst/>
            </a:prstGeom>
            <a:noFill/>
            <a:ln cap="flat" cmpd="sng" w="9525">
              <a:solidFill>
                <a:schemeClr val="dk1"/>
              </a:solidFill>
              <a:prstDash val="solid"/>
              <a:round/>
              <a:headEnd len="med" w="med" type="none"/>
              <a:tailEnd len="med" w="med" type="none"/>
            </a:ln>
          </p:spPr>
        </p:cxnSp>
        <p:cxnSp>
          <p:nvCxnSpPr>
            <p:cNvPr id="119" name="Google Shape;119;p2"/>
            <p:cNvCxnSpPr/>
            <p:nvPr/>
          </p:nvCxnSpPr>
          <p:spPr>
            <a:xfrm>
              <a:off x="5265975" y="1901781"/>
              <a:ext cx="269400" cy="0"/>
            </a:xfrm>
            <a:prstGeom prst="straightConnector1">
              <a:avLst/>
            </a:prstGeom>
            <a:noFill/>
            <a:ln cap="flat" cmpd="sng" w="9525">
              <a:solidFill>
                <a:schemeClr val="dk1"/>
              </a:solidFill>
              <a:prstDash val="solid"/>
              <a:round/>
              <a:headEnd len="med" w="med" type="none"/>
              <a:tailEnd len="med" w="med" type="none"/>
            </a:ln>
          </p:spPr>
        </p:cxnSp>
        <p:cxnSp>
          <p:nvCxnSpPr>
            <p:cNvPr id="120" name="Google Shape;120;p2"/>
            <p:cNvCxnSpPr/>
            <p:nvPr/>
          </p:nvCxnSpPr>
          <p:spPr>
            <a:xfrm>
              <a:off x="5265975" y="1933988"/>
              <a:ext cx="269400" cy="0"/>
            </a:xfrm>
            <a:prstGeom prst="straightConnector1">
              <a:avLst/>
            </a:prstGeom>
            <a:noFill/>
            <a:ln cap="flat" cmpd="sng" w="9525">
              <a:solidFill>
                <a:schemeClr val="dk1"/>
              </a:solidFill>
              <a:prstDash val="solid"/>
              <a:round/>
              <a:headEnd len="med" w="med" type="none"/>
              <a:tailEnd len="med" w="med" type="none"/>
            </a:ln>
          </p:spPr>
        </p:cxnSp>
        <p:cxnSp>
          <p:nvCxnSpPr>
            <p:cNvPr id="121" name="Google Shape;121;p2"/>
            <p:cNvCxnSpPr/>
            <p:nvPr/>
          </p:nvCxnSpPr>
          <p:spPr>
            <a:xfrm>
              <a:off x="5265975" y="1966194"/>
              <a:ext cx="269400" cy="0"/>
            </a:xfrm>
            <a:prstGeom prst="straightConnector1">
              <a:avLst/>
            </a:prstGeom>
            <a:noFill/>
            <a:ln cap="flat" cmpd="sng" w="9525">
              <a:solidFill>
                <a:schemeClr val="dk1"/>
              </a:solidFill>
              <a:prstDash val="solid"/>
              <a:round/>
              <a:headEnd len="med" w="med" type="none"/>
              <a:tailEnd len="med" w="med" type="none"/>
            </a:ln>
          </p:spPr>
        </p:cxnSp>
        <p:cxnSp>
          <p:nvCxnSpPr>
            <p:cNvPr id="122" name="Google Shape;122;p2"/>
            <p:cNvCxnSpPr/>
            <p:nvPr/>
          </p:nvCxnSpPr>
          <p:spPr>
            <a:xfrm>
              <a:off x="5265975" y="1998400"/>
              <a:ext cx="269400" cy="0"/>
            </a:xfrm>
            <a:prstGeom prst="straightConnector1">
              <a:avLst/>
            </a:prstGeom>
            <a:noFill/>
            <a:ln cap="flat" cmpd="sng" w="9525">
              <a:solidFill>
                <a:schemeClr val="dk1"/>
              </a:solidFill>
              <a:prstDash val="solid"/>
              <a:round/>
              <a:headEnd len="med" w="med" type="none"/>
              <a:tailEnd len="med" w="med" type="none"/>
            </a:ln>
          </p:spPr>
        </p:cxnSp>
      </p:grpSp>
      <p:sp>
        <p:nvSpPr>
          <p:cNvPr id="123" name="Google Shape;123;p2"/>
          <p:cNvSpPr/>
          <p:nvPr/>
        </p:nvSpPr>
        <p:spPr>
          <a:xfrm>
            <a:off x="1925875" y="4140975"/>
            <a:ext cx="2168100" cy="2168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rot="-1855996">
            <a:off x="8430736" y="1382619"/>
            <a:ext cx="1934093" cy="1934093"/>
          </a:xfrm>
          <a:prstGeom prst="blockArc">
            <a:avLst>
              <a:gd fmla="val 5958233" name="adj1"/>
              <a:gd fmla="val 17549793" name="adj2"/>
              <a:gd fmla="val 21039"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8581300" y="1240975"/>
            <a:ext cx="1278000" cy="1278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txBox="1"/>
          <p:nvPr>
            <p:ph type="ctrTitle"/>
          </p:nvPr>
        </p:nvSpPr>
        <p:spPr>
          <a:xfrm>
            <a:off x="3817063" y="1228288"/>
            <a:ext cx="4499400" cy="1824000"/>
          </a:xfrm>
          <a:prstGeom prst="rect">
            <a:avLst/>
          </a:prstGeom>
        </p:spPr>
        <p:txBody>
          <a:bodyPr anchorCtr="0" anchor="t" bIns="91425" lIns="91425" spcFirstLastPara="1" rIns="91425" wrap="square" tIns="91425">
            <a:noAutofit/>
          </a:bodyPr>
          <a:lstStyle>
            <a:lvl1pPr lvl="0" algn="r">
              <a:lnSpc>
                <a:spcPct val="75000"/>
              </a:lnSpc>
              <a:spcBef>
                <a:spcPts val="0"/>
              </a:spcBef>
              <a:spcAft>
                <a:spcPts val="0"/>
              </a:spcAft>
              <a:buSzPts val="5200"/>
              <a:buNone/>
              <a:defRPr sz="71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27" name="Google Shape;127;p2"/>
          <p:cNvSpPr txBox="1"/>
          <p:nvPr>
            <p:ph idx="1" type="subTitle"/>
          </p:nvPr>
        </p:nvSpPr>
        <p:spPr>
          <a:xfrm>
            <a:off x="6343500" y="3052300"/>
            <a:ext cx="1972800" cy="7389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2800"/>
              <a:buNone/>
              <a:defRPr sz="1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8" name="Shape 128"/>
        <p:cNvGrpSpPr/>
        <p:nvPr/>
      </p:nvGrpSpPr>
      <p:grpSpPr>
        <a:xfrm>
          <a:off x="0" y="0"/>
          <a:ext cx="0" cy="0"/>
          <a:chOff x="0" y="0"/>
          <a:chExt cx="0" cy="0"/>
        </a:xfrm>
      </p:grpSpPr>
      <p:sp>
        <p:nvSpPr>
          <p:cNvPr id="129" name="Google Shape;129;p3"/>
          <p:cNvSpPr txBox="1"/>
          <p:nvPr>
            <p:ph type="title"/>
          </p:nvPr>
        </p:nvSpPr>
        <p:spPr>
          <a:xfrm>
            <a:off x="4228090" y="2680725"/>
            <a:ext cx="2762100" cy="9234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0" name="Google Shape;130;p3"/>
          <p:cNvSpPr txBox="1"/>
          <p:nvPr>
            <p:ph hasCustomPrompt="1" idx="2" type="title"/>
          </p:nvPr>
        </p:nvSpPr>
        <p:spPr>
          <a:xfrm>
            <a:off x="2356910" y="3011350"/>
            <a:ext cx="1437600" cy="91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2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31" name="Google Shape;131;p3"/>
          <p:cNvSpPr txBox="1"/>
          <p:nvPr>
            <p:ph idx="1" type="subTitle"/>
          </p:nvPr>
        </p:nvSpPr>
        <p:spPr>
          <a:xfrm>
            <a:off x="4228073" y="3530819"/>
            <a:ext cx="27621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 name="Google Shape;132;p3"/>
          <p:cNvSpPr/>
          <p:nvPr/>
        </p:nvSpPr>
        <p:spPr>
          <a:xfrm rot="7304698">
            <a:off x="-784688" y="3074934"/>
            <a:ext cx="2252826" cy="2252826"/>
          </a:xfrm>
          <a:prstGeom prst="blockArc">
            <a:avLst>
              <a:gd fmla="val 6747610" name="adj1"/>
              <a:gd fmla="val 21450309" name="adj2"/>
              <a:gd fmla="val 1733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rot="-8399579">
            <a:off x="6604599" y="-1415011"/>
            <a:ext cx="3375739" cy="3375739"/>
          </a:xfrm>
          <a:prstGeom prst="blockArc">
            <a:avLst>
              <a:gd fmla="val 10800000" name="adj1"/>
              <a:gd fmla="val 21450309" name="adj2"/>
              <a:gd fmla="val 1733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 name="Google Shape;134;p3"/>
          <p:cNvGrpSpPr/>
          <p:nvPr/>
        </p:nvGrpSpPr>
        <p:grpSpPr>
          <a:xfrm>
            <a:off x="7261903" y="658823"/>
            <a:ext cx="2227589" cy="726958"/>
            <a:chOff x="6972150" y="711750"/>
            <a:chExt cx="1039375" cy="339193"/>
          </a:xfrm>
        </p:grpSpPr>
        <p:sp>
          <p:nvSpPr>
            <p:cNvPr id="135" name="Google Shape;135;p3"/>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
            <p:cNvSpPr/>
            <p:nvPr/>
          </p:nvSpPr>
          <p:spPr>
            <a:xfrm>
              <a:off x="6972150"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
            <p:cNvSpPr/>
            <p:nvPr/>
          </p:nvSpPr>
          <p:spPr>
            <a:xfrm>
              <a:off x="6972150"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 name="Google Shape;167;p3"/>
          <p:cNvGrpSpPr/>
          <p:nvPr/>
        </p:nvGrpSpPr>
        <p:grpSpPr>
          <a:xfrm>
            <a:off x="-280170" y="-141409"/>
            <a:ext cx="2227589" cy="1527191"/>
            <a:chOff x="5519300" y="372750"/>
            <a:chExt cx="1039375" cy="712575"/>
          </a:xfrm>
        </p:grpSpPr>
        <p:sp>
          <p:nvSpPr>
            <p:cNvPr id="168" name="Google Shape;168;p3"/>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 name="Google Shape;235;p3"/>
          <p:cNvGrpSpPr/>
          <p:nvPr/>
        </p:nvGrpSpPr>
        <p:grpSpPr>
          <a:xfrm>
            <a:off x="-154771" y="4691203"/>
            <a:ext cx="2227588" cy="726522"/>
            <a:chOff x="3620725" y="372750"/>
            <a:chExt cx="1039375" cy="338989"/>
          </a:xfrm>
        </p:grpSpPr>
        <p:sp>
          <p:nvSpPr>
            <p:cNvPr id="236" name="Google Shape;236;p3"/>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73" name="Shape 273"/>
        <p:cNvGrpSpPr/>
        <p:nvPr/>
      </p:nvGrpSpPr>
      <p:grpSpPr>
        <a:xfrm>
          <a:off x="0" y="0"/>
          <a:ext cx="0" cy="0"/>
          <a:chOff x="0" y="0"/>
          <a:chExt cx="0" cy="0"/>
        </a:xfrm>
      </p:grpSpPr>
      <p:sp>
        <p:nvSpPr>
          <p:cNvPr id="274" name="Google Shape;274;p4"/>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p:txBody>
      </p:sp>
      <p:sp>
        <p:nvSpPr>
          <p:cNvPr id="275" name="Google Shape;275;p4"/>
          <p:cNvSpPr txBox="1"/>
          <p:nvPr>
            <p:ph idx="1" type="body"/>
          </p:nvPr>
        </p:nvSpPr>
        <p:spPr>
          <a:xfrm>
            <a:off x="713275" y="1152475"/>
            <a:ext cx="7717500" cy="3416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grpSp>
        <p:nvGrpSpPr>
          <p:cNvPr id="276" name="Google Shape;276;p4"/>
          <p:cNvGrpSpPr/>
          <p:nvPr/>
        </p:nvGrpSpPr>
        <p:grpSpPr>
          <a:xfrm flipH="1" rot="-5400000">
            <a:off x="7821325" y="679905"/>
            <a:ext cx="2227588" cy="726522"/>
            <a:chOff x="3799000" y="1820400"/>
            <a:chExt cx="1039375" cy="338989"/>
          </a:xfrm>
        </p:grpSpPr>
        <p:sp>
          <p:nvSpPr>
            <p:cNvPr id="277" name="Google Shape;277;p4"/>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4"/>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4"/>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4"/>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4"/>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4"/>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4"/>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4"/>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4"/>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4"/>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4"/>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4"/>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4"/>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4"/>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 name="Google Shape;312;p4"/>
          <p:cNvGrpSpPr/>
          <p:nvPr/>
        </p:nvGrpSpPr>
        <p:grpSpPr>
          <a:xfrm flipH="1">
            <a:off x="-1654513" y="2869728"/>
            <a:ext cx="2227589" cy="1527191"/>
            <a:chOff x="5519300" y="372750"/>
            <a:chExt cx="1039375" cy="712575"/>
          </a:xfrm>
        </p:grpSpPr>
        <p:sp>
          <p:nvSpPr>
            <p:cNvPr id="313" name="Google Shape;313;p4"/>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4"/>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 name="Google Shape;380;p4"/>
          <p:cNvSpPr/>
          <p:nvPr/>
        </p:nvSpPr>
        <p:spPr>
          <a:xfrm flipH="1" rot="899876">
            <a:off x="-1364959" y="4184160"/>
            <a:ext cx="2180581" cy="2180581"/>
          </a:xfrm>
          <a:prstGeom prst="blockArc">
            <a:avLst>
              <a:gd fmla="val 10010889" name="adj1"/>
              <a:gd fmla="val 18123158" name="adj2"/>
              <a:gd fmla="val 2994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
          <p:cNvSpPr/>
          <p:nvPr/>
        </p:nvSpPr>
        <p:spPr>
          <a:xfrm flipH="1">
            <a:off x="-850779" y="4573892"/>
            <a:ext cx="1658700" cy="1659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
          <p:cNvSpPr/>
          <p:nvPr/>
        </p:nvSpPr>
        <p:spPr>
          <a:xfrm>
            <a:off x="8681330" y="1443900"/>
            <a:ext cx="2670600" cy="2670600"/>
          </a:xfrm>
          <a:prstGeom prst="blockArc">
            <a:avLst>
              <a:gd fmla="val 5318277" name="adj1"/>
              <a:gd fmla="val 17376266" name="adj2"/>
              <a:gd fmla="val 8497"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
          <p:cNvSpPr/>
          <p:nvPr/>
        </p:nvSpPr>
        <p:spPr>
          <a:xfrm>
            <a:off x="8776832" y="1556676"/>
            <a:ext cx="1958400" cy="1959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
          <p:cNvSpPr/>
          <p:nvPr/>
        </p:nvSpPr>
        <p:spPr>
          <a:xfrm flipH="1" rot="3508339">
            <a:off x="-1727887" y="-2075610"/>
            <a:ext cx="2906424" cy="2906424"/>
          </a:xfrm>
          <a:prstGeom prst="blockArc">
            <a:avLst>
              <a:gd fmla="val 5318277" name="adj1"/>
              <a:gd fmla="val 17556576" name="adj2"/>
              <a:gd fmla="val 1575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85" name="Shape 385"/>
        <p:cNvGrpSpPr/>
        <p:nvPr/>
      </p:nvGrpSpPr>
      <p:grpSpPr>
        <a:xfrm>
          <a:off x="0" y="0"/>
          <a:ext cx="0" cy="0"/>
          <a:chOff x="0" y="0"/>
          <a:chExt cx="0" cy="0"/>
        </a:xfrm>
      </p:grpSpPr>
      <p:sp>
        <p:nvSpPr>
          <p:cNvPr id="386" name="Google Shape;386;p5"/>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p:txBody>
      </p:sp>
      <p:sp>
        <p:nvSpPr>
          <p:cNvPr id="387" name="Google Shape;387;p5"/>
          <p:cNvSpPr txBox="1"/>
          <p:nvPr>
            <p:ph idx="2" type="title"/>
          </p:nvPr>
        </p:nvSpPr>
        <p:spPr>
          <a:xfrm>
            <a:off x="1762697" y="2785700"/>
            <a:ext cx="23043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88" name="Google Shape;388;p5"/>
          <p:cNvSpPr txBox="1"/>
          <p:nvPr>
            <p:ph idx="1" type="subTitle"/>
          </p:nvPr>
        </p:nvSpPr>
        <p:spPr>
          <a:xfrm>
            <a:off x="1764947" y="3215250"/>
            <a:ext cx="2299800" cy="104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9" name="Google Shape;389;p5"/>
          <p:cNvSpPr txBox="1"/>
          <p:nvPr>
            <p:ph idx="3" type="title"/>
          </p:nvPr>
        </p:nvSpPr>
        <p:spPr>
          <a:xfrm>
            <a:off x="5077003" y="2785700"/>
            <a:ext cx="23043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90" name="Google Shape;390;p5"/>
          <p:cNvSpPr txBox="1"/>
          <p:nvPr>
            <p:ph idx="4" type="subTitle"/>
          </p:nvPr>
        </p:nvSpPr>
        <p:spPr>
          <a:xfrm>
            <a:off x="5079253" y="3215250"/>
            <a:ext cx="2299800" cy="104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91" name="Google Shape;391;p5"/>
          <p:cNvGrpSpPr/>
          <p:nvPr/>
        </p:nvGrpSpPr>
        <p:grpSpPr>
          <a:xfrm rot="5400000">
            <a:off x="-809808" y="679905"/>
            <a:ext cx="2227588" cy="726522"/>
            <a:chOff x="3799000" y="1820400"/>
            <a:chExt cx="1039375" cy="338989"/>
          </a:xfrm>
        </p:grpSpPr>
        <p:sp>
          <p:nvSpPr>
            <p:cNvPr id="392" name="Google Shape;392;p5"/>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5"/>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5"/>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5"/>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5"/>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5"/>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5"/>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5"/>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5"/>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5"/>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5"/>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5"/>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5"/>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5"/>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5"/>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5"/>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5"/>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5"/>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5"/>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5"/>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5"/>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5"/>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5"/>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5"/>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5"/>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5"/>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5"/>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5"/>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5"/>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5"/>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5"/>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5"/>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5"/>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5"/>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5"/>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 name="Google Shape;427;p5"/>
          <p:cNvGrpSpPr/>
          <p:nvPr/>
        </p:nvGrpSpPr>
        <p:grpSpPr>
          <a:xfrm>
            <a:off x="8402730" y="2587316"/>
            <a:ext cx="2227589" cy="1527191"/>
            <a:chOff x="5519300" y="372750"/>
            <a:chExt cx="1039375" cy="712575"/>
          </a:xfrm>
        </p:grpSpPr>
        <p:sp>
          <p:nvSpPr>
            <p:cNvPr id="428" name="Google Shape;428;p5"/>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5"/>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5"/>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5"/>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5"/>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5"/>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5"/>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5"/>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5"/>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5"/>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5"/>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5"/>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5"/>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5"/>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5"/>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5"/>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5"/>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5"/>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5"/>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5"/>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5"/>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5"/>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5"/>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5"/>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5"/>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5"/>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5"/>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5"/>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5"/>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5"/>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5"/>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5"/>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5"/>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5"/>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5"/>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5"/>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5"/>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5"/>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5"/>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5"/>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5"/>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5"/>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5"/>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5"/>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5"/>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5"/>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5"/>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5"/>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5"/>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5"/>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5"/>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5"/>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5"/>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5"/>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5"/>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 name="Google Shape;495;p5"/>
          <p:cNvSpPr/>
          <p:nvPr/>
        </p:nvSpPr>
        <p:spPr>
          <a:xfrm rot="-899876">
            <a:off x="8160183" y="3901748"/>
            <a:ext cx="2180581" cy="2180581"/>
          </a:xfrm>
          <a:prstGeom prst="blockArc">
            <a:avLst>
              <a:gd fmla="val 10010889" name="adj1"/>
              <a:gd fmla="val 18123158" name="adj2"/>
              <a:gd fmla="val 2994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
          <p:cNvSpPr/>
          <p:nvPr/>
        </p:nvSpPr>
        <p:spPr>
          <a:xfrm>
            <a:off x="8167884" y="4291480"/>
            <a:ext cx="1658700" cy="1659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
          <p:cNvSpPr/>
          <p:nvPr/>
        </p:nvSpPr>
        <p:spPr>
          <a:xfrm flipH="1">
            <a:off x="-1514400" y="959725"/>
            <a:ext cx="2670600" cy="2670600"/>
          </a:xfrm>
          <a:prstGeom prst="blockArc">
            <a:avLst>
              <a:gd fmla="val 5318277" name="adj1"/>
              <a:gd fmla="val 17376266" name="adj2"/>
              <a:gd fmla="val 8497"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
          <p:cNvSpPr/>
          <p:nvPr/>
        </p:nvSpPr>
        <p:spPr>
          <a:xfrm flipH="1">
            <a:off x="-897702" y="1072501"/>
            <a:ext cx="1958400" cy="1959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9" name="Google Shape;499;p5"/>
          <p:cNvPicPr preferRelativeResize="0"/>
          <p:nvPr/>
        </p:nvPicPr>
        <p:blipFill>
          <a:blip r:embed="rId2">
            <a:alphaModFix/>
          </a:blip>
          <a:stretch>
            <a:fillRect/>
          </a:stretch>
        </p:blipFill>
        <p:spPr>
          <a:xfrm>
            <a:off x="8449074" y="3095000"/>
            <a:ext cx="1096325" cy="786076"/>
          </a:xfrm>
          <a:prstGeom prst="rect">
            <a:avLst/>
          </a:prstGeom>
          <a:noFill/>
          <a:ln>
            <a:noFill/>
          </a:ln>
        </p:spPr>
      </p:pic>
      <p:sp>
        <p:nvSpPr>
          <p:cNvPr id="500" name="Google Shape;500;p5"/>
          <p:cNvSpPr/>
          <p:nvPr/>
        </p:nvSpPr>
        <p:spPr>
          <a:xfrm rot="-3508339">
            <a:off x="7349568" y="-1357485"/>
            <a:ext cx="2906424" cy="2906424"/>
          </a:xfrm>
          <a:prstGeom prst="blockArc">
            <a:avLst>
              <a:gd fmla="val 5318277" name="adj1"/>
              <a:gd fmla="val 17556576" name="adj2"/>
              <a:gd fmla="val 1575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01" name="Shape 501"/>
        <p:cNvGrpSpPr/>
        <p:nvPr/>
      </p:nvGrpSpPr>
      <p:grpSpPr>
        <a:xfrm>
          <a:off x="0" y="0"/>
          <a:ext cx="0" cy="0"/>
          <a:chOff x="0" y="0"/>
          <a:chExt cx="0" cy="0"/>
        </a:xfrm>
      </p:grpSpPr>
      <p:sp>
        <p:nvSpPr>
          <p:cNvPr id="502" name="Google Shape;502;p6"/>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p:txBody>
      </p:sp>
      <p:grpSp>
        <p:nvGrpSpPr>
          <p:cNvPr id="503" name="Google Shape;503;p6"/>
          <p:cNvGrpSpPr/>
          <p:nvPr/>
        </p:nvGrpSpPr>
        <p:grpSpPr>
          <a:xfrm>
            <a:off x="8719456" y="513232"/>
            <a:ext cx="326167" cy="2227568"/>
            <a:chOff x="8577956" y="1596694"/>
            <a:chExt cx="326167" cy="2227568"/>
          </a:xfrm>
        </p:grpSpPr>
        <p:sp>
          <p:nvSpPr>
            <p:cNvPr id="504" name="Google Shape;504;p6"/>
            <p:cNvSpPr/>
            <p:nvPr/>
          </p:nvSpPr>
          <p:spPr>
            <a:xfrm rot="5400000">
              <a:off x="8778124" y="3698263"/>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6"/>
            <p:cNvSpPr/>
            <p:nvPr/>
          </p:nvSpPr>
          <p:spPr>
            <a:xfrm rot="5400000">
              <a:off x="8577956" y="3698263"/>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6"/>
            <p:cNvSpPr/>
            <p:nvPr/>
          </p:nvSpPr>
          <p:spPr>
            <a:xfrm rot="5400000">
              <a:off x="8778124" y="331615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6"/>
            <p:cNvSpPr/>
            <p:nvPr/>
          </p:nvSpPr>
          <p:spPr>
            <a:xfrm rot="5400000">
              <a:off x="8577956" y="331615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6"/>
            <p:cNvSpPr/>
            <p:nvPr/>
          </p:nvSpPr>
          <p:spPr>
            <a:xfrm rot="5400000">
              <a:off x="8778124" y="293405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6"/>
            <p:cNvSpPr/>
            <p:nvPr/>
          </p:nvSpPr>
          <p:spPr>
            <a:xfrm rot="5400000">
              <a:off x="8577956" y="293405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6"/>
            <p:cNvSpPr/>
            <p:nvPr/>
          </p:nvSpPr>
          <p:spPr>
            <a:xfrm rot="5400000">
              <a:off x="8778124" y="3125108"/>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6"/>
            <p:cNvSpPr/>
            <p:nvPr/>
          </p:nvSpPr>
          <p:spPr>
            <a:xfrm rot="5400000">
              <a:off x="8778124" y="2743004"/>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6"/>
            <p:cNvSpPr/>
            <p:nvPr/>
          </p:nvSpPr>
          <p:spPr>
            <a:xfrm rot="5400000">
              <a:off x="8577956" y="2743004"/>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6"/>
            <p:cNvSpPr/>
            <p:nvPr/>
          </p:nvSpPr>
          <p:spPr>
            <a:xfrm rot="5400000">
              <a:off x="8778124" y="2551953"/>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6"/>
            <p:cNvSpPr/>
            <p:nvPr/>
          </p:nvSpPr>
          <p:spPr>
            <a:xfrm rot="5400000">
              <a:off x="8778124" y="216984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6"/>
            <p:cNvSpPr/>
            <p:nvPr/>
          </p:nvSpPr>
          <p:spPr>
            <a:xfrm rot="5400000">
              <a:off x="8577956" y="178774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6"/>
            <p:cNvSpPr/>
            <p:nvPr/>
          </p:nvSpPr>
          <p:spPr>
            <a:xfrm rot="5400000">
              <a:off x="8778124" y="1978798"/>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6"/>
            <p:cNvSpPr/>
            <p:nvPr/>
          </p:nvSpPr>
          <p:spPr>
            <a:xfrm rot="5400000">
              <a:off x="8577956" y="1978798"/>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6"/>
            <p:cNvSpPr/>
            <p:nvPr/>
          </p:nvSpPr>
          <p:spPr>
            <a:xfrm rot="5400000">
              <a:off x="8778124" y="1596694"/>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6"/>
            <p:cNvSpPr/>
            <p:nvPr/>
          </p:nvSpPr>
          <p:spPr>
            <a:xfrm rot="5400000">
              <a:off x="8577956" y="1596694"/>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 name="Google Shape;520;p6"/>
          <p:cNvGrpSpPr/>
          <p:nvPr/>
        </p:nvGrpSpPr>
        <p:grpSpPr>
          <a:xfrm rot="-5400000">
            <a:off x="-996100" y="4015385"/>
            <a:ext cx="2227588" cy="726522"/>
            <a:chOff x="3620725" y="372750"/>
            <a:chExt cx="1039375" cy="338989"/>
          </a:xfrm>
        </p:grpSpPr>
        <p:sp>
          <p:nvSpPr>
            <p:cNvPr id="521" name="Google Shape;521;p6"/>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6"/>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6"/>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6"/>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6"/>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6"/>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6"/>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6"/>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6"/>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6"/>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6"/>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6"/>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6"/>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6"/>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6"/>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6"/>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6"/>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6"/>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6"/>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6"/>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6"/>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6"/>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6"/>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6"/>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6"/>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6"/>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6"/>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6"/>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6"/>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6"/>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6"/>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6"/>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6"/>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6"/>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6"/>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6"/>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6"/>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 name="Google Shape;558;p6"/>
          <p:cNvSpPr/>
          <p:nvPr/>
        </p:nvSpPr>
        <p:spPr>
          <a:xfrm flipH="1" rot="1856158">
            <a:off x="-1167632" y="617942"/>
            <a:ext cx="1697013" cy="1697013"/>
          </a:xfrm>
          <a:prstGeom prst="blockArc">
            <a:avLst>
              <a:gd fmla="val 5958233" name="adj1"/>
              <a:gd fmla="val 17549793" name="adj2"/>
              <a:gd fmla="val 21039"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6"/>
          <p:cNvSpPr/>
          <p:nvPr/>
        </p:nvSpPr>
        <p:spPr>
          <a:xfrm>
            <a:off x="-456125" y="958975"/>
            <a:ext cx="960900" cy="960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6"/>
          <p:cNvSpPr/>
          <p:nvPr/>
        </p:nvSpPr>
        <p:spPr>
          <a:xfrm flipH="1" rot="-5400000">
            <a:off x="5404994" y="4756332"/>
            <a:ext cx="1172100" cy="1172100"/>
          </a:xfrm>
          <a:prstGeom prst="blockArc">
            <a:avLst>
              <a:gd fmla="val 4205957" name="adj1"/>
              <a:gd fmla="val 17987083" name="adj2"/>
              <a:gd fmla="val 30235"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6"/>
          <p:cNvSpPr/>
          <p:nvPr/>
        </p:nvSpPr>
        <p:spPr>
          <a:xfrm>
            <a:off x="5451975" y="4826875"/>
            <a:ext cx="837300" cy="837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62" name="Shape 562"/>
        <p:cNvGrpSpPr/>
        <p:nvPr/>
      </p:nvGrpSpPr>
      <p:grpSpPr>
        <a:xfrm>
          <a:off x="0" y="0"/>
          <a:ext cx="0" cy="0"/>
          <a:chOff x="0" y="0"/>
          <a:chExt cx="0" cy="0"/>
        </a:xfrm>
      </p:grpSpPr>
      <p:sp>
        <p:nvSpPr>
          <p:cNvPr id="563" name="Google Shape;563;p7"/>
          <p:cNvSpPr txBox="1"/>
          <p:nvPr>
            <p:ph type="title"/>
          </p:nvPr>
        </p:nvSpPr>
        <p:spPr>
          <a:xfrm>
            <a:off x="1121150" y="1116775"/>
            <a:ext cx="3807900" cy="7389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564" name="Google Shape;564;p7"/>
          <p:cNvSpPr txBox="1"/>
          <p:nvPr>
            <p:ph idx="1" type="body"/>
          </p:nvPr>
        </p:nvSpPr>
        <p:spPr>
          <a:xfrm>
            <a:off x="1121150" y="1923119"/>
            <a:ext cx="3807900" cy="2103600"/>
          </a:xfrm>
          <a:prstGeom prst="rect">
            <a:avLst/>
          </a:prstGeom>
        </p:spPr>
        <p:txBody>
          <a:bodyPr anchorCtr="0" anchor="t" bIns="91425" lIns="91425" spcFirstLastPara="1" rIns="91425" wrap="square" tIns="91425">
            <a:noAutofit/>
          </a:bodyPr>
          <a:lstStyle>
            <a:lvl1pPr indent="-292100" lvl="0" marL="457200" rtl="0">
              <a:spcBef>
                <a:spcPts val="0"/>
              </a:spcBef>
              <a:spcAft>
                <a:spcPts val="0"/>
              </a:spcAft>
              <a:buSzPts val="1000"/>
              <a:buFont typeface="Open Sans Medium"/>
              <a:buChar char="●"/>
              <a:defRPr/>
            </a:lvl1pPr>
            <a:lvl2pPr indent="-317500" lvl="1" marL="914400" rtl="0">
              <a:spcBef>
                <a:spcPts val="0"/>
              </a:spcBef>
              <a:spcAft>
                <a:spcPts val="0"/>
              </a:spcAft>
              <a:buSzPts val="1400"/>
              <a:buFont typeface="Open Sans Medium"/>
              <a:buChar char="○"/>
              <a:defRPr/>
            </a:lvl2pPr>
            <a:lvl3pPr indent="-317500" lvl="2" marL="1371600" rtl="0">
              <a:spcBef>
                <a:spcPts val="0"/>
              </a:spcBef>
              <a:spcAft>
                <a:spcPts val="0"/>
              </a:spcAft>
              <a:buSzPts val="1400"/>
              <a:buFont typeface="Open Sans Medium"/>
              <a:buChar char="■"/>
              <a:defRPr/>
            </a:lvl3pPr>
            <a:lvl4pPr indent="-317500" lvl="3" marL="1828800" rtl="0">
              <a:spcBef>
                <a:spcPts val="0"/>
              </a:spcBef>
              <a:spcAft>
                <a:spcPts val="0"/>
              </a:spcAft>
              <a:buSzPts val="1400"/>
              <a:buFont typeface="Open Sans Medium"/>
              <a:buChar char="●"/>
              <a:defRPr/>
            </a:lvl4pPr>
            <a:lvl5pPr indent="-317500" lvl="4" marL="2286000" rtl="0">
              <a:spcBef>
                <a:spcPts val="0"/>
              </a:spcBef>
              <a:spcAft>
                <a:spcPts val="0"/>
              </a:spcAft>
              <a:buSzPts val="1400"/>
              <a:buFont typeface="Open Sans Medium"/>
              <a:buChar char="○"/>
              <a:defRPr/>
            </a:lvl5pPr>
            <a:lvl6pPr indent="-317500" lvl="5" marL="2743200" rtl="0">
              <a:spcBef>
                <a:spcPts val="0"/>
              </a:spcBef>
              <a:spcAft>
                <a:spcPts val="0"/>
              </a:spcAft>
              <a:buSzPts val="1400"/>
              <a:buFont typeface="Open Sans Medium"/>
              <a:buChar char="■"/>
              <a:defRPr/>
            </a:lvl6pPr>
            <a:lvl7pPr indent="-317500" lvl="6" marL="3200400" rtl="0">
              <a:spcBef>
                <a:spcPts val="0"/>
              </a:spcBef>
              <a:spcAft>
                <a:spcPts val="0"/>
              </a:spcAft>
              <a:buSzPts val="1400"/>
              <a:buFont typeface="Open Sans Medium"/>
              <a:buChar char="●"/>
              <a:defRPr/>
            </a:lvl7pPr>
            <a:lvl8pPr indent="-317500" lvl="7" marL="3657600" rtl="0">
              <a:spcBef>
                <a:spcPts val="0"/>
              </a:spcBef>
              <a:spcAft>
                <a:spcPts val="0"/>
              </a:spcAft>
              <a:buSzPts val="1400"/>
              <a:buFont typeface="Open Sans Medium"/>
              <a:buChar char="○"/>
              <a:defRPr/>
            </a:lvl8pPr>
            <a:lvl9pPr indent="-317500" lvl="8" marL="4114800" rtl="0">
              <a:spcBef>
                <a:spcPts val="0"/>
              </a:spcBef>
              <a:spcAft>
                <a:spcPts val="0"/>
              </a:spcAft>
              <a:buSzPts val="1400"/>
              <a:buFont typeface="Open Sans Medium"/>
              <a:buChar char="■"/>
              <a:defRPr/>
            </a:lvl9pPr>
          </a:lstStyle>
          <a:p/>
        </p:txBody>
      </p:sp>
      <p:sp>
        <p:nvSpPr>
          <p:cNvPr id="565" name="Google Shape;565;p7"/>
          <p:cNvSpPr/>
          <p:nvPr/>
        </p:nvSpPr>
        <p:spPr>
          <a:xfrm rot="-8909883">
            <a:off x="7380555" y="-922593"/>
            <a:ext cx="2453841" cy="2453841"/>
          </a:xfrm>
          <a:prstGeom prst="blockArc">
            <a:avLst>
              <a:gd fmla="val 10800000" name="adj1"/>
              <a:gd fmla="val 567723" name="adj2"/>
              <a:gd fmla="val 11413"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7"/>
          <p:cNvSpPr/>
          <p:nvPr/>
        </p:nvSpPr>
        <p:spPr>
          <a:xfrm>
            <a:off x="7130050" y="-541850"/>
            <a:ext cx="1759500" cy="1759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 name="Google Shape;567;p7"/>
          <p:cNvGrpSpPr/>
          <p:nvPr/>
        </p:nvGrpSpPr>
        <p:grpSpPr>
          <a:xfrm flipH="1">
            <a:off x="6696355" y="334491"/>
            <a:ext cx="2227589" cy="1527191"/>
            <a:chOff x="5519300" y="372750"/>
            <a:chExt cx="1039375" cy="712575"/>
          </a:xfrm>
        </p:grpSpPr>
        <p:sp>
          <p:nvSpPr>
            <p:cNvPr id="568" name="Google Shape;568;p7"/>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7"/>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7"/>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7"/>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7"/>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7"/>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7"/>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7"/>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7"/>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7"/>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7"/>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7"/>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7"/>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7"/>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7"/>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7"/>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7"/>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7"/>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7"/>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7"/>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7"/>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7"/>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7"/>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7"/>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7"/>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7"/>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7"/>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7"/>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7"/>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7"/>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7"/>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7"/>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7"/>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7"/>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7"/>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7"/>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7"/>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7"/>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7"/>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7"/>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7"/>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7"/>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7"/>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7"/>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7"/>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7"/>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7"/>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7"/>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7"/>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7"/>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7"/>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7"/>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7"/>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7"/>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7"/>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7"/>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7"/>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7"/>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7"/>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7"/>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7"/>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7"/>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7"/>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7"/>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7"/>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7"/>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7"/>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7"/>
          <p:cNvGrpSpPr/>
          <p:nvPr/>
        </p:nvGrpSpPr>
        <p:grpSpPr>
          <a:xfrm>
            <a:off x="107678" y="-187590"/>
            <a:ext cx="2227589" cy="726958"/>
            <a:chOff x="6972150" y="711750"/>
            <a:chExt cx="1039375" cy="339193"/>
          </a:xfrm>
        </p:grpSpPr>
        <p:sp>
          <p:nvSpPr>
            <p:cNvPr id="636" name="Google Shape;636;p7"/>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7"/>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7"/>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7"/>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7"/>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7"/>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7"/>
            <p:cNvSpPr/>
            <p:nvPr/>
          </p:nvSpPr>
          <p:spPr>
            <a:xfrm>
              <a:off x="6972150"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7"/>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7"/>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7"/>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7"/>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7"/>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7"/>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7"/>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7"/>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7"/>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7"/>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7"/>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7"/>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7"/>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7"/>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7"/>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7"/>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7"/>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7"/>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7"/>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7"/>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7"/>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7"/>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7"/>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7"/>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7"/>
            <p:cNvSpPr/>
            <p:nvPr/>
          </p:nvSpPr>
          <p:spPr>
            <a:xfrm>
              <a:off x="6972150"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 name="Google Shape;668;p7"/>
          <p:cNvSpPr/>
          <p:nvPr/>
        </p:nvSpPr>
        <p:spPr>
          <a:xfrm>
            <a:off x="-624140" y="-419150"/>
            <a:ext cx="1527000" cy="1527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7"/>
          <p:cNvSpPr/>
          <p:nvPr/>
        </p:nvSpPr>
        <p:spPr>
          <a:xfrm rot="372611">
            <a:off x="5475589" y="4165080"/>
            <a:ext cx="2204738" cy="2204738"/>
          </a:xfrm>
          <a:prstGeom prst="blockArc">
            <a:avLst>
              <a:gd fmla="val 9398892" name="adj1"/>
              <a:gd fmla="val 534609" name="adj2"/>
              <a:gd fmla="val 19679"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 name="Google Shape;670;p7"/>
          <p:cNvGrpSpPr/>
          <p:nvPr/>
        </p:nvGrpSpPr>
        <p:grpSpPr>
          <a:xfrm>
            <a:off x="5832004" y="3999491"/>
            <a:ext cx="2227588" cy="726522"/>
            <a:chOff x="3620725" y="372750"/>
            <a:chExt cx="1039375" cy="338989"/>
          </a:xfrm>
        </p:grpSpPr>
        <p:sp>
          <p:nvSpPr>
            <p:cNvPr id="671" name="Google Shape;671;p7"/>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7"/>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7"/>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7"/>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7"/>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7"/>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7"/>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7"/>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7"/>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7"/>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7"/>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7"/>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7"/>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7"/>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7"/>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7"/>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7"/>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7"/>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7"/>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7"/>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7"/>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7"/>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7"/>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7"/>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7"/>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7"/>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7"/>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7"/>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7"/>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7"/>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7"/>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7"/>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7"/>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7"/>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7"/>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7"/>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7"/>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08" name="Shape 708"/>
        <p:cNvGrpSpPr/>
        <p:nvPr/>
      </p:nvGrpSpPr>
      <p:grpSpPr>
        <a:xfrm>
          <a:off x="0" y="0"/>
          <a:ext cx="0" cy="0"/>
          <a:chOff x="0" y="0"/>
          <a:chExt cx="0" cy="0"/>
        </a:xfrm>
      </p:grpSpPr>
      <p:sp>
        <p:nvSpPr>
          <p:cNvPr id="709" name="Google Shape;709;p8"/>
          <p:cNvSpPr txBox="1"/>
          <p:nvPr>
            <p:ph type="title"/>
          </p:nvPr>
        </p:nvSpPr>
        <p:spPr>
          <a:xfrm>
            <a:off x="4301775" y="1027300"/>
            <a:ext cx="4146600" cy="30888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96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10" name="Google Shape;710;p8"/>
          <p:cNvSpPr/>
          <p:nvPr/>
        </p:nvSpPr>
        <p:spPr>
          <a:xfrm>
            <a:off x="-665963" y="607925"/>
            <a:ext cx="2227500" cy="22284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8"/>
          <p:cNvSpPr/>
          <p:nvPr/>
        </p:nvSpPr>
        <p:spPr>
          <a:xfrm flipH="1">
            <a:off x="-3273950" y="1027301"/>
            <a:ext cx="5927400" cy="5927400"/>
          </a:xfrm>
          <a:prstGeom prst="blockArc">
            <a:avLst>
              <a:gd fmla="val 8972311" name="adj1"/>
              <a:gd fmla="val 16732630" name="adj2"/>
              <a:gd fmla="val 9120"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 name="Google Shape;712;p8"/>
          <p:cNvGrpSpPr/>
          <p:nvPr/>
        </p:nvGrpSpPr>
        <p:grpSpPr>
          <a:xfrm>
            <a:off x="2653453" y="-62135"/>
            <a:ext cx="2227588" cy="726522"/>
            <a:chOff x="3857800" y="1143286"/>
            <a:chExt cx="1039375" cy="338989"/>
          </a:xfrm>
        </p:grpSpPr>
        <p:sp>
          <p:nvSpPr>
            <p:cNvPr id="713" name="Google Shape;713;p8"/>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8"/>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8"/>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8"/>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8"/>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8"/>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8"/>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8"/>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8"/>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8"/>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8"/>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8"/>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8"/>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8"/>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8"/>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8"/>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8"/>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8"/>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8"/>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8"/>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8"/>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8"/>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8"/>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8"/>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8"/>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8"/>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8"/>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8"/>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8"/>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8"/>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 name="Google Shape;743;p8"/>
          <p:cNvSpPr/>
          <p:nvPr/>
        </p:nvSpPr>
        <p:spPr>
          <a:xfrm>
            <a:off x="7566354" y="3268750"/>
            <a:ext cx="2574900" cy="2574900"/>
          </a:xfrm>
          <a:prstGeom prst="blockArc">
            <a:avLst>
              <a:gd fmla="val 5958233" name="adj1"/>
              <a:gd fmla="val 18369856" name="adj2"/>
              <a:gd fmla="val 19544"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8"/>
          <p:cNvSpPr/>
          <p:nvPr/>
        </p:nvSpPr>
        <p:spPr>
          <a:xfrm>
            <a:off x="7514213" y="3268750"/>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 name="Google Shape;745;p8"/>
          <p:cNvGrpSpPr/>
          <p:nvPr/>
        </p:nvGrpSpPr>
        <p:grpSpPr>
          <a:xfrm rot="5400000">
            <a:off x="-559680" y="3557919"/>
            <a:ext cx="2227588" cy="726522"/>
            <a:chOff x="3799000" y="1820400"/>
            <a:chExt cx="1039375" cy="338989"/>
          </a:xfrm>
        </p:grpSpPr>
        <p:sp>
          <p:nvSpPr>
            <p:cNvPr id="746" name="Google Shape;746;p8"/>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8"/>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8"/>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8"/>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8"/>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8"/>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8"/>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8"/>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8"/>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8"/>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8"/>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8"/>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8"/>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8"/>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8"/>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8"/>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8"/>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8"/>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8"/>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8"/>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8"/>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8"/>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8"/>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8"/>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8"/>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8"/>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8"/>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8"/>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8"/>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8"/>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8"/>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8"/>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8"/>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8"/>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8"/>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8"/>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82" name="Shape 782"/>
        <p:cNvGrpSpPr/>
        <p:nvPr/>
      </p:nvGrpSpPr>
      <p:grpSpPr>
        <a:xfrm>
          <a:off x="0" y="0"/>
          <a:ext cx="0" cy="0"/>
          <a:chOff x="0" y="0"/>
          <a:chExt cx="0" cy="0"/>
        </a:xfrm>
      </p:grpSpPr>
      <p:sp>
        <p:nvSpPr>
          <p:cNvPr id="783" name="Google Shape;783;p9"/>
          <p:cNvSpPr txBox="1"/>
          <p:nvPr>
            <p:ph type="title"/>
          </p:nvPr>
        </p:nvSpPr>
        <p:spPr>
          <a:xfrm>
            <a:off x="2029075" y="2490350"/>
            <a:ext cx="5085900" cy="831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784" name="Google Shape;784;p9"/>
          <p:cNvSpPr txBox="1"/>
          <p:nvPr>
            <p:ph idx="1" type="subTitle"/>
          </p:nvPr>
        </p:nvSpPr>
        <p:spPr>
          <a:xfrm>
            <a:off x="2029075" y="3269253"/>
            <a:ext cx="5085900" cy="1287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18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785" name="Google Shape;785;p9"/>
          <p:cNvSpPr/>
          <p:nvPr/>
        </p:nvSpPr>
        <p:spPr>
          <a:xfrm rot="-4819752">
            <a:off x="8205757" y="1265550"/>
            <a:ext cx="1585836" cy="1585836"/>
          </a:xfrm>
          <a:prstGeom prst="blockArc">
            <a:avLst>
              <a:gd fmla="val 5958233" name="adj1"/>
              <a:gd fmla="val 2559931" name="adj2"/>
              <a:gd fmla="val 22508"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9"/>
          <p:cNvSpPr/>
          <p:nvPr/>
        </p:nvSpPr>
        <p:spPr>
          <a:xfrm rot="-7433688">
            <a:off x="-962871" y="-1484464"/>
            <a:ext cx="3935124" cy="3935124"/>
          </a:xfrm>
          <a:prstGeom prst="blockArc">
            <a:avLst>
              <a:gd fmla="val 5958233" name="adj1"/>
              <a:gd fmla="val 20136020" name="adj2"/>
              <a:gd fmla="val 1680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9"/>
          <p:cNvSpPr/>
          <p:nvPr/>
        </p:nvSpPr>
        <p:spPr>
          <a:xfrm rot="-6824316">
            <a:off x="5408227" y="4758274"/>
            <a:ext cx="1270604" cy="1271153"/>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88" name="Shape 788"/>
        <p:cNvGrpSpPr/>
        <p:nvPr/>
      </p:nvGrpSpPr>
      <p:grpSpPr>
        <a:xfrm>
          <a:off x="0" y="0"/>
          <a:ext cx="0" cy="0"/>
          <a:chOff x="0" y="0"/>
          <a:chExt cx="0" cy="0"/>
        </a:xfrm>
      </p:grpSpPr>
      <p:sp>
        <p:nvSpPr>
          <p:cNvPr id="789" name="Google Shape;789;p10"/>
          <p:cNvSpPr txBox="1"/>
          <p:nvPr>
            <p:ph type="title"/>
          </p:nvPr>
        </p:nvSpPr>
        <p:spPr>
          <a:xfrm>
            <a:off x="713400" y="3110425"/>
            <a:ext cx="2941500" cy="13314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a:lvl1pPr>
            <a:lvl2pPr lvl="1" rtl="0" algn="ctr">
              <a:spcBef>
                <a:spcPts val="0"/>
              </a:spcBef>
              <a:spcAft>
                <a:spcPts val="0"/>
              </a:spcAft>
              <a:buSzPts val="3600"/>
              <a:buNone/>
              <a:defRPr/>
            </a:lvl2pPr>
            <a:lvl3pPr lvl="2" rtl="0" algn="ctr">
              <a:spcBef>
                <a:spcPts val="0"/>
              </a:spcBef>
              <a:spcAft>
                <a:spcPts val="0"/>
              </a:spcAft>
              <a:buSzPts val="3600"/>
              <a:buNone/>
              <a:defRPr/>
            </a:lvl3pPr>
            <a:lvl4pPr lvl="3" rtl="0" algn="ctr">
              <a:spcBef>
                <a:spcPts val="0"/>
              </a:spcBef>
              <a:spcAft>
                <a:spcPts val="0"/>
              </a:spcAft>
              <a:buSzPts val="3600"/>
              <a:buNone/>
              <a:defRPr/>
            </a:lvl4pPr>
            <a:lvl5pPr lvl="4" rtl="0" algn="ctr">
              <a:spcBef>
                <a:spcPts val="0"/>
              </a:spcBef>
              <a:spcAft>
                <a:spcPts val="0"/>
              </a:spcAft>
              <a:buSzPts val="3600"/>
              <a:buNone/>
              <a:defRPr/>
            </a:lvl5pPr>
            <a:lvl6pPr lvl="5" rtl="0" algn="ctr">
              <a:spcBef>
                <a:spcPts val="0"/>
              </a:spcBef>
              <a:spcAft>
                <a:spcPts val="0"/>
              </a:spcAft>
              <a:buSzPts val="3600"/>
              <a:buNone/>
              <a:defRPr/>
            </a:lvl6pPr>
            <a:lvl7pPr lvl="6" rtl="0" algn="ctr">
              <a:spcBef>
                <a:spcPts val="0"/>
              </a:spcBef>
              <a:spcAft>
                <a:spcPts val="0"/>
              </a:spcAft>
              <a:buSzPts val="3600"/>
              <a:buNone/>
              <a:defRPr/>
            </a:lvl7pPr>
            <a:lvl8pPr lvl="7" rtl="0" algn="ctr">
              <a:spcBef>
                <a:spcPts val="0"/>
              </a:spcBef>
              <a:spcAft>
                <a:spcPts val="0"/>
              </a:spcAft>
              <a:buSzPts val="3600"/>
              <a:buNone/>
              <a:defRPr/>
            </a:lvl8pPr>
            <a:lvl9pPr lvl="8" rtl="0" algn="ctr">
              <a:spcBef>
                <a:spcPts val="0"/>
              </a:spcBef>
              <a:spcAft>
                <a:spcPts val="0"/>
              </a:spcAft>
              <a:buSzPts val="36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90" name="Shape 790"/>
        <p:cNvGrpSpPr/>
        <p:nvPr/>
      </p:nvGrpSpPr>
      <p:grpSpPr>
        <a:xfrm>
          <a:off x="0" y="0"/>
          <a:ext cx="0" cy="0"/>
          <a:chOff x="0" y="0"/>
          <a:chExt cx="0" cy="0"/>
        </a:xfrm>
      </p:grpSpPr>
      <p:sp>
        <p:nvSpPr>
          <p:cNvPr id="791" name="Google Shape;791;p11"/>
          <p:cNvSpPr txBox="1"/>
          <p:nvPr>
            <p:ph hasCustomPrompt="1" type="title"/>
          </p:nvPr>
        </p:nvSpPr>
        <p:spPr>
          <a:xfrm>
            <a:off x="1256050" y="1205625"/>
            <a:ext cx="6632100" cy="1881000"/>
          </a:xfrm>
          <a:prstGeom prst="rect">
            <a:avLst/>
          </a:prstGeom>
        </p:spPr>
        <p:txBody>
          <a:bodyPr anchorCtr="0" anchor="ctr"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792" name="Google Shape;792;p11"/>
          <p:cNvSpPr txBox="1"/>
          <p:nvPr>
            <p:ph idx="1" type="subTitle"/>
          </p:nvPr>
        </p:nvSpPr>
        <p:spPr>
          <a:xfrm>
            <a:off x="1912038" y="3167400"/>
            <a:ext cx="5319900" cy="46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8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3" name="Google Shape;793;p11"/>
          <p:cNvSpPr/>
          <p:nvPr/>
        </p:nvSpPr>
        <p:spPr>
          <a:xfrm flipH="1">
            <a:off x="-970367" y="3471285"/>
            <a:ext cx="2574600" cy="2574600"/>
          </a:xfrm>
          <a:prstGeom prst="blockArc">
            <a:avLst>
              <a:gd fmla="val 5958233" name="adj1"/>
              <a:gd fmla="val 18980253" name="adj2"/>
              <a:gd fmla="val 14764"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94" name="Google Shape;794;p11"/>
          <p:cNvPicPr preferRelativeResize="0"/>
          <p:nvPr/>
        </p:nvPicPr>
        <p:blipFill>
          <a:blip r:embed="rId2">
            <a:alphaModFix/>
          </a:blip>
          <a:stretch>
            <a:fillRect/>
          </a:stretch>
        </p:blipFill>
        <p:spPr>
          <a:xfrm flipH="1">
            <a:off x="-357346" y="4025275"/>
            <a:ext cx="2038800" cy="1357842"/>
          </a:xfrm>
          <a:prstGeom prst="rect">
            <a:avLst/>
          </a:prstGeom>
          <a:noFill/>
          <a:ln>
            <a:noFill/>
          </a:ln>
        </p:spPr>
      </p:pic>
      <p:grpSp>
        <p:nvGrpSpPr>
          <p:cNvPr id="795" name="Google Shape;795;p11"/>
          <p:cNvGrpSpPr/>
          <p:nvPr/>
        </p:nvGrpSpPr>
        <p:grpSpPr>
          <a:xfrm flipH="1">
            <a:off x="6916420" y="380544"/>
            <a:ext cx="2227588" cy="726522"/>
            <a:chOff x="3799000" y="1820400"/>
            <a:chExt cx="1039375" cy="338989"/>
          </a:xfrm>
        </p:grpSpPr>
        <p:sp>
          <p:nvSpPr>
            <p:cNvPr id="796" name="Google Shape;796;p11"/>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1"/>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1"/>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1"/>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1"/>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1"/>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1"/>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1"/>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1"/>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1"/>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11"/>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11"/>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11"/>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1"/>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1"/>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11"/>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1"/>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1"/>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1"/>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1"/>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1"/>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1"/>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1"/>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11"/>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1"/>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1"/>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1"/>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1"/>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1"/>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1"/>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1"/>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1"/>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1"/>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1"/>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1"/>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1"/>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32" name="Google Shape;832;p11"/>
          <p:cNvPicPr preferRelativeResize="0"/>
          <p:nvPr/>
        </p:nvPicPr>
        <p:blipFill>
          <a:blip r:embed="rId3">
            <a:alphaModFix/>
          </a:blip>
          <a:stretch>
            <a:fillRect/>
          </a:stretch>
        </p:blipFill>
        <p:spPr>
          <a:xfrm>
            <a:off x="7309471" y="-171325"/>
            <a:ext cx="1602225" cy="1148801"/>
          </a:xfrm>
          <a:prstGeom prst="rect">
            <a:avLst/>
          </a:prstGeom>
          <a:noFill/>
          <a:ln>
            <a:noFill/>
          </a:ln>
        </p:spPr>
      </p:pic>
      <p:pic>
        <p:nvPicPr>
          <p:cNvPr id="833" name="Google Shape;833;p11"/>
          <p:cNvPicPr preferRelativeResize="0"/>
          <p:nvPr/>
        </p:nvPicPr>
        <p:blipFill>
          <a:blip r:embed="rId4">
            <a:alphaModFix/>
          </a:blip>
          <a:stretch>
            <a:fillRect/>
          </a:stretch>
        </p:blipFill>
        <p:spPr>
          <a:xfrm flipH="1">
            <a:off x="445963" y="3471263"/>
            <a:ext cx="921650" cy="1215676"/>
          </a:xfrm>
          <a:prstGeom prst="rect">
            <a:avLst/>
          </a:prstGeom>
          <a:noFill/>
          <a:ln>
            <a:noFill/>
          </a:ln>
        </p:spPr>
      </p:pic>
      <p:grpSp>
        <p:nvGrpSpPr>
          <p:cNvPr id="834" name="Google Shape;834;p11"/>
          <p:cNvGrpSpPr/>
          <p:nvPr/>
        </p:nvGrpSpPr>
        <p:grpSpPr>
          <a:xfrm flipH="1">
            <a:off x="-206996" y="-68959"/>
            <a:ext cx="2227588" cy="726522"/>
            <a:chOff x="3620725" y="372750"/>
            <a:chExt cx="1039375" cy="338989"/>
          </a:xfrm>
        </p:grpSpPr>
        <p:sp>
          <p:nvSpPr>
            <p:cNvPr id="835" name="Google Shape;835;p11"/>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1"/>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1"/>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1"/>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1"/>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1"/>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1"/>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1"/>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1"/>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1"/>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1"/>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1"/>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1"/>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1"/>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1"/>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1"/>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1"/>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1"/>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1"/>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1"/>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1"/>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1"/>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1"/>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1"/>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1"/>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1"/>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1"/>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1"/>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1"/>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1"/>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1"/>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1"/>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1"/>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1"/>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1"/>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1"/>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1"/>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 name="Google Shape;872;p11"/>
          <p:cNvSpPr/>
          <p:nvPr/>
        </p:nvSpPr>
        <p:spPr>
          <a:xfrm rot="10800000">
            <a:off x="39205" y="-757722"/>
            <a:ext cx="1735200" cy="1735200"/>
          </a:xfrm>
          <a:prstGeom prst="blockArc">
            <a:avLst>
              <a:gd fmla="val 5958233" name="adj1"/>
              <a:gd fmla="val 2313425" name="adj2"/>
              <a:gd fmla="val 2288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1"/>
          <p:cNvSpPr/>
          <p:nvPr/>
        </p:nvSpPr>
        <p:spPr>
          <a:xfrm rot="10800000">
            <a:off x="255950" y="-712275"/>
            <a:ext cx="1643700" cy="1644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74" name="Google Shape;874;p11"/>
          <p:cNvPicPr preferRelativeResize="0"/>
          <p:nvPr/>
        </p:nvPicPr>
        <p:blipFill>
          <a:blip r:embed="rId3">
            <a:alphaModFix/>
          </a:blip>
          <a:stretch>
            <a:fillRect/>
          </a:stretch>
        </p:blipFill>
        <p:spPr>
          <a:xfrm>
            <a:off x="6118787" y="253415"/>
            <a:ext cx="797650" cy="571922"/>
          </a:xfrm>
          <a:prstGeom prst="rect">
            <a:avLst/>
          </a:prstGeom>
          <a:noFill/>
          <a:ln>
            <a:noFill/>
          </a:ln>
        </p:spPr>
      </p:pic>
      <p:pic>
        <p:nvPicPr>
          <p:cNvPr id="875" name="Google Shape;875;p11"/>
          <p:cNvPicPr preferRelativeResize="0"/>
          <p:nvPr/>
        </p:nvPicPr>
        <p:blipFill>
          <a:blip r:embed="rId3">
            <a:alphaModFix/>
          </a:blip>
          <a:stretch>
            <a:fillRect/>
          </a:stretch>
        </p:blipFill>
        <p:spPr>
          <a:xfrm>
            <a:off x="8374050" y="1410474"/>
            <a:ext cx="1052700" cy="754798"/>
          </a:xfrm>
          <a:prstGeom prst="rect">
            <a:avLst/>
          </a:prstGeom>
          <a:noFill/>
          <a:ln>
            <a:noFill/>
          </a:ln>
        </p:spPr>
      </p:pic>
      <p:pic>
        <p:nvPicPr>
          <p:cNvPr id="876" name="Google Shape;876;p11"/>
          <p:cNvPicPr preferRelativeResize="0"/>
          <p:nvPr/>
        </p:nvPicPr>
        <p:blipFill>
          <a:blip r:embed="rId3">
            <a:alphaModFix/>
          </a:blip>
          <a:stretch>
            <a:fillRect/>
          </a:stretch>
        </p:blipFill>
        <p:spPr>
          <a:xfrm flipH="1">
            <a:off x="1433887" y="4366815"/>
            <a:ext cx="797650" cy="571922"/>
          </a:xfrm>
          <a:prstGeom prst="rect">
            <a:avLst/>
          </a:prstGeom>
          <a:noFill/>
          <a:ln>
            <a:noFill/>
          </a:ln>
        </p:spPr>
      </p:pic>
      <p:pic>
        <p:nvPicPr>
          <p:cNvPr id="877" name="Google Shape;877;p11"/>
          <p:cNvPicPr preferRelativeResize="0"/>
          <p:nvPr/>
        </p:nvPicPr>
        <p:blipFill>
          <a:blip r:embed="rId3">
            <a:alphaModFix/>
          </a:blip>
          <a:stretch>
            <a:fillRect/>
          </a:stretch>
        </p:blipFill>
        <p:spPr>
          <a:xfrm flipH="1">
            <a:off x="-526681" y="2545244"/>
            <a:ext cx="1164725" cy="835101"/>
          </a:xfrm>
          <a:prstGeom prst="rect">
            <a:avLst/>
          </a:prstGeom>
          <a:noFill/>
          <a:ln>
            <a:noFill/>
          </a:ln>
        </p:spPr>
      </p:pic>
      <p:grpSp>
        <p:nvGrpSpPr>
          <p:cNvPr id="878" name="Google Shape;878;p11"/>
          <p:cNvGrpSpPr/>
          <p:nvPr/>
        </p:nvGrpSpPr>
        <p:grpSpPr>
          <a:xfrm>
            <a:off x="6889313" y="4472001"/>
            <a:ext cx="2227588" cy="726522"/>
            <a:chOff x="5608450" y="1680311"/>
            <a:chExt cx="1039375" cy="338989"/>
          </a:xfrm>
        </p:grpSpPr>
        <p:sp>
          <p:nvSpPr>
            <p:cNvPr id="879" name="Google Shape;879;p11"/>
            <p:cNvSpPr/>
            <p:nvPr/>
          </p:nvSpPr>
          <p:spPr>
            <a:xfrm>
              <a:off x="649988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1"/>
            <p:cNvSpPr/>
            <p:nvPr/>
          </p:nvSpPr>
          <p:spPr>
            <a:xfrm>
              <a:off x="649988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1"/>
            <p:cNvSpPr/>
            <p:nvPr/>
          </p:nvSpPr>
          <p:spPr>
            <a:xfrm>
              <a:off x="649988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1"/>
            <p:cNvSpPr/>
            <p:nvPr/>
          </p:nvSpPr>
          <p:spPr>
            <a:xfrm>
              <a:off x="6589025"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1"/>
            <p:cNvSpPr/>
            <p:nvPr/>
          </p:nvSpPr>
          <p:spPr>
            <a:xfrm>
              <a:off x="658902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1"/>
            <p:cNvSpPr/>
            <p:nvPr/>
          </p:nvSpPr>
          <p:spPr>
            <a:xfrm>
              <a:off x="6410738"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1"/>
            <p:cNvSpPr/>
            <p:nvPr/>
          </p:nvSpPr>
          <p:spPr>
            <a:xfrm>
              <a:off x="6410738"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1"/>
            <p:cNvSpPr/>
            <p:nvPr/>
          </p:nvSpPr>
          <p:spPr>
            <a:xfrm>
              <a:off x="6410738"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1"/>
            <p:cNvSpPr/>
            <p:nvPr/>
          </p:nvSpPr>
          <p:spPr>
            <a:xfrm>
              <a:off x="623245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1"/>
            <p:cNvSpPr/>
            <p:nvPr/>
          </p:nvSpPr>
          <p:spPr>
            <a:xfrm>
              <a:off x="623245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1"/>
            <p:cNvSpPr/>
            <p:nvPr/>
          </p:nvSpPr>
          <p:spPr>
            <a:xfrm>
              <a:off x="6321595"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1"/>
            <p:cNvSpPr/>
            <p:nvPr/>
          </p:nvSpPr>
          <p:spPr>
            <a:xfrm>
              <a:off x="632159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1"/>
            <p:cNvSpPr/>
            <p:nvPr/>
          </p:nvSpPr>
          <p:spPr>
            <a:xfrm>
              <a:off x="6321595"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1"/>
            <p:cNvSpPr/>
            <p:nvPr/>
          </p:nvSpPr>
          <p:spPr>
            <a:xfrm>
              <a:off x="614330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1"/>
            <p:cNvSpPr/>
            <p:nvPr/>
          </p:nvSpPr>
          <p:spPr>
            <a:xfrm>
              <a:off x="614330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1"/>
            <p:cNvSpPr/>
            <p:nvPr/>
          </p:nvSpPr>
          <p:spPr>
            <a:xfrm>
              <a:off x="6143309"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1"/>
            <p:cNvSpPr/>
            <p:nvPr/>
          </p:nvSpPr>
          <p:spPr>
            <a:xfrm>
              <a:off x="614330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1"/>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1"/>
            <p:cNvSpPr/>
            <p:nvPr/>
          </p:nvSpPr>
          <p:spPr>
            <a:xfrm>
              <a:off x="596502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1"/>
            <p:cNvSpPr/>
            <p:nvPr/>
          </p:nvSpPr>
          <p:spPr>
            <a:xfrm>
              <a:off x="596502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1"/>
            <p:cNvSpPr/>
            <p:nvPr/>
          </p:nvSpPr>
          <p:spPr>
            <a:xfrm>
              <a:off x="596502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1"/>
            <p:cNvSpPr/>
            <p:nvPr/>
          </p:nvSpPr>
          <p:spPr>
            <a:xfrm>
              <a:off x="605416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1"/>
            <p:cNvSpPr/>
            <p:nvPr/>
          </p:nvSpPr>
          <p:spPr>
            <a:xfrm>
              <a:off x="605416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1"/>
            <p:cNvSpPr/>
            <p:nvPr/>
          </p:nvSpPr>
          <p:spPr>
            <a:xfrm>
              <a:off x="605416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1"/>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1"/>
            <p:cNvSpPr/>
            <p:nvPr/>
          </p:nvSpPr>
          <p:spPr>
            <a:xfrm>
              <a:off x="587587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1"/>
            <p:cNvSpPr/>
            <p:nvPr/>
          </p:nvSpPr>
          <p:spPr>
            <a:xfrm>
              <a:off x="587587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1"/>
            <p:cNvSpPr/>
            <p:nvPr/>
          </p:nvSpPr>
          <p:spPr>
            <a:xfrm>
              <a:off x="5697593"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1"/>
            <p:cNvSpPr/>
            <p:nvPr/>
          </p:nvSpPr>
          <p:spPr>
            <a:xfrm>
              <a:off x="5697593"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1"/>
            <p:cNvSpPr/>
            <p:nvPr/>
          </p:nvSpPr>
          <p:spPr>
            <a:xfrm>
              <a:off x="5697593"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1"/>
            <p:cNvSpPr/>
            <p:nvPr/>
          </p:nvSpPr>
          <p:spPr>
            <a:xfrm>
              <a:off x="5697593"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1"/>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1"/>
            <p:cNvSpPr/>
            <p:nvPr/>
          </p:nvSpPr>
          <p:spPr>
            <a:xfrm>
              <a:off x="5786736"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1"/>
            <p:cNvSpPr/>
            <p:nvPr/>
          </p:nvSpPr>
          <p:spPr>
            <a:xfrm>
              <a:off x="578673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1"/>
            <p:cNvSpPr/>
            <p:nvPr/>
          </p:nvSpPr>
          <p:spPr>
            <a:xfrm>
              <a:off x="578673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1"/>
            <p:cNvSpPr/>
            <p:nvPr/>
          </p:nvSpPr>
          <p:spPr>
            <a:xfrm>
              <a:off x="5608450"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915" name="Shape 91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916" name="Shape 916"/>
        <p:cNvGrpSpPr/>
        <p:nvPr/>
      </p:nvGrpSpPr>
      <p:grpSpPr>
        <a:xfrm>
          <a:off x="0" y="0"/>
          <a:ext cx="0" cy="0"/>
          <a:chOff x="0" y="0"/>
          <a:chExt cx="0" cy="0"/>
        </a:xfrm>
      </p:grpSpPr>
      <p:sp>
        <p:nvSpPr>
          <p:cNvPr id="917" name="Google Shape;917;p13"/>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p:txBody>
      </p:sp>
      <p:sp>
        <p:nvSpPr>
          <p:cNvPr id="918" name="Google Shape;918;p13"/>
          <p:cNvSpPr txBox="1"/>
          <p:nvPr>
            <p:ph idx="2" type="title"/>
          </p:nvPr>
        </p:nvSpPr>
        <p:spPr>
          <a:xfrm>
            <a:off x="2131850" y="1707300"/>
            <a:ext cx="21096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19" name="Google Shape;919;p13"/>
          <p:cNvSpPr txBox="1"/>
          <p:nvPr>
            <p:ph idx="1" type="subTitle"/>
          </p:nvPr>
        </p:nvSpPr>
        <p:spPr>
          <a:xfrm>
            <a:off x="2131850" y="2129781"/>
            <a:ext cx="2109600" cy="61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0" name="Google Shape;920;p13"/>
          <p:cNvSpPr txBox="1"/>
          <p:nvPr>
            <p:ph idx="3" type="title"/>
          </p:nvPr>
        </p:nvSpPr>
        <p:spPr>
          <a:xfrm>
            <a:off x="5792350" y="1707300"/>
            <a:ext cx="21096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21" name="Google Shape;921;p13"/>
          <p:cNvSpPr txBox="1"/>
          <p:nvPr>
            <p:ph idx="4" type="subTitle"/>
          </p:nvPr>
        </p:nvSpPr>
        <p:spPr>
          <a:xfrm>
            <a:off x="5792350" y="2129781"/>
            <a:ext cx="2109600" cy="61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2" name="Google Shape;922;p13"/>
          <p:cNvSpPr txBox="1"/>
          <p:nvPr>
            <p:ph idx="5" type="title"/>
          </p:nvPr>
        </p:nvSpPr>
        <p:spPr>
          <a:xfrm>
            <a:off x="2131850" y="2954144"/>
            <a:ext cx="21096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23" name="Google Shape;923;p13"/>
          <p:cNvSpPr txBox="1"/>
          <p:nvPr>
            <p:ph idx="6" type="subTitle"/>
          </p:nvPr>
        </p:nvSpPr>
        <p:spPr>
          <a:xfrm>
            <a:off x="2131850" y="3376625"/>
            <a:ext cx="2109600" cy="61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4" name="Google Shape;924;p13"/>
          <p:cNvSpPr txBox="1"/>
          <p:nvPr>
            <p:ph idx="7" type="title"/>
          </p:nvPr>
        </p:nvSpPr>
        <p:spPr>
          <a:xfrm>
            <a:off x="5792350" y="2954144"/>
            <a:ext cx="21096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25" name="Google Shape;925;p13"/>
          <p:cNvSpPr txBox="1"/>
          <p:nvPr>
            <p:ph idx="8" type="subTitle"/>
          </p:nvPr>
        </p:nvSpPr>
        <p:spPr>
          <a:xfrm>
            <a:off x="5792350" y="3376626"/>
            <a:ext cx="2109600" cy="61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6" name="Google Shape;926;p13"/>
          <p:cNvSpPr txBox="1"/>
          <p:nvPr>
            <p:ph hasCustomPrompt="1" idx="9" type="title"/>
          </p:nvPr>
        </p:nvSpPr>
        <p:spPr>
          <a:xfrm>
            <a:off x="1242350" y="1951588"/>
            <a:ext cx="813300" cy="480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4800"/>
              <a:buNone/>
              <a:defRPr sz="3000"/>
            </a:lvl1pPr>
            <a:lvl2pPr lvl="1" rtl="0" algn="ctr">
              <a:spcBef>
                <a:spcPts val="0"/>
              </a:spcBef>
              <a:spcAft>
                <a:spcPts val="0"/>
              </a:spcAft>
              <a:buClr>
                <a:schemeClr val="accent4"/>
              </a:buClr>
              <a:buSzPts val="4800"/>
              <a:buNone/>
              <a:defRPr sz="4800">
                <a:solidFill>
                  <a:schemeClr val="accent4"/>
                </a:solidFill>
              </a:defRPr>
            </a:lvl2pPr>
            <a:lvl3pPr lvl="2" rtl="0" algn="ctr">
              <a:spcBef>
                <a:spcPts val="0"/>
              </a:spcBef>
              <a:spcAft>
                <a:spcPts val="0"/>
              </a:spcAft>
              <a:buClr>
                <a:schemeClr val="accent4"/>
              </a:buClr>
              <a:buSzPts val="4800"/>
              <a:buNone/>
              <a:defRPr sz="4800">
                <a:solidFill>
                  <a:schemeClr val="accent4"/>
                </a:solidFill>
              </a:defRPr>
            </a:lvl3pPr>
            <a:lvl4pPr lvl="3" rtl="0" algn="ctr">
              <a:spcBef>
                <a:spcPts val="0"/>
              </a:spcBef>
              <a:spcAft>
                <a:spcPts val="0"/>
              </a:spcAft>
              <a:buClr>
                <a:schemeClr val="accent4"/>
              </a:buClr>
              <a:buSzPts val="4800"/>
              <a:buNone/>
              <a:defRPr sz="4800">
                <a:solidFill>
                  <a:schemeClr val="accent4"/>
                </a:solidFill>
              </a:defRPr>
            </a:lvl4pPr>
            <a:lvl5pPr lvl="4" rtl="0" algn="ctr">
              <a:spcBef>
                <a:spcPts val="0"/>
              </a:spcBef>
              <a:spcAft>
                <a:spcPts val="0"/>
              </a:spcAft>
              <a:buClr>
                <a:schemeClr val="accent4"/>
              </a:buClr>
              <a:buSzPts val="4800"/>
              <a:buNone/>
              <a:defRPr sz="4800">
                <a:solidFill>
                  <a:schemeClr val="accent4"/>
                </a:solidFill>
              </a:defRPr>
            </a:lvl5pPr>
            <a:lvl6pPr lvl="5" rtl="0" algn="ctr">
              <a:spcBef>
                <a:spcPts val="0"/>
              </a:spcBef>
              <a:spcAft>
                <a:spcPts val="0"/>
              </a:spcAft>
              <a:buClr>
                <a:schemeClr val="accent4"/>
              </a:buClr>
              <a:buSzPts val="4800"/>
              <a:buNone/>
              <a:defRPr sz="4800">
                <a:solidFill>
                  <a:schemeClr val="accent4"/>
                </a:solidFill>
              </a:defRPr>
            </a:lvl6pPr>
            <a:lvl7pPr lvl="6" rtl="0" algn="ctr">
              <a:spcBef>
                <a:spcPts val="0"/>
              </a:spcBef>
              <a:spcAft>
                <a:spcPts val="0"/>
              </a:spcAft>
              <a:buClr>
                <a:schemeClr val="accent4"/>
              </a:buClr>
              <a:buSzPts val="4800"/>
              <a:buNone/>
              <a:defRPr sz="4800">
                <a:solidFill>
                  <a:schemeClr val="accent4"/>
                </a:solidFill>
              </a:defRPr>
            </a:lvl7pPr>
            <a:lvl8pPr lvl="7" rtl="0" algn="ctr">
              <a:spcBef>
                <a:spcPts val="0"/>
              </a:spcBef>
              <a:spcAft>
                <a:spcPts val="0"/>
              </a:spcAft>
              <a:buClr>
                <a:schemeClr val="accent4"/>
              </a:buClr>
              <a:buSzPts val="4800"/>
              <a:buNone/>
              <a:defRPr sz="4800">
                <a:solidFill>
                  <a:schemeClr val="accent4"/>
                </a:solidFill>
              </a:defRPr>
            </a:lvl8pPr>
            <a:lvl9pPr lvl="8" rtl="0" algn="ctr">
              <a:spcBef>
                <a:spcPts val="0"/>
              </a:spcBef>
              <a:spcAft>
                <a:spcPts val="0"/>
              </a:spcAft>
              <a:buClr>
                <a:schemeClr val="accent4"/>
              </a:buClr>
              <a:buSzPts val="4800"/>
              <a:buNone/>
              <a:defRPr sz="4800">
                <a:solidFill>
                  <a:schemeClr val="accent4"/>
                </a:solidFill>
              </a:defRPr>
            </a:lvl9pPr>
          </a:lstStyle>
          <a:p>
            <a:r>
              <a:t>xx%</a:t>
            </a:r>
          </a:p>
        </p:txBody>
      </p:sp>
      <p:sp>
        <p:nvSpPr>
          <p:cNvPr id="927" name="Google Shape;927;p13"/>
          <p:cNvSpPr txBox="1"/>
          <p:nvPr>
            <p:ph hasCustomPrompt="1" idx="13" type="title"/>
          </p:nvPr>
        </p:nvSpPr>
        <p:spPr>
          <a:xfrm>
            <a:off x="1242050" y="3235750"/>
            <a:ext cx="813900" cy="484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4800"/>
              <a:buNone/>
              <a:defRPr sz="3000"/>
            </a:lvl1pPr>
            <a:lvl2pPr lvl="1" rtl="0" algn="ctr">
              <a:spcBef>
                <a:spcPts val="0"/>
              </a:spcBef>
              <a:spcAft>
                <a:spcPts val="0"/>
              </a:spcAft>
              <a:buClr>
                <a:schemeClr val="accent4"/>
              </a:buClr>
              <a:buSzPts val="4800"/>
              <a:buNone/>
              <a:defRPr sz="4800">
                <a:solidFill>
                  <a:schemeClr val="accent4"/>
                </a:solidFill>
              </a:defRPr>
            </a:lvl2pPr>
            <a:lvl3pPr lvl="2" rtl="0" algn="ctr">
              <a:spcBef>
                <a:spcPts val="0"/>
              </a:spcBef>
              <a:spcAft>
                <a:spcPts val="0"/>
              </a:spcAft>
              <a:buClr>
                <a:schemeClr val="accent4"/>
              </a:buClr>
              <a:buSzPts val="4800"/>
              <a:buNone/>
              <a:defRPr sz="4800">
                <a:solidFill>
                  <a:schemeClr val="accent4"/>
                </a:solidFill>
              </a:defRPr>
            </a:lvl3pPr>
            <a:lvl4pPr lvl="3" rtl="0" algn="ctr">
              <a:spcBef>
                <a:spcPts val="0"/>
              </a:spcBef>
              <a:spcAft>
                <a:spcPts val="0"/>
              </a:spcAft>
              <a:buClr>
                <a:schemeClr val="accent4"/>
              </a:buClr>
              <a:buSzPts val="4800"/>
              <a:buNone/>
              <a:defRPr sz="4800">
                <a:solidFill>
                  <a:schemeClr val="accent4"/>
                </a:solidFill>
              </a:defRPr>
            </a:lvl4pPr>
            <a:lvl5pPr lvl="4" rtl="0" algn="ctr">
              <a:spcBef>
                <a:spcPts val="0"/>
              </a:spcBef>
              <a:spcAft>
                <a:spcPts val="0"/>
              </a:spcAft>
              <a:buClr>
                <a:schemeClr val="accent4"/>
              </a:buClr>
              <a:buSzPts val="4800"/>
              <a:buNone/>
              <a:defRPr sz="4800">
                <a:solidFill>
                  <a:schemeClr val="accent4"/>
                </a:solidFill>
              </a:defRPr>
            </a:lvl5pPr>
            <a:lvl6pPr lvl="5" rtl="0" algn="ctr">
              <a:spcBef>
                <a:spcPts val="0"/>
              </a:spcBef>
              <a:spcAft>
                <a:spcPts val="0"/>
              </a:spcAft>
              <a:buClr>
                <a:schemeClr val="accent4"/>
              </a:buClr>
              <a:buSzPts val="4800"/>
              <a:buNone/>
              <a:defRPr sz="4800">
                <a:solidFill>
                  <a:schemeClr val="accent4"/>
                </a:solidFill>
              </a:defRPr>
            </a:lvl6pPr>
            <a:lvl7pPr lvl="6" rtl="0" algn="ctr">
              <a:spcBef>
                <a:spcPts val="0"/>
              </a:spcBef>
              <a:spcAft>
                <a:spcPts val="0"/>
              </a:spcAft>
              <a:buClr>
                <a:schemeClr val="accent4"/>
              </a:buClr>
              <a:buSzPts val="4800"/>
              <a:buNone/>
              <a:defRPr sz="4800">
                <a:solidFill>
                  <a:schemeClr val="accent4"/>
                </a:solidFill>
              </a:defRPr>
            </a:lvl7pPr>
            <a:lvl8pPr lvl="7" rtl="0" algn="ctr">
              <a:spcBef>
                <a:spcPts val="0"/>
              </a:spcBef>
              <a:spcAft>
                <a:spcPts val="0"/>
              </a:spcAft>
              <a:buClr>
                <a:schemeClr val="accent4"/>
              </a:buClr>
              <a:buSzPts val="4800"/>
              <a:buNone/>
              <a:defRPr sz="4800">
                <a:solidFill>
                  <a:schemeClr val="accent4"/>
                </a:solidFill>
              </a:defRPr>
            </a:lvl8pPr>
            <a:lvl9pPr lvl="8" rtl="0" algn="ctr">
              <a:spcBef>
                <a:spcPts val="0"/>
              </a:spcBef>
              <a:spcAft>
                <a:spcPts val="0"/>
              </a:spcAft>
              <a:buClr>
                <a:schemeClr val="accent4"/>
              </a:buClr>
              <a:buSzPts val="4800"/>
              <a:buNone/>
              <a:defRPr sz="4800">
                <a:solidFill>
                  <a:schemeClr val="accent4"/>
                </a:solidFill>
              </a:defRPr>
            </a:lvl9pPr>
          </a:lstStyle>
          <a:p>
            <a:r>
              <a:t>xx%</a:t>
            </a:r>
          </a:p>
        </p:txBody>
      </p:sp>
      <p:sp>
        <p:nvSpPr>
          <p:cNvPr id="928" name="Google Shape;928;p13"/>
          <p:cNvSpPr txBox="1"/>
          <p:nvPr>
            <p:ph hasCustomPrompt="1" idx="14" type="title"/>
          </p:nvPr>
        </p:nvSpPr>
        <p:spPr>
          <a:xfrm>
            <a:off x="4902258" y="1949763"/>
            <a:ext cx="813900" cy="484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4800"/>
              <a:buNone/>
              <a:defRPr sz="3000"/>
            </a:lvl1pPr>
            <a:lvl2pPr lvl="1" rtl="0" algn="ctr">
              <a:spcBef>
                <a:spcPts val="0"/>
              </a:spcBef>
              <a:spcAft>
                <a:spcPts val="0"/>
              </a:spcAft>
              <a:buClr>
                <a:schemeClr val="accent4"/>
              </a:buClr>
              <a:buSzPts val="4800"/>
              <a:buNone/>
              <a:defRPr sz="4800">
                <a:solidFill>
                  <a:schemeClr val="accent4"/>
                </a:solidFill>
              </a:defRPr>
            </a:lvl2pPr>
            <a:lvl3pPr lvl="2" rtl="0" algn="ctr">
              <a:spcBef>
                <a:spcPts val="0"/>
              </a:spcBef>
              <a:spcAft>
                <a:spcPts val="0"/>
              </a:spcAft>
              <a:buClr>
                <a:schemeClr val="accent4"/>
              </a:buClr>
              <a:buSzPts val="4800"/>
              <a:buNone/>
              <a:defRPr sz="4800">
                <a:solidFill>
                  <a:schemeClr val="accent4"/>
                </a:solidFill>
              </a:defRPr>
            </a:lvl3pPr>
            <a:lvl4pPr lvl="3" rtl="0" algn="ctr">
              <a:spcBef>
                <a:spcPts val="0"/>
              </a:spcBef>
              <a:spcAft>
                <a:spcPts val="0"/>
              </a:spcAft>
              <a:buClr>
                <a:schemeClr val="accent4"/>
              </a:buClr>
              <a:buSzPts val="4800"/>
              <a:buNone/>
              <a:defRPr sz="4800">
                <a:solidFill>
                  <a:schemeClr val="accent4"/>
                </a:solidFill>
              </a:defRPr>
            </a:lvl4pPr>
            <a:lvl5pPr lvl="4" rtl="0" algn="ctr">
              <a:spcBef>
                <a:spcPts val="0"/>
              </a:spcBef>
              <a:spcAft>
                <a:spcPts val="0"/>
              </a:spcAft>
              <a:buClr>
                <a:schemeClr val="accent4"/>
              </a:buClr>
              <a:buSzPts val="4800"/>
              <a:buNone/>
              <a:defRPr sz="4800">
                <a:solidFill>
                  <a:schemeClr val="accent4"/>
                </a:solidFill>
              </a:defRPr>
            </a:lvl5pPr>
            <a:lvl6pPr lvl="5" rtl="0" algn="ctr">
              <a:spcBef>
                <a:spcPts val="0"/>
              </a:spcBef>
              <a:spcAft>
                <a:spcPts val="0"/>
              </a:spcAft>
              <a:buClr>
                <a:schemeClr val="accent4"/>
              </a:buClr>
              <a:buSzPts val="4800"/>
              <a:buNone/>
              <a:defRPr sz="4800">
                <a:solidFill>
                  <a:schemeClr val="accent4"/>
                </a:solidFill>
              </a:defRPr>
            </a:lvl6pPr>
            <a:lvl7pPr lvl="6" rtl="0" algn="ctr">
              <a:spcBef>
                <a:spcPts val="0"/>
              </a:spcBef>
              <a:spcAft>
                <a:spcPts val="0"/>
              </a:spcAft>
              <a:buClr>
                <a:schemeClr val="accent4"/>
              </a:buClr>
              <a:buSzPts val="4800"/>
              <a:buNone/>
              <a:defRPr sz="4800">
                <a:solidFill>
                  <a:schemeClr val="accent4"/>
                </a:solidFill>
              </a:defRPr>
            </a:lvl7pPr>
            <a:lvl8pPr lvl="7" rtl="0" algn="ctr">
              <a:spcBef>
                <a:spcPts val="0"/>
              </a:spcBef>
              <a:spcAft>
                <a:spcPts val="0"/>
              </a:spcAft>
              <a:buClr>
                <a:schemeClr val="accent4"/>
              </a:buClr>
              <a:buSzPts val="4800"/>
              <a:buNone/>
              <a:defRPr sz="4800">
                <a:solidFill>
                  <a:schemeClr val="accent4"/>
                </a:solidFill>
              </a:defRPr>
            </a:lvl8pPr>
            <a:lvl9pPr lvl="8" rtl="0" algn="ctr">
              <a:spcBef>
                <a:spcPts val="0"/>
              </a:spcBef>
              <a:spcAft>
                <a:spcPts val="0"/>
              </a:spcAft>
              <a:buClr>
                <a:schemeClr val="accent4"/>
              </a:buClr>
              <a:buSzPts val="4800"/>
              <a:buNone/>
              <a:defRPr sz="4800">
                <a:solidFill>
                  <a:schemeClr val="accent4"/>
                </a:solidFill>
              </a:defRPr>
            </a:lvl9pPr>
          </a:lstStyle>
          <a:p>
            <a:r>
              <a:t>xx%</a:t>
            </a:r>
          </a:p>
        </p:txBody>
      </p:sp>
      <p:sp>
        <p:nvSpPr>
          <p:cNvPr id="929" name="Google Shape;929;p13"/>
          <p:cNvSpPr txBox="1"/>
          <p:nvPr>
            <p:ph hasCustomPrompt="1" idx="15" type="title"/>
          </p:nvPr>
        </p:nvSpPr>
        <p:spPr>
          <a:xfrm>
            <a:off x="4902258" y="3238663"/>
            <a:ext cx="813900" cy="484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4800"/>
              <a:buNone/>
              <a:defRPr sz="3000"/>
            </a:lvl1pPr>
            <a:lvl2pPr lvl="1" rtl="0" algn="ctr">
              <a:spcBef>
                <a:spcPts val="0"/>
              </a:spcBef>
              <a:spcAft>
                <a:spcPts val="0"/>
              </a:spcAft>
              <a:buClr>
                <a:schemeClr val="accent4"/>
              </a:buClr>
              <a:buSzPts val="4800"/>
              <a:buNone/>
              <a:defRPr sz="4800">
                <a:solidFill>
                  <a:schemeClr val="accent4"/>
                </a:solidFill>
              </a:defRPr>
            </a:lvl2pPr>
            <a:lvl3pPr lvl="2" rtl="0" algn="ctr">
              <a:spcBef>
                <a:spcPts val="0"/>
              </a:spcBef>
              <a:spcAft>
                <a:spcPts val="0"/>
              </a:spcAft>
              <a:buClr>
                <a:schemeClr val="accent4"/>
              </a:buClr>
              <a:buSzPts val="4800"/>
              <a:buNone/>
              <a:defRPr sz="4800">
                <a:solidFill>
                  <a:schemeClr val="accent4"/>
                </a:solidFill>
              </a:defRPr>
            </a:lvl3pPr>
            <a:lvl4pPr lvl="3" rtl="0" algn="ctr">
              <a:spcBef>
                <a:spcPts val="0"/>
              </a:spcBef>
              <a:spcAft>
                <a:spcPts val="0"/>
              </a:spcAft>
              <a:buClr>
                <a:schemeClr val="accent4"/>
              </a:buClr>
              <a:buSzPts val="4800"/>
              <a:buNone/>
              <a:defRPr sz="4800">
                <a:solidFill>
                  <a:schemeClr val="accent4"/>
                </a:solidFill>
              </a:defRPr>
            </a:lvl4pPr>
            <a:lvl5pPr lvl="4" rtl="0" algn="ctr">
              <a:spcBef>
                <a:spcPts val="0"/>
              </a:spcBef>
              <a:spcAft>
                <a:spcPts val="0"/>
              </a:spcAft>
              <a:buClr>
                <a:schemeClr val="accent4"/>
              </a:buClr>
              <a:buSzPts val="4800"/>
              <a:buNone/>
              <a:defRPr sz="4800">
                <a:solidFill>
                  <a:schemeClr val="accent4"/>
                </a:solidFill>
              </a:defRPr>
            </a:lvl5pPr>
            <a:lvl6pPr lvl="5" rtl="0" algn="ctr">
              <a:spcBef>
                <a:spcPts val="0"/>
              </a:spcBef>
              <a:spcAft>
                <a:spcPts val="0"/>
              </a:spcAft>
              <a:buClr>
                <a:schemeClr val="accent4"/>
              </a:buClr>
              <a:buSzPts val="4800"/>
              <a:buNone/>
              <a:defRPr sz="4800">
                <a:solidFill>
                  <a:schemeClr val="accent4"/>
                </a:solidFill>
              </a:defRPr>
            </a:lvl6pPr>
            <a:lvl7pPr lvl="6" rtl="0" algn="ctr">
              <a:spcBef>
                <a:spcPts val="0"/>
              </a:spcBef>
              <a:spcAft>
                <a:spcPts val="0"/>
              </a:spcAft>
              <a:buClr>
                <a:schemeClr val="accent4"/>
              </a:buClr>
              <a:buSzPts val="4800"/>
              <a:buNone/>
              <a:defRPr sz="4800">
                <a:solidFill>
                  <a:schemeClr val="accent4"/>
                </a:solidFill>
              </a:defRPr>
            </a:lvl7pPr>
            <a:lvl8pPr lvl="7" rtl="0" algn="ctr">
              <a:spcBef>
                <a:spcPts val="0"/>
              </a:spcBef>
              <a:spcAft>
                <a:spcPts val="0"/>
              </a:spcAft>
              <a:buClr>
                <a:schemeClr val="accent4"/>
              </a:buClr>
              <a:buSzPts val="4800"/>
              <a:buNone/>
              <a:defRPr sz="4800">
                <a:solidFill>
                  <a:schemeClr val="accent4"/>
                </a:solidFill>
              </a:defRPr>
            </a:lvl8pPr>
            <a:lvl9pPr lvl="8" rtl="0" algn="ctr">
              <a:spcBef>
                <a:spcPts val="0"/>
              </a:spcBef>
              <a:spcAft>
                <a:spcPts val="0"/>
              </a:spcAft>
              <a:buClr>
                <a:schemeClr val="accent4"/>
              </a:buClr>
              <a:buSzPts val="4800"/>
              <a:buNone/>
              <a:defRPr sz="4800">
                <a:solidFill>
                  <a:schemeClr val="accent4"/>
                </a:solidFill>
              </a:defRPr>
            </a:lvl9pPr>
          </a:lstStyle>
          <a:p>
            <a:r>
              <a:t>xx%</a:t>
            </a:r>
          </a:p>
        </p:txBody>
      </p:sp>
      <p:pic>
        <p:nvPicPr>
          <p:cNvPr id="930" name="Google Shape;930;p13"/>
          <p:cNvPicPr preferRelativeResize="0"/>
          <p:nvPr/>
        </p:nvPicPr>
        <p:blipFill>
          <a:blip r:embed="rId2">
            <a:alphaModFix/>
          </a:blip>
          <a:stretch>
            <a:fillRect/>
          </a:stretch>
        </p:blipFill>
        <p:spPr>
          <a:xfrm flipH="1">
            <a:off x="-1537325" y="3653261"/>
            <a:ext cx="2885125" cy="1921485"/>
          </a:xfrm>
          <a:prstGeom prst="rect">
            <a:avLst/>
          </a:prstGeom>
          <a:noFill/>
          <a:ln>
            <a:noFill/>
          </a:ln>
        </p:spPr>
      </p:pic>
      <p:grpSp>
        <p:nvGrpSpPr>
          <p:cNvPr id="931" name="Google Shape;931;p13"/>
          <p:cNvGrpSpPr/>
          <p:nvPr/>
        </p:nvGrpSpPr>
        <p:grpSpPr>
          <a:xfrm rot="5400000">
            <a:off x="-1082747" y="1310115"/>
            <a:ext cx="2227588" cy="726522"/>
            <a:chOff x="3857800" y="1143286"/>
            <a:chExt cx="1039375" cy="338989"/>
          </a:xfrm>
        </p:grpSpPr>
        <p:sp>
          <p:nvSpPr>
            <p:cNvPr id="932" name="Google Shape;932;p13"/>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3"/>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3"/>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3"/>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3"/>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3"/>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3"/>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3"/>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3"/>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3"/>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3"/>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3"/>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3"/>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3"/>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3"/>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3"/>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3"/>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3"/>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3"/>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3"/>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3"/>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3"/>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3"/>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3"/>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3"/>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3"/>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3"/>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3"/>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3"/>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3"/>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13"/>
          <p:cNvGrpSpPr/>
          <p:nvPr/>
        </p:nvGrpSpPr>
        <p:grpSpPr>
          <a:xfrm flipH="1">
            <a:off x="8430779" y="791666"/>
            <a:ext cx="2227588" cy="726522"/>
            <a:chOff x="3620725" y="372750"/>
            <a:chExt cx="1039375" cy="338989"/>
          </a:xfrm>
        </p:grpSpPr>
        <p:sp>
          <p:nvSpPr>
            <p:cNvPr id="963" name="Google Shape;963;p13"/>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3"/>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13"/>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3"/>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3"/>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3"/>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3"/>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3"/>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3"/>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3"/>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3"/>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3"/>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3"/>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3"/>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3"/>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3"/>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3"/>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3"/>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3"/>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3"/>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3"/>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3"/>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3"/>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3"/>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3"/>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3"/>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3"/>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3"/>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3"/>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3"/>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3"/>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3"/>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3"/>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 name="Google Shape;996;p13"/>
          <p:cNvSpPr/>
          <p:nvPr/>
        </p:nvSpPr>
        <p:spPr>
          <a:xfrm rot="8403335">
            <a:off x="-394847" y="-476389"/>
            <a:ext cx="1410650" cy="1410650"/>
          </a:xfrm>
          <a:prstGeom prst="blockArc">
            <a:avLst>
              <a:gd fmla="val 10800000" name="adj1"/>
              <a:gd fmla="val 138617" name="adj2"/>
              <a:gd fmla="val 21120"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3"/>
          <p:cNvSpPr/>
          <p:nvPr/>
        </p:nvSpPr>
        <p:spPr>
          <a:xfrm>
            <a:off x="-395376" y="-217925"/>
            <a:ext cx="1331400" cy="1331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 name="Google Shape;998;p13"/>
          <p:cNvGrpSpPr/>
          <p:nvPr/>
        </p:nvGrpSpPr>
        <p:grpSpPr>
          <a:xfrm>
            <a:off x="7753454" y="-41534"/>
            <a:ext cx="2227588" cy="726522"/>
            <a:chOff x="3620725" y="372750"/>
            <a:chExt cx="1039375" cy="338989"/>
          </a:xfrm>
        </p:grpSpPr>
        <p:sp>
          <p:nvSpPr>
            <p:cNvPr id="999" name="Google Shape;999;p13"/>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3"/>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3"/>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3"/>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3"/>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3"/>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3"/>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3"/>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3"/>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3"/>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3"/>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3"/>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3"/>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3"/>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3"/>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3"/>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3"/>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3"/>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3"/>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3"/>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3"/>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3"/>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3"/>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3"/>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3"/>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3"/>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3"/>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3"/>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3"/>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3"/>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3"/>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3"/>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3"/>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3"/>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3"/>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3"/>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3"/>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36" name="Google Shape;1036;p13"/>
          <p:cNvPicPr preferRelativeResize="0"/>
          <p:nvPr/>
        </p:nvPicPr>
        <p:blipFill>
          <a:blip r:embed="rId3">
            <a:alphaModFix/>
          </a:blip>
          <a:stretch>
            <a:fillRect/>
          </a:stretch>
        </p:blipFill>
        <p:spPr>
          <a:xfrm>
            <a:off x="118850" y="3899975"/>
            <a:ext cx="1041075" cy="1090000"/>
          </a:xfrm>
          <a:prstGeom prst="rect">
            <a:avLst/>
          </a:prstGeom>
          <a:noFill/>
          <a:ln>
            <a:noFill/>
          </a:ln>
        </p:spPr>
      </p:pic>
      <p:grpSp>
        <p:nvGrpSpPr>
          <p:cNvPr id="1037" name="Google Shape;1037;p13"/>
          <p:cNvGrpSpPr/>
          <p:nvPr/>
        </p:nvGrpSpPr>
        <p:grpSpPr>
          <a:xfrm>
            <a:off x="782362" y="4049869"/>
            <a:ext cx="317072" cy="126020"/>
            <a:chOff x="4481802" y="1143286"/>
            <a:chExt cx="147943" cy="58800"/>
          </a:xfrm>
        </p:grpSpPr>
        <p:sp>
          <p:nvSpPr>
            <p:cNvPr id="1038" name="Google Shape;1038;p13"/>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3"/>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13"/>
          <p:cNvGrpSpPr/>
          <p:nvPr/>
        </p:nvGrpSpPr>
        <p:grpSpPr>
          <a:xfrm>
            <a:off x="4850553" y="4656385"/>
            <a:ext cx="2227589" cy="726958"/>
            <a:chOff x="6972150" y="711750"/>
            <a:chExt cx="1039375" cy="339193"/>
          </a:xfrm>
        </p:grpSpPr>
        <p:sp>
          <p:nvSpPr>
            <p:cNvPr id="1041" name="Google Shape;1041;p13"/>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3"/>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3"/>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3"/>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3"/>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3"/>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3"/>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3"/>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3"/>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3"/>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3"/>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3"/>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3"/>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3"/>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13"/>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3"/>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3"/>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3"/>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3"/>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3"/>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3"/>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13"/>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13"/>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3"/>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13"/>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13"/>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3"/>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3"/>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3"/>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3"/>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3"/>
            <p:cNvSpPr/>
            <p:nvPr/>
          </p:nvSpPr>
          <p:spPr>
            <a:xfrm>
              <a:off x="6972150"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72" name="Google Shape;1072;p13"/>
          <p:cNvPicPr preferRelativeResize="0"/>
          <p:nvPr/>
        </p:nvPicPr>
        <p:blipFill>
          <a:blip r:embed="rId4">
            <a:alphaModFix/>
          </a:blip>
          <a:stretch>
            <a:fillRect/>
          </a:stretch>
        </p:blipFill>
        <p:spPr>
          <a:xfrm>
            <a:off x="7871775" y="280525"/>
            <a:ext cx="923250" cy="1217750"/>
          </a:xfrm>
          <a:prstGeom prst="rect">
            <a:avLst/>
          </a:prstGeom>
          <a:noFill/>
          <a:ln>
            <a:noFill/>
          </a:ln>
        </p:spPr>
      </p:pic>
      <p:sp>
        <p:nvSpPr>
          <p:cNvPr id="1073" name="Google Shape;1073;p13"/>
          <p:cNvSpPr/>
          <p:nvPr/>
        </p:nvSpPr>
        <p:spPr>
          <a:xfrm rot="999904">
            <a:off x="3358951" y="4439227"/>
            <a:ext cx="2408148" cy="2408148"/>
          </a:xfrm>
          <a:prstGeom prst="blockArc">
            <a:avLst>
              <a:gd fmla="val 10800000" name="adj1"/>
              <a:gd fmla="val 122097" name="adj2"/>
              <a:gd fmla="val 15519"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_1">
    <p:spTree>
      <p:nvGrpSpPr>
        <p:cNvPr id="1074" name="Shape 1074"/>
        <p:cNvGrpSpPr/>
        <p:nvPr/>
      </p:nvGrpSpPr>
      <p:grpSpPr>
        <a:xfrm>
          <a:off x="0" y="0"/>
          <a:ext cx="0" cy="0"/>
          <a:chOff x="0" y="0"/>
          <a:chExt cx="0" cy="0"/>
        </a:xfrm>
      </p:grpSpPr>
      <p:sp>
        <p:nvSpPr>
          <p:cNvPr id="1075" name="Google Shape;1075;p14"/>
          <p:cNvSpPr txBox="1"/>
          <p:nvPr>
            <p:ph type="title"/>
          </p:nvPr>
        </p:nvSpPr>
        <p:spPr>
          <a:xfrm>
            <a:off x="1000772" y="2773363"/>
            <a:ext cx="3567600" cy="923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76" name="Google Shape;1076;p14"/>
          <p:cNvSpPr txBox="1"/>
          <p:nvPr>
            <p:ph hasCustomPrompt="1" idx="2" type="title"/>
          </p:nvPr>
        </p:nvSpPr>
        <p:spPr>
          <a:xfrm>
            <a:off x="2160366" y="1306338"/>
            <a:ext cx="1248300" cy="91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2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77" name="Google Shape;1077;p14"/>
          <p:cNvSpPr txBox="1"/>
          <p:nvPr>
            <p:ph idx="1" type="subTitle"/>
          </p:nvPr>
        </p:nvSpPr>
        <p:spPr>
          <a:xfrm>
            <a:off x="1410216" y="3586944"/>
            <a:ext cx="27486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8" name="Google Shape;1078;p14"/>
          <p:cNvSpPr/>
          <p:nvPr/>
        </p:nvSpPr>
        <p:spPr>
          <a:xfrm>
            <a:off x="4902603" y="-760147"/>
            <a:ext cx="1602300" cy="1602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14"/>
          <p:cNvSpPr/>
          <p:nvPr/>
        </p:nvSpPr>
        <p:spPr>
          <a:xfrm flipH="1">
            <a:off x="-720049" y="-504550"/>
            <a:ext cx="1970400" cy="1970400"/>
          </a:xfrm>
          <a:prstGeom prst="blockArc">
            <a:avLst>
              <a:gd fmla="val 3139239" name="adj1"/>
              <a:gd fmla="val 14630311" name="adj2"/>
              <a:gd fmla="val 2349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4"/>
          <p:cNvSpPr/>
          <p:nvPr/>
        </p:nvSpPr>
        <p:spPr>
          <a:xfrm>
            <a:off x="-944548" y="147875"/>
            <a:ext cx="1843800" cy="1843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 name="Google Shape;1081;p14"/>
          <p:cNvGrpSpPr/>
          <p:nvPr/>
        </p:nvGrpSpPr>
        <p:grpSpPr>
          <a:xfrm flipH="1" rot="10800000">
            <a:off x="51449" y="2982274"/>
            <a:ext cx="526334" cy="2227568"/>
            <a:chOff x="9663874" y="1645892"/>
            <a:chExt cx="526334" cy="2227568"/>
          </a:xfrm>
        </p:grpSpPr>
        <p:sp>
          <p:nvSpPr>
            <p:cNvPr id="1082" name="Google Shape;1082;p14"/>
            <p:cNvSpPr/>
            <p:nvPr/>
          </p:nvSpPr>
          <p:spPr>
            <a:xfrm rot="5400000">
              <a:off x="10064208" y="3556408"/>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4"/>
            <p:cNvSpPr/>
            <p:nvPr/>
          </p:nvSpPr>
          <p:spPr>
            <a:xfrm rot="5400000">
              <a:off x="9864041" y="3747460"/>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4"/>
            <p:cNvSpPr/>
            <p:nvPr/>
          </p:nvSpPr>
          <p:spPr>
            <a:xfrm rot="5400000">
              <a:off x="9663874" y="3747460"/>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4"/>
            <p:cNvSpPr/>
            <p:nvPr/>
          </p:nvSpPr>
          <p:spPr>
            <a:xfrm rot="5400000">
              <a:off x="9864041" y="3365357"/>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4"/>
            <p:cNvSpPr/>
            <p:nvPr/>
          </p:nvSpPr>
          <p:spPr>
            <a:xfrm rot="5400000">
              <a:off x="9663874" y="3365357"/>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4"/>
            <p:cNvSpPr/>
            <p:nvPr/>
          </p:nvSpPr>
          <p:spPr>
            <a:xfrm rot="5400000">
              <a:off x="9864041" y="2983253"/>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4"/>
            <p:cNvSpPr/>
            <p:nvPr/>
          </p:nvSpPr>
          <p:spPr>
            <a:xfrm rot="5400000">
              <a:off x="9663874" y="2983253"/>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4"/>
            <p:cNvSpPr/>
            <p:nvPr/>
          </p:nvSpPr>
          <p:spPr>
            <a:xfrm rot="5400000">
              <a:off x="9864041" y="317430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4"/>
            <p:cNvSpPr/>
            <p:nvPr/>
          </p:nvSpPr>
          <p:spPr>
            <a:xfrm rot="5400000">
              <a:off x="9864041" y="2792202"/>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14"/>
            <p:cNvSpPr/>
            <p:nvPr/>
          </p:nvSpPr>
          <p:spPr>
            <a:xfrm rot="5400000">
              <a:off x="9663874" y="2792202"/>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14"/>
            <p:cNvSpPr/>
            <p:nvPr/>
          </p:nvSpPr>
          <p:spPr>
            <a:xfrm rot="5400000">
              <a:off x="10064208" y="2410098"/>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14"/>
            <p:cNvSpPr/>
            <p:nvPr/>
          </p:nvSpPr>
          <p:spPr>
            <a:xfrm rot="5400000">
              <a:off x="10064208" y="2601150"/>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4"/>
            <p:cNvSpPr/>
            <p:nvPr/>
          </p:nvSpPr>
          <p:spPr>
            <a:xfrm rot="5400000">
              <a:off x="9864041" y="2601150"/>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4"/>
            <p:cNvSpPr/>
            <p:nvPr/>
          </p:nvSpPr>
          <p:spPr>
            <a:xfrm rot="5400000">
              <a:off x="10064208" y="2219047"/>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4"/>
            <p:cNvSpPr/>
            <p:nvPr/>
          </p:nvSpPr>
          <p:spPr>
            <a:xfrm rot="5400000">
              <a:off x="9864041" y="2219047"/>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14"/>
            <p:cNvSpPr/>
            <p:nvPr/>
          </p:nvSpPr>
          <p:spPr>
            <a:xfrm rot="5400000">
              <a:off x="10064208" y="1836943"/>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4"/>
            <p:cNvSpPr/>
            <p:nvPr/>
          </p:nvSpPr>
          <p:spPr>
            <a:xfrm rot="5400000">
              <a:off x="9663874" y="1836943"/>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14"/>
            <p:cNvSpPr/>
            <p:nvPr/>
          </p:nvSpPr>
          <p:spPr>
            <a:xfrm rot="5400000">
              <a:off x="10064208" y="202799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14"/>
            <p:cNvSpPr/>
            <p:nvPr/>
          </p:nvSpPr>
          <p:spPr>
            <a:xfrm rot="5400000">
              <a:off x="9864041" y="202799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14"/>
            <p:cNvSpPr/>
            <p:nvPr/>
          </p:nvSpPr>
          <p:spPr>
            <a:xfrm rot="5400000">
              <a:off x="9663874" y="202799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14"/>
            <p:cNvSpPr/>
            <p:nvPr/>
          </p:nvSpPr>
          <p:spPr>
            <a:xfrm rot="5400000">
              <a:off x="10064208" y="1645892"/>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14"/>
            <p:cNvSpPr/>
            <p:nvPr/>
          </p:nvSpPr>
          <p:spPr>
            <a:xfrm rot="5400000">
              <a:off x="9864041" y="1645892"/>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14"/>
            <p:cNvSpPr/>
            <p:nvPr/>
          </p:nvSpPr>
          <p:spPr>
            <a:xfrm rot="5400000">
              <a:off x="9663874" y="1645892"/>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 name="Google Shape;1105;p14"/>
          <p:cNvSpPr/>
          <p:nvPr/>
        </p:nvSpPr>
        <p:spPr>
          <a:xfrm>
            <a:off x="5854026" y="386019"/>
            <a:ext cx="5011500" cy="5011500"/>
          </a:xfrm>
          <a:prstGeom prst="blockArc">
            <a:avLst>
              <a:gd fmla="val 3870717" name="adj1"/>
              <a:gd fmla="val 17792570" name="adj2"/>
              <a:gd fmla="val 694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4"/>
          <p:cNvSpPr/>
          <p:nvPr/>
        </p:nvSpPr>
        <p:spPr>
          <a:xfrm>
            <a:off x="5889126" y="254025"/>
            <a:ext cx="4348500" cy="4350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5">
    <p:spTree>
      <p:nvGrpSpPr>
        <p:cNvPr id="1107" name="Shape 1107"/>
        <p:cNvGrpSpPr/>
        <p:nvPr/>
      </p:nvGrpSpPr>
      <p:grpSpPr>
        <a:xfrm>
          <a:off x="0" y="0"/>
          <a:ext cx="0" cy="0"/>
          <a:chOff x="0" y="0"/>
          <a:chExt cx="0" cy="0"/>
        </a:xfrm>
      </p:grpSpPr>
      <p:sp>
        <p:nvSpPr>
          <p:cNvPr id="1108" name="Google Shape;1108;p15"/>
          <p:cNvSpPr txBox="1"/>
          <p:nvPr>
            <p:ph type="title"/>
          </p:nvPr>
        </p:nvSpPr>
        <p:spPr>
          <a:xfrm>
            <a:off x="713425" y="2785350"/>
            <a:ext cx="5532300" cy="5541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24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1109" name="Google Shape;1109;p15"/>
          <p:cNvSpPr txBox="1"/>
          <p:nvPr>
            <p:ph idx="1" type="subTitle"/>
          </p:nvPr>
        </p:nvSpPr>
        <p:spPr>
          <a:xfrm>
            <a:off x="713400" y="1220875"/>
            <a:ext cx="5532300" cy="1569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sz="30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110" name="Google Shape;1110;p15"/>
          <p:cNvGrpSpPr/>
          <p:nvPr/>
        </p:nvGrpSpPr>
        <p:grpSpPr>
          <a:xfrm>
            <a:off x="6790803" y="4327010"/>
            <a:ext cx="2227589" cy="726958"/>
            <a:chOff x="6972150" y="711750"/>
            <a:chExt cx="1039375" cy="339193"/>
          </a:xfrm>
        </p:grpSpPr>
        <p:sp>
          <p:nvSpPr>
            <p:cNvPr id="1111" name="Google Shape;1111;p15"/>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5"/>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5"/>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5"/>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5"/>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5"/>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5"/>
            <p:cNvSpPr/>
            <p:nvPr/>
          </p:nvSpPr>
          <p:spPr>
            <a:xfrm>
              <a:off x="6972150"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5"/>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15"/>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5"/>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15"/>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15"/>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5"/>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5"/>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5"/>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15"/>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15"/>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5"/>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15"/>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5"/>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15"/>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15"/>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15"/>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15"/>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15"/>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15"/>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15"/>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15"/>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15"/>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15"/>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15"/>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15"/>
            <p:cNvSpPr/>
            <p:nvPr/>
          </p:nvSpPr>
          <p:spPr>
            <a:xfrm>
              <a:off x="6972150"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15"/>
          <p:cNvGrpSpPr/>
          <p:nvPr/>
        </p:nvGrpSpPr>
        <p:grpSpPr>
          <a:xfrm flipH="1">
            <a:off x="7179080" y="606666"/>
            <a:ext cx="2227589" cy="1527191"/>
            <a:chOff x="5519300" y="372750"/>
            <a:chExt cx="1039375" cy="712575"/>
          </a:xfrm>
        </p:grpSpPr>
        <p:sp>
          <p:nvSpPr>
            <p:cNvPr id="1144" name="Google Shape;1144;p15"/>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15"/>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15"/>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5"/>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5"/>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5"/>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5"/>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5"/>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5"/>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15"/>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5"/>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15"/>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15"/>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5"/>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5"/>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5"/>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5"/>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5"/>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15"/>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5"/>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15"/>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15"/>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15"/>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15"/>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5"/>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15"/>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15"/>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15"/>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15"/>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15"/>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5"/>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5"/>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5"/>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5"/>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5"/>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15"/>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15"/>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5"/>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15"/>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15"/>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15"/>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15"/>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15"/>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15"/>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15"/>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15"/>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15"/>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15"/>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15"/>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15"/>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15"/>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15"/>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15"/>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15"/>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15"/>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15"/>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15"/>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15"/>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15"/>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15"/>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15"/>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15"/>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15"/>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15"/>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15"/>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15"/>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15"/>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 name="Google Shape;1211;p15"/>
          <p:cNvSpPr/>
          <p:nvPr/>
        </p:nvSpPr>
        <p:spPr>
          <a:xfrm flipH="1">
            <a:off x="-844101" y="4093890"/>
            <a:ext cx="1916700" cy="1916700"/>
          </a:xfrm>
          <a:prstGeom prst="blockArc">
            <a:avLst>
              <a:gd fmla="val 7189467" name="adj1"/>
              <a:gd fmla="val 18520015" name="adj2"/>
              <a:gd fmla="val 23038"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9">
    <p:spTree>
      <p:nvGrpSpPr>
        <p:cNvPr id="1212" name="Shape 1212"/>
        <p:cNvGrpSpPr/>
        <p:nvPr/>
      </p:nvGrpSpPr>
      <p:grpSpPr>
        <a:xfrm>
          <a:off x="0" y="0"/>
          <a:ext cx="0" cy="0"/>
          <a:chOff x="0" y="0"/>
          <a:chExt cx="0" cy="0"/>
        </a:xfrm>
      </p:grpSpPr>
      <p:sp>
        <p:nvSpPr>
          <p:cNvPr id="1213" name="Google Shape;1213;p16"/>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p:txBody>
      </p:sp>
      <p:grpSp>
        <p:nvGrpSpPr>
          <p:cNvPr id="1214" name="Google Shape;1214;p16"/>
          <p:cNvGrpSpPr/>
          <p:nvPr/>
        </p:nvGrpSpPr>
        <p:grpSpPr>
          <a:xfrm flipH="1" rot="-5400000">
            <a:off x="7821325" y="679905"/>
            <a:ext cx="2227588" cy="726522"/>
            <a:chOff x="3799000" y="1820400"/>
            <a:chExt cx="1039375" cy="338989"/>
          </a:xfrm>
        </p:grpSpPr>
        <p:sp>
          <p:nvSpPr>
            <p:cNvPr id="1215" name="Google Shape;1215;p16"/>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16"/>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16"/>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16"/>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16"/>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16"/>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16"/>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16"/>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16"/>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16"/>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16"/>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16"/>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16"/>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16"/>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6"/>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16"/>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6"/>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6"/>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6"/>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16"/>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16"/>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16"/>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16"/>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16"/>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6"/>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16"/>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16"/>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16"/>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16"/>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16"/>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16"/>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16"/>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16"/>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16"/>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16"/>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16"/>
          <p:cNvGrpSpPr/>
          <p:nvPr/>
        </p:nvGrpSpPr>
        <p:grpSpPr>
          <a:xfrm flipH="1">
            <a:off x="-1654513" y="2869728"/>
            <a:ext cx="2227589" cy="1527191"/>
            <a:chOff x="5519300" y="372750"/>
            <a:chExt cx="1039375" cy="712575"/>
          </a:xfrm>
        </p:grpSpPr>
        <p:sp>
          <p:nvSpPr>
            <p:cNvPr id="1251" name="Google Shape;1251;p16"/>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16"/>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16"/>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16"/>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16"/>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16"/>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16"/>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6"/>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6"/>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16"/>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6"/>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6"/>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6"/>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16"/>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16"/>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16"/>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6"/>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6"/>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6"/>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6"/>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6"/>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6"/>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6"/>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6"/>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6"/>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6"/>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6"/>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6"/>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6"/>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16"/>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16"/>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16"/>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6"/>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6"/>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6"/>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6"/>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6"/>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6"/>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6"/>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6"/>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16"/>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16"/>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6"/>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6"/>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6"/>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6"/>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16"/>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6"/>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6"/>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6"/>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16"/>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16"/>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16"/>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16"/>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16"/>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16"/>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6"/>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6"/>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6"/>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6"/>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6"/>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6"/>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6"/>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6"/>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6"/>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16"/>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6"/>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 name="Google Shape;1318;p16"/>
          <p:cNvSpPr/>
          <p:nvPr/>
        </p:nvSpPr>
        <p:spPr>
          <a:xfrm flipH="1" rot="899876">
            <a:off x="-1364959" y="4184160"/>
            <a:ext cx="2180581" cy="2180581"/>
          </a:xfrm>
          <a:prstGeom prst="blockArc">
            <a:avLst>
              <a:gd fmla="val 10010889" name="adj1"/>
              <a:gd fmla="val 18123158" name="adj2"/>
              <a:gd fmla="val 2994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6"/>
          <p:cNvSpPr/>
          <p:nvPr/>
        </p:nvSpPr>
        <p:spPr>
          <a:xfrm flipH="1">
            <a:off x="-850779" y="4573892"/>
            <a:ext cx="1658700" cy="1659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6"/>
          <p:cNvSpPr/>
          <p:nvPr/>
        </p:nvSpPr>
        <p:spPr>
          <a:xfrm>
            <a:off x="8681330" y="1443900"/>
            <a:ext cx="2670600" cy="2670600"/>
          </a:xfrm>
          <a:prstGeom prst="blockArc">
            <a:avLst>
              <a:gd fmla="val 5318277" name="adj1"/>
              <a:gd fmla="val 17376266" name="adj2"/>
              <a:gd fmla="val 8497"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6"/>
          <p:cNvSpPr/>
          <p:nvPr/>
        </p:nvSpPr>
        <p:spPr>
          <a:xfrm>
            <a:off x="8776832" y="1556676"/>
            <a:ext cx="1958400" cy="1959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6"/>
          <p:cNvSpPr/>
          <p:nvPr/>
        </p:nvSpPr>
        <p:spPr>
          <a:xfrm flipH="1" rot="3508339">
            <a:off x="-1727887" y="-2075610"/>
            <a:ext cx="2906424" cy="2906424"/>
          </a:xfrm>
          <a:prstGeom prst="blockArc">
            <a:avLst>
              <a:gd fmla="val 5318277" name="adj1"/>
              <a:gd fmla="val 17556576" name="adj2"/>
              <a:gd fmla="val 1575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spTree>
      <p:nvGrpSpPr>
        <p:cNvPr id="1323" name="Shape 1323"/>
        <p:cNvGrpSpPr/>
        <p:nvPr/>
      </p:nvGrpSpPr>
      <p:grpSpPr>
        <a:xfrm>
          <a:off x="0" y="0"/>
          <a:ext cx="0" cy="0"/>
          <a:chOff x="0" y="0"/>
          <a:chExt cx="0" cy="0"/>
        </a:xfrm>
      </p:grpSpPr>
      <p:sp>
        <p:nvSpPr>
          <p:cNvPr id="1324" name="Google Shape;1324;p17"/>
          <p:cNvSpPr txBox="1"/>
          <p:nvPr>
            <p:ph type="title"/>
          </p:nvPr>
        </p:nvSpPr>
        <p:spPr>
          <a:xfrm>
            <a:off x="4450946" y="1493550"/>
            <a:ext cx="3493200" cy="12930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7200"/>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p:txBody>
      </p:sp>
      <p:sp>
        <p:nvSpPr>
          <p:cNvPr id="1325" name="Google Shape;1325;p17"/>
          <p:cNvSpPr txBox="1"/>
          <p:nvPr>
            <p:ph idx="1" type="subTitle"/>
          </p:nvPr>
        </p:nvSpPr>
        <p:spPr>
          <a:xfrm>
            <a:off x="4450925" y="2634150"/>
            <a:ext cx="3493200" cy="101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6" name="Google Shape;1326;p17"/>
          <p:cNvSpPr/>
          <p:nvPr/>
        </p:nvSpPr>
        <p:spPr>
          <a:xfrm rot="-5400000">
            <a:off x="3094299" y="4025425"/>
            <a:ext cx="2102100" cy="2102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 name="Google Shape;1327;p17"/>
          <p:cNvGrpSpPr/>
          <p:nvPr/>
        </p:nvGrpSpPr>
        <p:grpSpPr>
          <a:xfrm>
            <a:off x="7342730" y="-239484"/>
            <a:ext cx="2227589" cy="1527191"/>
            <a:chOff x="5519300" y="372750"/>
            <a:chExt cx="1039375" cy="712575"/>
          </a:xfrm>
        </p:grpSpPr>
        <p:sp>
          <p:nvSpPr>
            <p:cNvPr id="1328" name="Google Shape;1328;p17"/>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17"/>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7"/>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7"/>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7"/>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17"/>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17"/>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17"/>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17"/>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7"/>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7"/>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7"/>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7"/>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7"/>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7"/>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7"/>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17"/>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7"/>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7"/>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7"/>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7"/>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7"/>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7"/>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7"/>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7"/>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17"/>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7"/>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7"/>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7"/>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17"/>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17"/>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17"/>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7"/>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7"/>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7"/>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17"/>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7"/>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7"/>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17"/>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17"/>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17"/>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17"/>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17"/>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7"/>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7"/>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7"/>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7"/>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17"/>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17"/>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7"/>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7"/>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7"/>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7"/>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17"/>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17"/>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17"/>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17"/>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17"/>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17"/>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17"/>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17"/>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7"/>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17"/>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17"/>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17"/>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17"/>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7"/>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 name="Google Shape;1395;p17"/>
          <p:cNvSpPr/>
          <p:nvPr/>
        </p:nvSpPr>
        <p:spPr>
          <a:xfrm rot="-1856039">
            <a:off x="8454804" y="1900412"/>
            <a:ext cx="2574846" cy="2574846"/>
          </a:xfrm>
          <a:prstGeom prst="blockArc">
            <a:avLst>
              <a:gd fmla="val 5958233" name="adj1"/>
              <a:gd fmla="val 17463104" name="adj2"/>
              <a:gd fmla="val 150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7"/>
          <p:cNvSpPr/>
          <p:nvPr/>
        </p:nvSpPr>
        <p:spPr>
          <a:xfrm>
            <a:off x="8472788" y="1832675"/>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17"/>
          <p:cNvSpPr/>
          <p:nvPr/>
        </p:nvSpPr>
        <p:spPr>
          <a:xfrm rot="-6009249">
            <a:off x="4503832" y="-1121226"/>
            <a:ext cx="2030097" cy="2030097"/>
          </a:xfrm>
          <a:prstGeom prst="blockArc">
            <a:avLst>
              <a:gd fmla="val 5958233" name="adj1"/>
              <a:gd fmla="val 17663173" name="adj2"/>
              <a:gd fmla="val 24970"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17"/>
          <p:cNvSpPr/>
          <p:nvPr/>
        </p:nvSpPr>
        <p:spPr>
          <a:xfrm rot="-8814536">
            <a:off x="-1455112" y="-720135"/>
            <a:ext cx="3302921" cy="3302921"/>
          </a:xfrm>
          <a:prstGeom prst="blockArc">
            <a:avLst>
              <a:gd fmla="val 5958233" name="adj1"/>
              <a:gd fmla="val 15340052" name="adj2"/>
              <a:gd fmla="val 8595"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_1">
    <p:spTree>
      <p:nvGrpSpPr>
        <p:cNvPr id="1399" name="Shape 1399"/>
        <p:cNvGrpSpPr/>
        <p:nvPr/>
      </p:nvGrpSpPr>
      <p:grpSpPr>
        <a:xfrm>
          <a:off x="0" y="0"/>
          <a:ext cx="0" cy="0"/>
          <a:chOff x="0" y="0"/>
          <a:chExt cx="0" cy="0"/>
        </a:xfrm>
      </p:grpSpPr>
      <p:sp>
        <p:nvSpPr>
          <p:cNvPr id="1400" name="Google Shape;1400;p18"/>
          <p:cNvSpPr txBox="1"/>
          <p:nvPr>
            <p:ph idx="1" type="subTitle"/>
          </p:nvPr>
        </p:nvSpPr>
        <p:spPr>
          <a:xfrm>
            <a:off x="5406338" y="3248988"/>
            <a:ext cx="2345700" cy="104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01" name="Google Shape;1401;p18"/>
          <p:cNvSpPr txBox="1"/>
          <p:nvPr>
            <p:ph type="title"/>
          </p:nvPr>
        </p:nvSpPr>
        <p:spPr>
          <a:xfrm>
            <a:off x="5406338" y="847788"/>
            <a:ext cx="2345700" cy="24012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grpSp>
        <p:nvGrpSpPr>
          <p:cNvPr id="1402" name="Google Shape;1402;p18"/>
          <p:cNvGrpSpPr/>
          <p:nvPr/>
        </p:nvGrpSpPr>
        <p:grpSpPr>
          <a:xfrm rot="5400000">
            <a:off x="7715578" y="1640303"/>
            <a:ext cx="2227588" cy="726522"/>
            <a:chOff x="3857800" y="1143286"/>
            <a:chExt cx="1039375" cy="338989"/>
          </a:xfrm>
        </p:grpSpPr>
        <p:sp>
          <p:nvSpPr>
            <p:cNvPr id="1403" name="Google Shape;1403;p18"/>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18"/>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18"/>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18"/>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18"/>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18"/>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8"/>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18"/>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18"/>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18"/>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18"/>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18"/>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18"/>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18"/>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8"/>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8"/>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8"/>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18"/>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18"/>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8"/>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8"/>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18"/>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18"/>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18"/>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18"/>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8"/>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8"/>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8"/>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8"/>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8"/>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 name="Google Shape;1433;p18"/>
          <p:cNvSpPr/>
          <p:nvPr/>
        </p:nvSpPr>
        <p:spPr>
          <a:xfrm>
            <a:off x="7939983" y="-460465"/>
            <a:ext cx="2574600" cy="2574600"/>
          </a:xfrm>
          <a:prstGeom prst="blockArc">
            <a:avLst>
              <a:gd fmla="val 4995051" name="adj1"/>
              <a:gd fmla="val 15534555" name="adj2"/>
              <a:gd fmla="val 12473"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8"/>
          <p:cNvSpPr/>
          <p:nvPr/>
        </p:nvSpPr>
        <p:spPr>
          <a:xfrm>
            <a:off x="8118303" y="-528275"/>
            <a:ext cx="2175600" cy="2176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 name="Google Shape;1435;p18"/>
          <p:cNvGrpSpPr/>
          <p:nvPr/>
        </p:nvGrpSpPr>
        <p:grpSpPr>
          <a:xfrm>
            <a:off x="3961221" y="4604105"/>
            <a:ext cx="2227588" cy="726522"/>
            <a:chOff x="5608450" y="1680311"/>
            <a:chExt cx="1039375" cy="338989"/>
          </a:xfrm>
        </p:grpSpPr>
        <p:sp>
          <p:nvSpPr>
            <p:cNvPr id="1436" name="Google Shape;1436;p18"/>
            <p:cNvSpPr/>
            <p:nvPr/>
          </p:nvSpPr>
          <p:spPr>
            <a:xfrm>
              <a:off x="649988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8"/>
            <p:cNvSpPr/>
            <p:nvPr/>
          </p:nvSpPr>
          <p:spPr>
            <a:xfrm>
              <a:off x="649988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18"/>
            <p:cNvSpPr/>
            <p:nvPr/>
          </p:nvSpPr>
          <p:spPr>
            <a:xfrm>
              <a:off x="649988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18"/>
            <p:cNvSpPr/>
            <p:nvPr/>
          </p:nvSpPr>
          <p:spPr>
            <a:xfrm>
              <a:off x="6589025"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18"/>
            <p:cNvSpPr/>
            <p:nvPr/>
          </p:nvSpPr>
          <p:spPr>
            <a:xfrm>
              <a:off x="658902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18"/>
            <p:cNvSpPr/>
            <p:nvPr/>
          </p:nvSpPr>
          <p:spPr>
            <a:xfrm>
              <a:off x="6410738"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18"/>
            <p:cNvSpPr/>
            <p:nvPr/>
          </p:nvSpPr>
          <p:spPr>
            <a:xfrm>
              <a:off x="6410738"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18"/>
            <p:cNvSpPr/>
            <p:nvPr/>
          </p:nvSpPr>
          <p:spPr>
            <a:xfrm>
              <a:off x="6410738"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18"/>
            <p:cNvSpPr/>
            <p:nvPr/>
          </p:nvSpPr>
          <p:spPr>
            <a:xfrm>
              <a:off x="623245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18"/>
            <p:cNvSpPr/>
            <p:nvPr/>
          </p:nvSpPr>
          <p:spPr>
            <a:xfrm>
              <a:off x="623245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18"/>
            <p:cNvSpPr/>
            <p:nvPr/>
          </p:nvSpPr>
          <p:spPr>
            <a:xfrm>
              <a:off x="6321595"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18"/>
            <p:cNvSpPr/>
            <p:nvPr/>
          </p:nvSpPr>
          <p:spPr>
            <a:xfrm>
              <a:off x="632159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8"/>
            <p:cNvSpPr/>
            <p:nvPr/>
          </p:nvSpPr>
          <p:spPr>
            <a:xfrm>
              <a:off x="6321595"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18"/>
            <p:cNvSpPr/>
            <p:nvPr/>
          </p:nvSpPr>
          <p:spPr>
            <a:xfrm>
              <a:off x="614330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18"/>
            <p:cNvSpPr/>
            <p:nvPr/>
          </p:nvSpPr>
          <p:spPr>
            <a:xfrm>
              <a:off x="614330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18"/>
            <p:cNvSpPr/>
            <p:nvPr/>
          </p:nvSpPr>
          <p:spPr>
            <a:xfrm>
              <a:off x="6143309"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8"/>
            <p:cNvSpPr/>
            <p:nvPr/>
          </p:nvSpPr>
          <p:spPr>
            <a:xfrm>
              <a:off x="614330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8"/>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8"/>
            <p:cNvSpPr/>
            <p:nvPr/>
          </p:nvSpPr>
          <p:spPr>
            <a:xfrm>
              <a:off x="596502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18"/>
            <p:cNvSpPr/>
            <p:nvPr/>
          </p:nvSpPr>
          <p:spPr>
            <a:xfrm>
              <a:off x="596502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18"/>
            <p:cNvSpPr/>
            <p:nvPr/>
          </p:nvSpPr>
          <p:spPr>
            <a:xfrm>
              <a:off x="596502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18"/>
            <p:cNvSpPr/>
            <p:nvPr/>
          </p:nvSpPr>
          <p:spPr>
            <a:xfrm>
              <a:off x="605416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8"/>
            <p:cNvSpPr/>
            <p:nvPr/>
          </p:nvSpPr>
          <p:spPr>
            <a:xfrm>
              <a:off x="605416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8"/>
            <p:cNvSpPr/>
            <p:nvPr/>
          </p:nvSpPr>
          <p:spPr>
            <a:xfrm>
              <a:off x="605416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8"/>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8"/>
            <p:cNvSpPr/>
            <p:nvPr/>
          </p:nvSpPr>
          <p:spPr>
            <a:xfrm>
              <a:off x="587587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18"/>
            <p:cNvSpPr/>
            <p:nvPr/>
          </p:nvSpPr>
          <p:spPr>
            <a:xfrm>
              <a:off x="587587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8"/>
            <p:cNvSpPr/>
            <p:nvPr/>
          </p:nvSpPr>
          <p:spPr>
            <a:xfrm>
              <a:off x="5697593"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18"/>
            <p:cNvSpPr/>
            <p:nvPr/>
          </p:nvSpPr>
          <p:spPr>
            <a:xfrm>
              <a:off x="5697593"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18"/>
            <p:cNvSpPr/>
            <p:nvPr/>
          </p:nvSpPr>
          <p:spPr>
            <a:xfrm>
              <a:off x="5697593"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18"/>
            <p:cNvSpPr/>
            <p:nvPr/>
          </p:nvSpPr>
          <p:spPr>
            <a:xfrm>
              <a:off x="5697593"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18"/>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18"/>
            <p:cNvSpPr/>
            <p:nvPr/>
          </p:nvSpPr>
          <p:spPr>
            <a:xfrm>
              <a:off x="5786736"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18"/>
            <p:cNvSpPr/>
            <p:nvPr/>
          </p:nvSpPr>
          <p:spPr>
            <a:xfrm>
              <a:off x="578673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18"/>
            <p:cNvSpPr/>
            <p:nvPr/>
          </p:nvSpPr>
          <p:spPr>
            <a:xfrm>
              <a:off x="578673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18"/>
            <p:cNvSpPr/>
            <p:nvPr/>
          </p:nvSpPr>
          <p:spPr>
            <a:xfrm>
              <a:off x="5608450"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2" name="Google Shape;1472;p18"/>
          <p:cNvSpPr/>
          <p:nvPr>
            <p:ph idx="2" type="pic"/>
          </p:nvPr>
        </p:nvSpPr>
        <p:spPr>
          <a:xfrm>
            <a:off x="-597325" y="-973050"/>
            <a:ext cx="5239500" cy="5239500"/>
          </a:xfrm>
          <a:prstGeom prst="ellipse">
            <a:avLst/>
          </a:prstGeom>
          <a:noFill/>
          <a:ln>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_1_1">
    <p:spTree>
      <p:nvGrpSpPr>
        <p:cNvPr id="1473" name="Shape 1473"/>
        <p:cNvGrpSpPr/>
        <p:nvPr/>
      </p:nvGrpSpPr>
      <p:grpSpPr>
        <a:xfrm>
          <a:off x="0" y="0"/>
          <a:ext cx="0" cy="0"/>
          <a:chOff x="0" y="0"/>
          <a:chExt cx="0" cy="0"/>
        </a:xfrm>
      </p:grpSpPr>
      <p:sp>
        <p:nvSpPr>
          <p:cNvPr id="1474" name="Google Shape;1474;p19"/>
          <p:cNvSpPr txBox="1"/>
          <p:nvPr>
            <p:ph idx="1" type="subTitle"/>
          </p:nvPr>
        </p:nvSpPr>
        <p:spPr>
          <a:xfrm>
            <a:off x="1261600" y="3442625"/>
            <a:ext cx="3045600" cy="84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75" name="Google Shape;1475;p19"/>
          <p:cNvSpPr txBox="1"/>
          <p:nvPr>
            <p:ph type="title"/>
          </p:nvPr>
        </p:nvSpPr>
        <p:spPr>
          <a:xfrm>
            <a:off x="1261600" y="2754425"/>
            <a:ext cx="3045600" cy="783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grpSp>
        <p:nvGrpSpPr>
          <p:cNvPr id="1476" name="Google Shape;1476;p19"/>
          <p:cNvGrpSpPr/>
          <p:nvPr/>
        </p:nvGrpSpPr>
        <p:grpSpPr>
          <a:xfrm>
            <a:off x="5306305" y="3420416"/>
            <a:ext cx="2227589" cy="1527191"/>
            <a:chOff x="5519300" y="372750"/>
            <a:chExt cx="1039375" cy="712575"/>
          </a:xfrm>
        </p:grpSpPr>
        <p:sp>
          <p:nvSpPr>
            <p:cNvPr id="1477" name="Google Shape;1477;p19"/>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19"/>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19"/>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9"/>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19"/>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19"/>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19"/>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19"/>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19"/>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19"/>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9"/>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9"/>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9"/>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9"/>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9"/>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9"/>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9"/>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9"/>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9"/>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9"/>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9"/>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9"/>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9"/>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9"/>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9"/>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9"/>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9"/>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9"/>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9"/>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9"/>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9"/>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19"/>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9"/>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9"/>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9"/>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9"/>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9"/>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9"/>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9"/>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9"/>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9"/>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9"/>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9"/>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9"/>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9"/>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9"/>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9"/>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9"/>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9"/>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9"/>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9"/>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9"/>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9"/>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9"/>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9"/>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9"/>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9"/>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9"/>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9"/>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19"/>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19"/>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19"/>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19"/>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9"/>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9"/>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9"/>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9"/>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 name="Google Shape;1544;p19"/>
          <p:cNvSpPr/>
          <p:nvPr/>
        </p:nvSpPr>
        <p:spPr>
          <a:xfrm rot="5400000">
            <a:off x="4155725" y="4470421"/>
            <a:ext cx="1647000" cy="1647000"/>
          </a:xfrm>
          <a:prstGeom prst="blockArc">
            <a:avLst>
              <a:gd fmla="val 4879357" name="adj1"/>
              <a:gd fmla="val 17324067" name="adj2"/>
              <a:gd fmla="val 25794"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19"/>
          <p:cNvSpPr/>
          <p:nvPr/>
        </p:nvSpPr>
        <p:spPr>
          <a:xfrm flipH="1" rot="10800000">
            <a:off x="4073085" y="4576593"/>
            <a:ext cx="1526700" cy="1527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9"/>
          <p:cNvSpPr/>
          <p:nvPr/>
        </p:nvSpPr>
        <p:spPr>
          <a:xfrm flipH="1">
            <a:off x="-1308567" y="-93890"/>
            <a:ext cx="2574600" cy="2574600"/>
          </a:xfrm>
          <a:prstGeom prst="blockArc">
            <a:avLst>
              <a:gd fmla="val 4879357" name="adj1"/>
              <a:gd fmla="val 17463104" name="adj2"/>
              <a:gd fmla="val 150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9"/>
          <p:cNvSpPr/>
          <p:nvPr/>
        </p:nvSpPr>
        <p:spPr>
          <a:xfrm flipH="1">
            <a:off x="-564297" y="-161700"/>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8" name="Google Shape;1548;p19"/>
          <p:cNvGrpSpPr/>
          <p:nvPr/>
        </p:nvGrpSpPr>
        <p:grpSpPr>
          <a:xfrm flipH="1">
            <a:off x="7316928" y="167285"/>
            <a:ext cx="2227589" cy="726958"/>
            <a:chOff x="6972150" y="711750"/>
            <a:chExt cx="1039375" cy="339193"/>
          </a:xfrm>
        </p:grpSpPr>
        <p:sp>
          <p:nvSpPr>
            <p:cNvPr id="1549" name="Google Shape;1549;p19"/>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19"/>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19"/>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19"/>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19"/>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19"/>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9"/>
            <p:cNvSpPr/>
            <p:nvPr/>
          </p:nvSpPr>
          <p:spPr>
            <a:xfrm>
              <a:off x="6972150"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9"/>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9"/>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19"/>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9"/>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9"/>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9"/>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9"/>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9"/>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9"/>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9"/>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9"/>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9"/>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9"/>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19"/>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19"/>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9"/>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9"/>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9"/>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9"/>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9"/>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9"/>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9"/>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9"/>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19"/>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19"/>
            <p:cNvSpPr/>
            <p:nvPr/>
          </p:nvSpPr>
          <p:spPr>
            <a:xfrm>
              <a:off x="6972150"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2_1_1_1">
    <p:spTree>
      <p:nvGrpSpPr>
        <p:cNvPr id="1581" name="Shape 1581"/>
        <p:cNvGrpSpPr/>
        <p:nvPr/>
      </p:nvGrpSpPr>
      <p:grpSpPr>
        <a:xfrm>
          <a:off x="0" y="0"/>
          <a:ext cx="0" cy="0"/>
          <a:chOff x="0" y="0"/>
          <a:chExt cx="0" cy="0"/>
        </a:xfrm>
      </p:grpSpPr>
      <p:sp>
        <p:nvSpPr>
          <p:cNvPr id="1582" name="Google Shape;1582;p20"/>
          <p:cNvSpPr/>
          <p:nvPr/>
        </p:nvSpPr>
        <p:spPr>
          <a:xfrm rot="-5400000">
            <a:off x="2057213" y="-1133420"/>
            <a:ext cx="2574600" cy="2574600"/>
          </a:xfrm>
          <a:prstGeom prst="blockArc">
            <a:avLst>
              <a:gd fmla="val 3945880" name="adj1"/>
              <a:gd fmla="val 17571315" name="adj2"/>
              <a:gd fmla="val 91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0"/>
          <p:cNvSpPr txBox="1"/>
          <p:nvPr>
            <p:ph idx="1" type="subTitle"/>
          </p:nvPr>
        </p:nvSpPr>
        <p:spPr>
          <a:xfrm>
            <a:off x="4742550" y="2525550"/>
            <a:ext cx="3278400" cy="83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84" name="Google Shape;1584;p20"/>
          <p:cNvSpPr txBox="1"/>
          <p:nvPr>
            <p:ph type="title"/>
          </p:nvPr>
        </p:nvSpPr>
        <p:spPr>
          <a:xfrm>
            <a:off x="4742550" y="1786650"/>
            <a:ext cx="3278400" cy="7389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1585" name="Google Shape;1585;p20"/>
          <p:cNvSpPr/>
          <p:nvPr/>
        </p:nvSpPr>
        <p:spPr>
          <a:xfrm rot="-5400000">
            <a:off x="2294425" y="-560575"/>
            <a:ext cx="1900500" cy="19011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 name="Google Shape;1586;p20"/>
          <p:cNvGrpSpPr/>
          <p:nvPr/>
        </p:nvGrpSpPr>
        <p:grpSpPr>
          <a:xfrm>
            <a:off x="269278" y="4129948"/>
            <a:ext cx="2227589" cy="726958"/>
            <a:chOff x="6972150" y="711750"/>
            <a:chExt cx="1039375" cy="339193"/>
          </a:xfrm>
        </p:grpSpPr>
        <p:sp>
          <p:nvSpPr>
            <p:cNvPr id="1587" name="Google Shape;1587;p20"/>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0"/>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0"/>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0"/>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0"/>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0"/>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0"/>
            <p:cNvSpPr/>
            <p:nvPr/>
          </p:nvSpPr>
          <p:spPr>
            <a:xfrm>
              <a:off x="6972150"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0"/>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0"/>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0"/>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0"/>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0"/>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0"/>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0"/>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0"/>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0"/>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0"/>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0"/>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0"/>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0"/>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0"/>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0"/>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0"/>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0"/>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0"/>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0"/>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0"/>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0"/>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0"/>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0"/>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0"/>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0"/>
            <p:cNvSpPr/>
            <p:nvPr/>
          </p:nvSpPr>
          <p:spPr>
            <a:xfrm>
              <a:off x="6972150"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20"/>
          <p:cNvGrpSpPr/>
          <p:nvPr/>
        </p:nvGrpSpPr>
        <p:grpSpPr>
          <a:xfrm rot="-5400000">
            <a:off x="-80933" y="615228"/>
            <a:ext cx="2227589" cy="1527191"/>
            <a:chOff x="5519300" y="372750"/>
            <a:chExt cx="1039375" cy="712575"/>
          </a:xfrm>
        </p:grpSpPr>
        <p:sp>
          <p:nvSpPr>
            <p:cNvPr id="1620" name="Google Shape;1620;p20"/>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0"/>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0"/>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0"/>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0"/>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0"/>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0"/>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0"/>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0"/>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0"/>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0"/>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0"/>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0"/>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0"/>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0"/>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0"/>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0"/>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0"/>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0"/>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0"/>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0"/>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0"/>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0"/>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0"/>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0"/>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0"/>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0"/>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0"/>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0"/>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0"/>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0"/>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0"/>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0"/>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0"/>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0"/>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0"/>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0"/>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0"/>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0"/>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0"/>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0"/>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0"/>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0"/>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0"/>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0"/>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0"/>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0"/>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0"/>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0"/>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0"/>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0"/>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0"/>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0"/>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0"/>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0"/>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0"/>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0"/>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0"/>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0"/>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0"/>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0"/>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0"/>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0"/>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0"/>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0"/>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0"/>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0"/>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_1_1_1_1">
    <p:spTree>
      <p:nvGrpSpPr>
        <p:cNvPr id="1687" name="Shape 1687"/>
        <p:cNvGrpSpPr/>
        <p:nvPr/>
      </p:nvGrpSpPr>
      <p:grpSpPr>
        <a:xfrm>
          <a:off x="0" y="0"/>
          <a:ext cx="0" cy="0"/>
          <a:chOff x="0" y="0"/>
          <a:chExt cx="0" cy="0"/>
        </a:xfrm>
      </p:grpSpPr>
      <p:sp>
        <p:nvSpPr>
          <p:cNvPr id="1688" name="Google Shape;1688;p21"/>
          <p:cNvSpPr txBox="1"/>
          <p:nvPr>
            <p:ph idx="1" type="subTitle"/>
          </p:nvPr>
        </p:nvSpPr>
        <p:spPr>
          <a:xfrm>
            <a:off x="1379100" y="2694888"/>
            <a:ext cx="2337000" cy="104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9" name="Google Shape;1689;p21"/>
          <p:cNvSpPr txBox="1"/>
          <p:nvPr>
            <p:ph type="title"/>
          </p:nvPr>
        </p:nvSpPr>
        <p:spPr>
          <a:xfrm>
            <a:off x="1379100" y="1401888"/>
            <a:ext cx="2337000" cy="12930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grpSp>
        <p:nvGrpSpPr>
          <p:cNvPr id="1690" name="Google Shape;1690;p21"/>
          <p:cNvGrpSpPr/>
          <p:nvPr/>
        </p:nvGrpSpPr>
        <p:grpSpPr>
          <a:xfrm>
            <a:off x="3420104" y="-68109"/>
            <a:ext cx="2227588" cy="726522"/>
            <a:chOff x="3620725" y="372750"/>
            <a:chExt cx="1039375" cy="338989"/>
          </a:xfrm>
        </p:grpSpPr>
        <p:sp>
          <p:nvSpPr>
            <p:cNvPr id="1691" name="Google Shape;1691;p21"/>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1"/>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1"/>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1"/>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1"/>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1"/>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1"/>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1"/>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1"/>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1"/>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1"/>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1"/>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1"/>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1"/>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1"/>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1"/>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1"/>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1"/>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1"/>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1"/>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1"/>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1"/>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1"/>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1"/>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1"/>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1"/>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1"/>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1"/>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1"/>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1"/>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1"/>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1"/>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1"/>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1"/>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1"/>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1"/>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1"/>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21"/>
          <p:cNvGrpSpPr/>
          <p:nvPr/>
        </p:nvGrpSpPr>
        <p:grpSpPr>
          <a:xfrm rot="5400000">
            <a:off x="-820629" y="932205"/>
            <a:ext cx="2227588" cy="726522"/>
            <a:chOff x="5608450" y="1680311"/>
            <a:chExt cx="1039375" cy="338989"/>
          </a:xfrm>
        </p:grpSpPr>
        <p:sp>
          <p:nvSpPr>
            <p:cNvPr id="1729" name="Google Shape;1729;p21"/>
            <p:cNvSpPr/>
            <p:nvPr/>
          </p:nvSpPr>
          <p:spPr>
            <a:xfrm>
              <a:off x="649988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1"/>
            <p:cNvSpPr/>
            <p:nvPr/>
          </p:nvSpPr>
          <p:spPr>
            <a:xfrm>
              <a:off x="649988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1"/>
            <p:cNvSpPr/>
            <p:nvPr/>
          </p:nvSpPr>
          <p:spPr>
            <a:xfrm>
              <a:off x="649988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1"/>
            <p:cNvSpPr/>
            <p:nvPr/>
          </p:nvSpPr>
          <p:spPr>
            <a:xfrm>
              <a:off x="6589025"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1"/>
            <p:cNvSpPr/>
            <p:nvPr/>
          </p:nvSpPr>
          <p:spPr>
            <a:xfrm>
              <a:off x="658902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1"/>
            <p:cNvSpPr/>
            <p:nvPr/>
          </p:nvSpPr>
          <p:spPr>
            <a:xfrm>
              <a:off x="6410738"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1"/>
            <p:cNvSpPr/>
            <p:nvPr/>
          </p:nvSpPr>
          <p:spPr>
            <a:xfrm>
              <a:off x="6410738"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1"/>
            <p:cNvSpPr/>
            <p:nvPr/>
          </p:nvSpPr>
          <p:spPr>
            <a:xfrm>
              <a:off x="6410738"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1"/>
            <p:cNvSpPr/>
            <p:nvPr/>
          </p:nvSpPr>
          <p:spPr>
            <a:xfrm>
              <a:off x="623245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1"/>
            <p:cNvSpPr/>
            <p:nvPr/>
          </p:nvSpPr>
          <p:spPr>
            <a:xfrm>
              <a:off x="623245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1"/>
            <p:cNvSpPr/>
            <p:nvPr/>
          </p:nvSpPr>
          <p:spPr>
            <a:xfrm>
              <a:off x="6321595"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1"/>
            <p:cNvSpPr/>
            <p:nvPr/>
          </p:nvSpPr>
          <p:spPr>
            <a:xfrm>
              <a:off x="632159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1"/>
            <p:cNvSpPr/>
            <p:nvPr/>
          </p:nvSpPr>
          <p:spPr>
            <a:xfrm>
              <a:off x="6321595"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1"/>
            <p:cNvSpPr/>
            <p:nvPr/>
          </p:nvSpPr>
          <p:spPr>
            <a:xfrm>
              <a:off x="614330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21"/>
            <p:cNvSpPr/>
            <p:nvPr/>
          </p:nvSpPr>
          <p:spPr>
            <a:xfrm>
              <a:off x="614330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1"/>
            <p:cNvSpPr/>
            <p:nvPr/>
          </p:nvSpPr>
          <p:spPr>
            <a:xfrm>
              <a:off x="6143309"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1"/>
            <p:cNvSpPr/>
            <p:nvPr/>
          </p:nvSpPr>
          <p:spPr>
            <a:xfrm>
              <a:off x="614330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1"/>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1"/>
            <p:cNvSpPr/>
            <p:nvPr/>
          </p:nvSpPr>
          <p:spPr>
            <a:xfrm>
              <a:off x="596502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1"/>
            <p:cNvSpPr/>
            <p:nvPr/>
          </p:nvSpPr>
          <p:spPr>
            <a:xfrm>
              <a:off x="596502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1"/>
            <p:cNvSpPr/>
            <p:nvPr/>
          </p:nvSpPr>
          <p:spPr>
            <a:xfrm>
              <a:off x="596502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1"/>
            <p:cNvSpPr/>
            <p:nvPr/>
          </p:nvSpPr>
          <p:spPr>
            <a:xfrm>
              <a:off x="605416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1"/>
            <p:cNvSpPr/>
            <p:nvPr/>
          </p:nvSpPr>
          <p:spPr>
            <a:xfrm>
              <a:off x="605416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1"/>
            <p:cNvSpPr/>
            <p:nvPr/>
          </p:nvSpPr>
          <p:spPr>
            <a:xfrm>
              <a:off x="605416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1"/>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1"/>
            <p:cNvSpPr/>
            <p:nvPr/>
          </p:nvSpPr>
          <p:spPr>
            <a:xfrm>
              <a:off x="587587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1"/>
            <p:cNvSpPr/>
            <p:nvPr/>
          </p:nvSpPr>
          <p:spPr>
            <a:xfrm>
              <a:off x="587587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1"/>
            <p:cNvSpPr/>
            <p:nvPr/>
          </p:nvSpPr>
          <p:spPr>
            <a:xfrm>
              <a:off x="5697593"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1"/>
            <p:cNvSpPr/>
            <p:nvPr/>
          </p:nvSpPr>
          <p:spPr>
            <a:xfrm>
              <a:off x="5697593"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1"/>
            <p:cNvSpPr/>
            <p:nvPr/>
          </p:nvSpPr>
          <p:spPr>
            <a:xfrm>
              <a:off x="5697593"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1"/>
            <p:cNvSpPr/>
            <p:nvPr/>
          </p:nvSpPr>
          <p:spPr>
            <a:xfrm>
              <a:off x="5697593"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1"/>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1"/>
            <p:cNvSpPr/>
            <p:nvPr/>
          </p:nvSpPr>
          <p:spPr>
            <a:xfrm>
              <a:off x="5786736"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1"/>
            <p:cNvSpPr/>
            <p:nvPr/>
          </p:nvSpPr>
          <p:spPr>
            <a:xfrm>
              <a:off x="578673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1"/>
            <p:cNvSpPr/>
            <p:nvPr/>
          </p:nvSpPr>
          <p:spPr>
            <a:xfrm>
              <a:off x="578673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1"/>
            <p:cNvSpPr/>
            <p:nvPr/>
          </p:nvSpPr>
          <p:spPr>
            <a:xfrm>
              <a:off x="5608450"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5" name="Google Shape;1765;p21"/>
          <p:cNvSpPr/>
          <p:nvPr/>
        </p:nvSpPr>
        <p:spPr>
          <a:xfrm flipH="1">
            <a:off x="-1017276" y="1761349"/>
            <a:ext cx="1915200" cy="1915200"/>
          </a:xfrm>
          <a:prstGeom prst="blockArc">
            <a:avLst>
              <a:gd fmla="val 4170144" name="adj1"/>
              <a:gd fmla="val 17768977" name="adj2"/>
              <a:gd fmla="val 22043"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21"/>
          <p:cNvSpPr/>
          <p:nvPr/>
        </p:nvSpPr>
        <p:spPr>
          <a:xfrm>
            <a:off x="2756688" y="-791362"/>
            <a:ext cx="1526700" cy="1527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 name="Google Shape;1767;p21"/>
          <p:cNvGrpSpPr/>
          <p:nvPr/>
        </p:nvGrpSpPr>
        <p:grpSpPr>
          <a:xfrm>
            <a:off x="6980855" y="3676541"/>
            <a:ext cx="2227589" cy="1527191"/>
            <a:chOff x="5519300" y="372750"/>
            <a:chExt cx="1039375" cy="712575"/>
          </a:xfrm>
        </p:grpSpPr>
        <p:sp>
          <p:nvSpPr>
            <p:cNvPr id="1768" name="Google Shape;1768;p21"/>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1"/>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1"/>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1"/>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1"/>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1"/>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1"/>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1"/>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21"/>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1"/>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1"/>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1"/>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1"/>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1"/>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1"/>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1"/>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1"/>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1"/>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1"/>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1"/>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1"/>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1"/>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1"/>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1"/>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1"/>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1"/>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1"/>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1"/>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1"/>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1"/>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1"/>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1"/>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1"/>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1"/>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21"/>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21"/>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1"/>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1"/>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1"/>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1"/>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1"/>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1"/>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1"/>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1"/>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1"/>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1"/>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1"/>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1"/>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1"/>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1"/>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1"/>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1"/>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1"/>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1"/>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1"/>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1"/>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1"/>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1"/>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1"/>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1"/>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1"/>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1"/>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1"/>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1"/>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1"/>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2_1_1_1_1_1">
    <p:spTree>
      <p:nvGrpSpPr>
        <p:cNvPr id="1833" name="Shape 1833"/>
        <p:cNvGrpSpPr/>
        <p:nvPr/>
      </p:nvGrpSpPr>
      <p:grpSpPr>
        <a:xfrm>
          <a:off x="0" y="0"/>
          <a:ext cx="0" cy="0"/>
          <a:chOff x="0" y="0"/>
          <a:chExt cx="0" cy="0"/>
        </a:xfrm>
      </p:grpSpPr>
      <p:sp>
        <p:nvSpPr>
          <p:cNvPr id="1834" name="Google Shape;1834;p22"/>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1835" name="Google Shape;1835;p22"/>
          <p:cNvSpPr txBox="1"/>
          <p:nvPr>
            <p:ph idx="1" type="body"/>
          </p:nvPr>
        </p:nvSpPr>
        <p:spPr>
          <a:xfrm>
            <a:off x="713275" y="1152475"/>
            <a:ext cx="7717500" cy="1046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grpSp>
        <p:nvGrpSpPr>
          <p:cNvPr id="1836" name="Google Shape;1836;p22"/>
          <p:cNvGrpSpPr/>
          <p:nvPr/>
        </p:nvGrpSpPr>
        <p:grpSpPr>
          <a:xfrm rot="5400000">
            <a:off x="-809808" y="679905"/>
            <a:ext cx="2227588" cy="726522"/>
            <a:chOff x="3799000" y="1820400"/>
            <a:chExt cx="1039375" cy="338989"/>
          </a:xfrm>
        </p:grpSpPr>
        <p:sp>
          <p:nvSpPr>
            <p:cNvPr id="1837" name="Google Shape;1837;p22"/>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2"/>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22"/>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22"/>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22"/>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2"/>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22"/>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2"/>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22"/>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22"/>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2"/>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22"/>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22"/>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2"/>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2"/>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22"/>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22"/>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2"/>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2"/>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2"/>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2"/>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2"/>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2"/>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2"/>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2"/>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2"/>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2"/>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2"/>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22"/>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22"/>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22"/>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2"/>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2"/>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2"/>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2"/>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22"/>
          <p:cNvGrpSpPr/>
          <p:nvPr/>
        </p:nvGrpSpPr>
        <p:grpSpPr>
          <a:xfrm>
            <a:off x="8402730" y="2587316"/>
            <a:ext cx="2227589" cy="1527191"/>
            <a:chOff x="5519300" y="372750"/>
            <a:chExt cx="1039375" cy="712575"/>
          </a:xfrm>
        </p:grpSpPr>
        <p:sp>
          <p:nvSpPr>
            <p:cNvPr id="1873" name="Google Shape;1873;p22"/>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22"/>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2"/>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2"/>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2"/>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2"/>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2"/>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2"/>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2"/>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2"/>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2"/>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2"/>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2"/>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2"/>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2"/>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2"/>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2"/>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2"/>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2"/>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2"/>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2"/>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2"/>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2"/>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2"/>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2"/>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2"/>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2"/>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2"/>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2"/>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2"/>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2"/>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2"/>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2"/>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2"/>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2"/>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2"/>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2"/>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2"/>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2"/>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22"/>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22"/>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2"/>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2"/>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2"/>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2"/>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22"/>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22"/>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22"/>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2"/>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2"/>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2"/>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2"/>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2"/>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2"/>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2"/>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22"/>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22"/>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2"/>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22"/>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22"/>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2"/>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2"/>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2"/>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22"/>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2"/>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2"/>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22"/>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0" name="Google Shape;1940;p22"/>
          <p:cNvSpPr/>
          <p:nvPr/>
        </p:nvSpPr>
        <p:spPr>
          <a:xfrm rot="-899876">
            <a:off x="8160183" y="3901748"/>
            <a:ext cx="2180581" cy="2180581"/>
          </a:xfrm>
          <a:prstGeom prst="blockArc">
            <a:avLst>
              <a:gd fmla="val 10010889" name="adj1"/>
              <a:gd fmla="val 18123158" name="adj2"/>
              <a:gd fmla="val 2994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2"/>
          <p:cNvSpPr/>
          <p:nvPr/>
        </p:nvSpPr>
        <p:spPr>
          <a:xfrm>
            <a:off x="8167884" y="4291480"/>
            <a:ext cx="1658700" cy="1659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22"/>
          <p:cNvSpPr/>
          <p:nvPr/>
        </p:nvSpPr>
        <p:spPr>
          <a:xfrm flipH="1">
            <a:off x="-2104850" y="2015612"/>
            <a:ext cx="2670600" cy="2670600"/>
          </a:xfrm>
          <a:prstGeom prst="blockArc">
            <a:avLst>
              <a:gd fmla="val 5318277" name="adj1"/>
              <a:gd fmla="val 17376266" name="adj2"/>
              <a:gd fmla="val 8497"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22"/>
          <p:cNvSpPr/>
          <p:nvPr/>
        </p:nvSpPr>
        <p:spPr>
          <a:xfrm flipH="1">
            <a:off x="-1488152" y="2128389"/>
            <a:ext cx="1958400" cy="1959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44" name="Google Shape;1944;p22"/>
          <p:cNvPicPr preferRelativeResize="0"/>
          <p:nvPr/>
        </p:nvPicPr>
        <p:blipFill>
          <a:blip r:embed="rId2">
            <a:alphaModFix/>
          </a:blip>
          <a:stretch>
            <a:fillRect/>
          </a:stretch>
        </p:blipFill>
        <p:spPr>
          <a:xfrm>
            <a:off x="8449074" y="3095000"/>
            <a:ext cx="1096325" cy="786076"/>
          </a:xfrm>
          <a:prstGeom prst="rect">
            <a:avLst/>
          </a:prstGeom>
          <a:noFill/>
          <a:ln>
            <a:noFill/>
          </a:ln>
        </p:spPr>
      </p:pic>
      <p:sp>
        <p:nvSpPr>
          <p:cNvPr id="1945" name="Google Shape;1945;p22"/>
          <p:cNvSpPr/>
          <p:nvPr/>
        </p:nvSpPr>
        <p:spPr>
          <a:xfrm rot="-3508339">
            <a:off x="8149368" y="-1588885"/>
            <a:ext cx="2906424" cy="2906424"/>
          </a:xfrm>
          <a:prstGeom prst="blockArc">
            <a:avLst>
              <a:gd fmla="val 5318277" name="adj1"/>
              <a:gd fmla="val 17556576" name="adj2"/>
              <a:gd fmla="val 1575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3">
    <p:spTree>
      <p:nvGrpSpPr>
        <p:cNvPr id="1946" name="Shape 1946"/>
        <p:cNvGrpSpPr/>
        <p:nvPr/>
      </p:nvGrpSpPr>
      <p:grpSpPr>
        <a:xfrm>
          <a:off x="0" y="0"/>
          <a:ext cx="0" cy="0"/>
          <a:chOff x="0" y="0"/>
          <a:chExt cx="0" cy="0"/>
        </a:xfrm>
      </p:grpSpPr>
      <p:sp>
        <p:nvSpPr>
          <p:cNvPr id="1947" name="Google Shape;1947;p23"/>
          <p:cNvSpPr txBox="1"/>
          <p:nvPr>
            <p:ph type="title"/>
          </p:nvPr>
        </p:nvSpPr>
        <p:spPr>
          <a:xfrm>
            <a:off x="3970800" y="445025"/>
            <a:ext cx="4483800" cy="7407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1948" name="Google Shape;1948;p23"/>
          <p:cNvSpPr txBox="1"/>
          <p:nvPr>
            <p:ph idx="2" type="title"/>
          </p:nvPr>
        </p:nvSpPr>
        <p:spPr>
          <a:xfrm>
            <a:off x="5277829" y="1379975"/>
            <a:ext cx="28584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49" name="Google Shape;1949;p23"/>
          <p:cNvSpPr txBox="1"/>
          <p:nvPr>
            <p:ph idx="1" type="subTitle"/>
          </p:nvPr>
        </p:nvSpPr>
        <p:spPr>
          <a:xfrm>
            <a:off x="5277829" y="1809524"/>
            <a:ext cx="2858400" cy="83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50" name="Google Shape;1950;p23"/>
          <p:cNvSpPr txBox="1"/>
          <p:nvPr>
            <p:ph idx="3" type="title"/>
          </p:nvPr>
        </p:nvSpPr>
        <p:spPr>
          <a:xfrm>
            <a:off x="5277825" y="3050476"/>
            <a:ext cx="28584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51" name="Google Shape;1951;p23"/>
          <p:cNvSpPr txBox="1"/>
          <p:nvPr>
            <p:ph idx="4" type="subTitle"/>
          </p:nvPr>
        </p:nvSpPr>
        <p:spPr>
          <a:xfrm>
            <a:off x="5277825" y="3480025"/>
            <a:ext cx="2858400" cy="83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52" name="Google Shape;1952;p23"/>
          <p:cNvSpPr/>
          <p:nvPr/>
        </p:nvSpPr>
        <p:spPr>
          <a:xfrm flipH="1">
            <a:off x="-1229493" y="2407871"/>
            <a:ext cx="2468100" cy="2468100"/>
          </a:xfrm>
          <a:prstGeom prst="blockArc">
            <a:avLst>
              <a:gd fmla="val 4832860" name="adj1"/>
              <a:gd fmla="val 19296739" name="adj2"/>
              <a:gd fmla="val 9237"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3"/>
          <p:cNvSpPr/>
          <p:nvPr/>
        </p:nvSpPr>
        <p:spPr>
          <a:xfrm>
            <a:off x="-753325" y="2573175"/>
            <a:ext cx="1725900" cy="1725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4" name="Google Shape;1954;p23"/>
          <p:cNvGrpSpPr/>
          <p:nvPr/>
        </p:nvGrpSpPr>
        <p:grpSpPr>
          <a:xfrm rot="-5400000">
            <a:off x="7773103" y="3158403"/>
            <a:ext cx="2227588" cy="726522"/>
            <a:chOff x="3857800" y="1143286"/>
            <a:chExt cx="1039375" cy="338989"/>
          </a:xfrm>
        </p:grpSpPr>
        <p:sp>
          <p:nvSpPr>
            <p:cNvPr id="1955" name="Google Shape;1955;p23"/>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3"/>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23"/>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23"/>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23"/>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23"/>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23"/>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23"/>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3"/>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23"/>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23"/>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23"/>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23"/>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23"/>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23"/>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23"/>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23"/>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23"/>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23"/>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23"/>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3"/>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3"/>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23"/>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23"/>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3"/>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23"/>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3"/>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3"/>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23"/>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23"/>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5" name="Google Shape;1985;p23"/>
          <p:cNvSpPr/>
          <p:nvPr/>
        </p:nvSpPr>
        <p:spPr>
          <a:xfrm>
            <a:off x="8622516" y="1485980"/>
            <a:ext cx="1378800" cy="1378800"/>
          </a:xfrm>
          <a:prstGeom prst="blockArc">
            <a:avLst>
              <a:gd fmla="val 4832860" name="adj1"/>
              <a:gd fmla="val 18782450" name="adj2"/>
              <a:gd fmla="val 20267"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3"/>
          <p:cNvSpPr/>
          <p:nvPr/>
        </p:nvSpPr>
        <p:spPr>
          <a:xfrm>
            <a:off x="2468575" y="-646225"/>
            <a:ext cx="1185600" cy="11856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3_1_1">
    <p:spTree>
      <p:nvGrpSpPr>
        <p:cNvPr id="1987" name="Shape 1987"/>
        <p:cNvGrpSpPr/>
        <p:nvPr/>
      </p:nvGrpSpPr>
      <p:grpSpPr>
        <a:xfrm>
          <a:off x="0" y="0"/>
          <a:ext cx="0" cy="0"/>
          <a:chOff x="0" y="0"/>
          <a:chExt cx="0" cy="0"/>
        </a:xfrm>
      </p:grpSpPr>
      <p:sp>
        <p:nvSpPr>
          <p:cNvPr id="1988" name="Google Shape;1988;p24"/>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1989" name="Google Shape;1989;p24"/>
          <p:cNvSpPr txBox="1"/>
          <p:nvPr>
            <p:ph idx="2" type="title"/>
          </p:nvPr>
        </p:nvSpPr>
        <p:spPr>
          <a:xfrm>
            <a:off x="2079069" y="3009750"/>
            <a:ext cx="20838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90" name="Google Shape;1990;p24"/>
          <p:cNvSpPr txBox="1"/>
          <p:nvPr>
            <p:ph idx="1" type="subTitle"/>
          </p:nvPr>
        </p:nvSpPr>
        <p:spPr>
          <a:xfrm>
            <a:off x="2079069" y="3439300"/>
            <a:ext cx="20838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91" name="Google Shape;1991;p24"/>
          <p:cNvSpPr txBox="1"/>
          <p:nvPr>
            <p:ph idx="3" type="title"/>
          </p:nvPr>
        </p:nvSpPr>
        <p:spPr>
          <a:xfrm>
            <a:off x="4981131" y="3009750"/>
            <a:ext cx="20838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92" name="Google Shape;1992;p24"/>
          <p:cNvSpPr txBox="1"/>
          <p:nvPr>
            <p:ph idx="4" type="subTitle"/>
          </p:nvPr>
        </p:nvSpPr>
        <p:spPr>
          <a:xfrm>
            <a:off x="4981131" y="3439300"/>
            <a:ext cx="20838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93" name="Google Shape;1993;p24"/>
          <p:cNvSpPr/>
          <p:nvPr/>
        </p:nvSpPr>
        <p:spPr>
          <a:xfrm flipH="1">
            <a:off x="8270391" y="2279600"/>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4" name="Google Shape;1994;p24"/>
          <p:cNvGrpSpPr/>
          <p:nvPr/>
        </p:nvGrpSpPr>
        <p:grpSpPr>
          <a:xfrm rot="5400000">
            <a:off x="7651004" y="3368691"/>
            <a:ext cx="2227589" cy="1527191"/>
            <a:chOff x="5519300" y="372750"/>
            <a:chExt cx="1039375" cy="712575"/>
          </a:xfrm>
        </p:grpSpPr>
        <p:sp>
          <p:nvSpPr>
            <p:cNvPr id="1995" name="Google Shape;1995;p24"/>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24"/>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24"/>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4"/>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24"/>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24"/>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4"/>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4"/>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24"/>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24"/>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24"/>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24"/>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24"/>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24"/>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4"/>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4"/>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4"/>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4"/>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24"/>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24"/>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24"/>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24"/>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24"/>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24"/>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24"/>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24"/>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24"/>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24"/>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24"/>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4"/>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4"/>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4"/>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4"/>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4"/>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4"/>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24"/>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24"/>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4"/>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4"/>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4"/>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4"/>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4"/>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4"/>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4"/>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4"/>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4"/>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4"/>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4"/>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24"/>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24"/>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24"/>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24"/>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4"/>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4"/>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4"/>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4"/>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4"/>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24"/>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4"/>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4"/>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4"/>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4"/>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24"/>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24"/>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24"/>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4"/>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24"/>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24"/>
          <p:cNvGrpSpPr/>
          <p:nvPr/>
        </p:nvGrpSpPr>
        <p:grpSpPr>
          <a:xfrm rot="-5400000">
            <a:off x="-818942" y="1077257"/>
            <a:ext cx="2227588" cy="726522"/>
            <a:chOff x="3799000" y="1820400"/>
            <a:chExt cx="1039375" cy="338989"/>
          </a:xfrm>
        </p:grpSpPr>
        <p:sp>
          <p:nvSpPr>
            <p:cNvPr id="2063" name="Google Shape;2063;p24"/>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4"/>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24"/>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24"/>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4"/>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4"/>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24"/>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24"/>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4"/>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4"/>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4"/>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24"/>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24"/>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24"/>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24"/>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24"/>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24"/>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24"/>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24"/>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24"/>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24"/>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4"/>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4"/>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4"/>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24"/>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24"/>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4"/>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4"/>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4"/>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4"/>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4"/>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24"/>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24"/>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24"/>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24"/>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24"/>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9" name="Google Shape;2099;p24"/>
          <p:cNvSpPr/>
          <p:nvPr/>
        </p:nvSpPr>
        <p:spPr>
          <a:xfrm flipH="1">
            <a:off x="-1058342" y="3902385"/>
            <a:ext cx="2574600" cy="2574600"/>
          </a:xfrm>
          <a:prstGeom prst="blockArc">
            <a:avLst>
              <a:gd fmla="val 5958233" name="adj1"/>
              <a:gd fmla="val 17463104" name="adj2"/>
              <a:gd fmla="val 150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00" name="Google Shape;2100;p24"/>
          <p:cNvPicPr preferRelativeResize="0"/>
          <p:nvPr/>
        </p:nvPicPr>
        <p:blipFill>
          <a:blip r:embed="rId2">
            <a:alphaModFix/>
          </a:blip>
          <a:stretch>
            <a:fillRect/>
          </a:stretch>
        </p:blipFill>
        <p:spPr>
          <a:xfrm>
            <a:off x="100850" y="3694589"/>
            <a:ext cx="1306575" cy="1368000"/>
          </a:xfrm>
          <a:prstGeom prst="rect">
            <a:avLst/>
          </a:prstGeom>
          <a:noFill/>
          <a:ln>
            <a:noFill/>
          </a:ln>
        </p:spPr>
      </p:pic>
      <p:sp>
        <p:nvSpPr>
          <p:cNvPr id="2101" name="Google Shape;2101;p24"/>
          <p:cNvSpPr/>
          <p:nvPr/>
        </p:nvSpPr>
        <p:spPr>
          <a:xfrm flipH="1" rot="5400000">
            <a:off x="-383111" y="-1285175"/>
            <a:ext cx="2033700" cy="2033700"/>
          </a:xfrm>
          <a:prstGeom prst="blockArc">
            <a:avLst>
              <a:gd fmla="val 5958233" name="adj1"/>
              <a:gd fmla="val 16931427" name="adj2"/>
              <a:gd fmla="val 1990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4"/>
          <p:cNvSpPr/>
          <p:nvPr/>
        </p:nvSpPr>
        <p:spPr>
          <a:xfrm flipH="1">
            <a:off x="-87012" y="-979068"/>
            <a:ext cx="1654500" cy="16551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03" name="Google Shape;2103;p24"/>
          <p:cNvPicPr preferRelativeResize="0"/>
          <p:nvPr/>
        </p:nvPicPr>
        <p:blipFill>
          <a:blip r:embed="rId3">
            <a:alphaModFix/>
          </a:blip>
          <a:stretch>
            <a:fillRect/>
          </a:stretch>
        </p:blipFill>
        <p:spPr>
          <a:xfrm>
            <a:off x="8514494" y="748521"/>
            <a:ext cx="1013918" cy="726975"/>
          </a:xfrm>
          <a:prstGeom prst="rect">
            <a:avLst/>
          </a:prstGeom>
          <a:noFill/>
          <a:ln>
            <a:noFill/>
          </a:ln>
        </p:spPr>
      </p:pic>
      <p:sp>
        <p:nvSpPr>
          <p:cNvPr id="2104" name="Google Shape;2104;p24"/>
          <p:cNvSpPr/>
          <p:nvPr/>
        </p:nvSpPr>
        <p:spPr>
          <a:xfrm flipH="1" rot="-5400000">
            <a:off x="6829239" y="4604100"/>
            <a:ext cx="2033700" cy="2033700"/>
          </a:xfrm>
          <a:prstGeom prst="blockArc">
            <a:avLst>
              <a:gd fmla="val 5958233" name="adj1"/>
              <a:gd fmla="val 16931427" name="adj2"/>
              <a:gd fmla="val 1990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4"/>
          <p:cNvSpPr/>
          <p:nvPr/>
        </p:nvSpPr>
        <p:spPr>
          <a:xfrm flipH="1" rot="10800000">
            <a:off x="6912341" y="4676592"/>
            <a:ext cx="1654500" cy="16551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06" name="Google Shape;2106;p24"/>
          <p:cNvPicPr preferRelativeResize="0"/>
          <p:nvPr/>
        </p:nvPicPr>
        <p:blipFill>
          <a:blip r:embed="rId3">
            <a:alphaModFix/>
          </a:blip>
          <a:stretch>
            <a:fillRect/>
          </a:stretch>
        </p:blipFill>
        <p:spPr>
          <a:xfrm>
            <a:off x="1567494" y="4676596"/>
            <a:ext cx="1013918" cy="726975"/>
          </a:xfrm>
          <a:prstGeom prst="rect">
            <a:avLst/>
          </a:prstGeom>
          <a:noFill/>
          <a:ln>
            <a:noFill/>
          </a:ln>
        </p:spPr>
      </p:pic>
      <p:pic>
        <p:nvPicPr>
          <p:cNvPr id="2107" name="Google Shape;2107;p24"/>
          <p:cNvPicPr preferRelativeResize="0"/>
          <p:nvPr/>
        </p:nvPicPr>
        <p:blipFill>
          <a:blip r:embed="rId3">
            <a:alphaModFix/>
          </a:blip>
          <a:stretch>
            <a:fillRect/>
          </a:stretch>
        </p:blipFill>
        <p:spPr>
          <a:xfrm>
            <a:off x="-508956" y="2685121"/>
            <a:ext cx="1013918" cy="726975"/>
          </a:xfrm>
          <a:prstGeom prst="rect">
            <a:avLst/>
          </a:prstGeom>
          <a:noFill/>
          <a:ln>
            <a:noFill/>
          </a:ln>
        </p:spPr>
      </p:pic>
      <p:pic>
        <p:nvPicPr>
          <p:cNvPr id="2108" name="Google Shape;2108;p24"/>
          <p:cNvPicPr preferRelativeResize="0"/>
          <p:nvPr/>
        </p:nvPicPr>
        <p:blipFill>
          <a:blip r:embed="rId3">
            <a:alphaModFix/>
          </a:blip>
          <a:stretch>
            <a:fillRect/>
          </a:stretch>
        </p:blipFill>
        <p:spPr>
          <a:xfrm>
            <a:off x="7722166" y="-427950"/>
            <a:ext cx="1217532" cy="872974"/>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3_1_1_2">
    <p:spTree>
      <p:nvGrpSpPr>
        <p:cNvPr id="2109" name="Shape 2109"/>
        <p:cNvGrpSpPr/>
        <p:nvPr/>
      </p:nvGrpSpPr>
      <p:grpSpPr>
        <a:xfrm>
          <a:off x="0" y="0"/>
          <a:ext cx="0" cy="0"/>
          <a:chOff x="0" y="0"/>
          <a:chExt cx="0" cy="0"/>
        </a:xfrm>
      </p:grpSpPr>
      <p:sp>
        <p:nvSpPr>
          <p:cNvPr id="2110" name="Google Shape;2110;p25"/>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111" name="Google Shape;2111;p25"/>
          <p:cNvSpPr txBox="1"/>
          <p:nvPr>
            <p:ph idx="1" type="subTitle"/>
          </p:nvPr>
        </p:nvSpPr>
        <p:spPr>
          <a:xfrm>
            <a:off x="1237236" y="1649888"/>
            <a:ext cx="3136200" cy="234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12" name="Google Shape;2112;p25"/>
          <p:cNvSpPr txBox="1"/>
          <p:nvPr>
            <p:ph idx="2" type="subTitle"/>
          </p:nvPr>
        </p:nvSpPr>
        <p:spPr>
          <a:xfrm>
            <a:off x="4770564" y="1649888"/>
            <a:ext cx="3136200" cy="234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113" name="Google Shape;2113;p25"/>
          <p:cNvGrpSpPr/>
          <p:nvPr/>
        </p:nvGrpSpPr>
        <p:grpSpPr>
          <a:xfrm rot="5400000">
            <a:off x="-716077" y="3282010"/>
            <a:ext cx="2227568" cy="326604"/>
            <a:chOff x="5911703" y="-1770615"/>
            <a:chExt cx="2227568" cy="326604"/>
          </a:xfrm>
        </p:grpSpPr>
        <p:sp>
          <p:nvSpPr>
            <p:cNvPr id="2114" name="Google Shape;2114;p25"/>
            <p:cNvSpPr/>
            <p:nvPr/>
          </p:nvSpPr>
          <p:spPr>
            <a:xfrm>
              <a:off x="8013271" y="-177061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5"/>
            <p:cNvSpPr/>
            <p:nvPr/>
          </p:nvSpPr>
          <p:spPr>
            <a:xfrm>
              <a:off x="7631168" y="-177061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5"/>
            <p:cNvSpPr/>
            <p:nvPr/>
          </p:nvSpPr>
          <p:spPr>
            <a:xfrm>
              <a:off x="7249064" y="-177061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25"/>
            <p:cNvSpPr/>
            <p:nvPr/>
          </p:nvSpPr>
          <p:spPr>
            <a:xfrm>
              <a:off x="7058013" y="-177061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25"/>
            <p:cNvSpPr/>
            <p:nvPr/>
          </p:nvSpPr>
          <p:spPr>
            <a:xfrm>
              <a:off x="6102754" y="-177061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25"/>
            <p:cNvSpPr/>
            <p:nvPr/>
          </p:nvSpPr>
          <p:spPr>
            <a:xfrm>
              <a:off x="6293806" y="-177061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25"/>
            <p:cNvSpPr/>
            <p:nvPr/>
          </p:nvSpPr>
          <p:spPr>
            <a:xfrm>
              <a:off x="5911703" y="-1770615"/>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25"/>
            <p:cNvSpPr/>
            <p:nvPr/>
          </p:nvSpPr>
          <p:spPr>
            <a:xfrm>
              <a:off x="7822219"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25"/>
            <p:cNvSpPr/>
            <p:nvPr/>
          </p:nvSpPr>
          <p:spPr>
            <a:xfrm>
              <a:off x="8013271"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25"/>
            <p:cNvSpPr/>
            <p:nvPr/>
          </p:nvSpPr>
          <p:spPr>
            <a:xfrm>
              <a:off x="7249064"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25"/>
            <p:cNvSpPr/>
            <p:nvPr/>
          </p:nvSpPr>
          <p:spPr>
            <a:xfrm>
              <a:off x="7440116"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25"/>
            <p:cNvSpPr/>
            <p:nvPr/>
          </p:nvSpPr>
          <p:spPr>
            <a:xfrm>
              <a:off x="7058013"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5"/>
            <p:cNvSpPr/>
            <p:nvPr/>
          </p:nvSpPr>
          <p:spPr>
            <a:xfrm>
              <a:off x="6675909"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5"/>
            <p:cNvSpPr/>
            <p:nvPr/>
          </p:nvSpPr>
          <p:spPr>
            <a:xfrm>
              <a:off x="6866961"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5"/>
            <p:cNvSpPr/>
            <p:nvPr/>
          </p:nvSpPr>
          <p:spPr>
            <a:xfrm>
              <a:off x="6484858"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5"/>
            <p:cNvSpPr/>
            <p:nvPr/>
          </p:nvSpPr>
          <p:spPr>
            <a:xfrm>
              <a:off x="6293806"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5"/>
            <p:cNvSpPr/>
            <p:nvPr/>
          </p:nvSpPr>
          <p:spPr>
            <a:xfrm>
              <a:off x="5911703" y="-1570011"/>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1" name="Google Shape;2131;p25"/>
          <p:cNvSpPr/>
          <p:nvPr/>
        </p:nvSpPr>
        <p:spPr>
          <a:xfrm flipH="1" rot="8223760">
            <a:off x="8066614" y="3302903"/>
            <a:ext cx="1986206" cy="1986646"/>
          </a:xfrm>
          <a:prstGeom prst="blockArc">
            <a:avLst>
              <a:gd fmla="val 5100224" name="adj1"/>
              <a:gd fmla="val 16890590" name="adj2"/>
              <a:gd fmla="val 2586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5"/>
          <p:cNvSpPr/>
          <p:nvPr/>
        </p:nvSpPr>
        <p:spPr>
          <a:xfrm flipH="1" rot="8223572">
            <a:off x="8098025" y="3495149"/>
            <a:ext cx="1534706" cy="1534721"/>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5"/>
          <p:cNvSpPr/>
          <p:nvPr/>
        </p:nvSpPr>
        <p:spPr>
          <a:xfrm flipH="1" rot="656896">
            <a:off x="-1466385" y="950324"/>
            <a:ext cx="2255655" cy="2255712"/>
          </a:xfrm>
          <a:prstGeom prst="blockArc">
            <a:avLst>
              <a:gd fmla="val 5100224" name="adj1"/>
              <a:gd fmla="val 17105252" name="adj2"/>
              <a:gd fmla="val 22959"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5"/>
          <p:cNvSpPr/>
          <p:nvPr/>
        </p:nvSpPr>
        <p:spPr>
          <a:xfrm flipH="1" rot="656663">
            <a:off x="-951810" y="1473801"/>
            <a:ext cx="1742900" cy="174295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5" name="Google Shape;2135;p25"/>
          <p:cNvGrpSpPr/>
          <p:nvPr/>
        </p:nvGrpSpPr>
        <p:grpSpPr>
          <a:xfrm flipH="1" rot="-5400000">
            <a:off x="7876900" y="1636706"/>
            <a:ext cx="2036537" cy="726522"/>
            <a:chOff x="5697593" y="1680311"/>
            <a:chExt cx="950232" cy="338989"/>
          </a:xfrm>
        </p:grpSpPr>
        <p:sp>
          <p:nvSpPr>
            <p:cNvPr id="2136" name="Google Shape;2136;p25"/>
            <p:cNvSpPr/>
            <p:nvPr/>
          </p:nvSpPr>
          <p:spPr>
            <a:xfrm>
              <a:off x="649988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5"/>
            <p:cNvSpPr/>
            <p:nvPr/>
          </p:nvSpPr>
          <p:spPr>
            <a:xfrm>
              <a:off x="649988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25"/>
            <p:cNvSpPr/>
            <p:nvPr/>
          </p:nvSpPr>
          <p:spPr>
            <a:xfrm>
              <a:off x="649988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25"/>
            <p:cNvSpPr/>
            <p:nvPr/>
          </p:nvSpPr>
          <p:spPr>
            <a:xfrm>
              <a:off x="6589025"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25"/>
            <p:cNvSpPr/>
            <p:nvPr/>
          </p:nvSpPr>
          <p:spPr>
            <a:xfrm>
              <a:off x="658902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5"/>
            <p:cNvSpPr/>
            <p:nvPr/>
          </p:nvSpPr>
          <p:spPr>
            <a:xfrm>
              <a:off x="6410738"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5"/>
            <p:cNvSpPr/>
            <p:nvPr/>
          </p:nvSpPr>
          <p:spPr>
            <a:xfrm>
              <a:off x="6410738"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5"/>
            <p:cNvSpPr/>
            <p:nvPr/>
          </p:nvSpPr>
          <p:spPr>
            <a:xfrm>
              <a:off x="623245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5"/>
            <p:cNvSpPr/>
            <p:nvPr/>
          </p:nvSpPr>
          <p:spPr>
            <a:xfrm>
              <a:off x="623245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5"/>
            <p:cNvSpPr/>
            <p:nvPr/>
          </p:nvSpPr>
          <p:spPr>
            <a:xfrm>
              <a:off x="6321595"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5"/>
            <p:cNvSpPr/>
            <p:nvPr/>
          </p:nvSpPr>
          <p:spPr>
            <a:xfrm>
              <a:off x="632159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5"/>
            <p:cNvSpPr/>
            <p:nvPr/>
          </p:nvSpPr>
          <p:spPr>
            <a:xfrm>
              <a:off x="614330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25"/>
            <p:cNvSpPr/>
            <p:nvPr/>
          </p:nvSpPr>
          <p:spPr>
            <a:xfrm>
              <a:off x="614330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25"/>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5"/>
            <p:cNvSpPr/>
            <p:nvPr/>
          </p:nvSpPr>
          <p:spPr>
            <a:xfrm>
              <a:off x="596502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5"/>
            <p:cNvSpPr/>
            <p:nvPr/>
          </p:nvSpPr>
          <p:spPr>
            <a:xfrm>
              <a:off x="596502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5"/>
            <p:cNvSpPr/>
            <p:nvPr/>
          </p:nvSpPr>
          <p:spPr>
            <a:xfrm>
              <a:off x="596502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5"/>
            <p:cNvSpPr/>
            <p:nvPr/>
          </p:nvSpPr>
          <p:spPr>
            <a:xfrm>
              <a:off x="605416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25"/>
            <p:cNvSpPr/>
            <p:nvPr/>
          </p:nvSpPr>
          <p:spPr>
            <a:xfrm>
              <a:off x="605416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25"/>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5"/>
            <p:cNvSpPr/>
            <p:nvPr/>
          </p:nvSpPr>
          <p:spPr>
            <a:xfrm>
              <a:off x="587587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25"/>
            <p:cNvSpPr/>
            <p:nvPr/>
          </p:nvSpPr>
          <p:spPr>
            <a:xfrm>
              <a:off x="587587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25"/>
            <p:cNvSpPr/>
            <p:nvPr/>
          </p:nvSpPr>
          <p:spPr>
            <a:xfrm>
              <a:off x="5697593"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25"/>
            <p:cNvSpPr/>
            <p:nvPr/>
          </p:nvSpPr>
          <p:spPr>
            <a:xfrm>
              <a:off x="5697593"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25"/>
            <p:cNvSpPr/>
            <p:nvPr/>
          </p:nvSpPr>
          <p:spPr>
            <a:xfrm>
              <a:off x="5697593"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5"/>
            <p:cNvSpPr/>
            <p:nvPr/>
          </p:nvSpPr>
          <p:spPr>
            <a:xfrm>
              <a:off x="5697593"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25"/>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25"/>
            <p:cNvSpPr/>
            <p:nvPr/>
          </p:nvSpPr>
          <p:spPr>
            <a:xfrm>
              <a:off x="5786736"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25"/>
            <p:cNvSpPr/>
            <p:nvPr/>
          </p:nvSpPr>
          <p:spPr>
            <a:xfrm>
              <a:off x="578673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25"/>
            <p:cNvSpPr/>
            <p:nvPr/>
          </p:nvSpPr>
          <p:spPr>
            <a:xfrm>
              <a:off x="578673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25"/>
          <p:cNvGrpSpPr/>
          <p:nvPr/>
        </p:nvGrpSpPr>
        <p:grpSpPr>
          <a:xfrm flipH="1">
            <a:off x="-381821" y="-103359"/>
            <a:ext cx="2227588" cy="726522"/>
            <a:chOff x="3620725" y="372750"/>
            <a:chExt cx="1039375" cy="338989"/>
          </a:xfrm>
        </p:grpSpPr>
        <p:sp>
          <p:nvSpPr>
            <p:cNvPr id="2167" name="Google Shape;2167;p25"/>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25"/>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25"/>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5"/>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25"/>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25"/>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5"/>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25"/>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5"/>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5"/>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5"/>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5"/>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5"/>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25"/>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25"/>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5"/>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5"/>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5"/>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5"/>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5"/>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5"/>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5"/>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5"/>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5"/>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5"/>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5"/>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5"/>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5"/>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25"/>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25"/>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25"/>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25"/>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5"/>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5"/>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5"/>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5"/>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5"/>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04" name="Google Shape;2204;p25"/>
          <p:cNvPicPr preferRelativeResize="0"/>
          <p:nvPr/>
        </p:nvPicPr>
        <p:blipFill>
          <a:blip r:embed="rId2">
            <a:alphaModFix/>
          </a:blip>
          <a:stretch>
            <a:fillRect/>
          </a:stretch>
        </p:blipFill>
        <p:spPr>
          <a:xfrm>
            <a:off x="8634597" y="3947683"/>
            <a:ext cx="665700" cy="1111385"/>
          </a:xfrm>
          <a:prstGeom prst="rect">
            <a:avLst/>
          </a:prstGeom>
          <a:noFill/>
          <a:ln>
            <a:noFill/>
          </a:ln>
        </p:spPr>
      </p:pic>
      <p:sp>
        <p:nvSpPr>
          <p:cNvPr id="2205" name="Google Shape;2205;p25"/>
          <p:cNvSpPr/>
          <p:nvPr/>
        </p:nvSpPr>
        <p:spPr>
          <a:xfrm flipH="1" rot="-4743008">
            <a:off x="936100" y="4678764"/>
            <a:ext cx="2593314" cy="2593371"/>
          </a:xfrm>
          <a:prstGeom prst="blockArc">
            <a:avLst>
              <a:gd fmla="val 5100224" name="adj1"/>
              <a:gd fmla="val 16747037" name="adj2"/>
              <a:gd fmla="val 11247"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5"/>
          <p:cNvSpPr/>
          <p:nvPr/>
        </p:nvSpPr>
        <p:spPr>
          <a:xfrm flipH="1" rot="-4743408">
            <a:off x="1537977" y="4676626"/>
            <a:ext cx="2003838" cy="2003895"/>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_1_1_1">
    <p:spTree>
      <p:nvGrpSpPr>
        <p:cNvPr id="2207" name="Shape 2207"/>
        <p:cNvGrpSpPr/>
        <p:nvPr/>
      </p:nvGrpSpPr>
      <p:grpSpPr>
        <a:xfrm>
          <a:off x="0" y="0"/>
          <a:ext cx="0" cy="0"/>
          <a:chOff x="0" y="0"/>
          <a:chExt cx="0" cy="0"/>
        </a:xfrm>
      </p:grpSpPr>
      <p:sp>
        <p:nvSpPr>
          <p:cNvPr id="2208" name="Google Shape;2208;p26"/>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209" name="Google Shape;2209;p26"/>
          <p:cNvSpPr txBox="1"/>
          <p:nvPr>
            <p:ph idx="2" type="title"/>
          </p:nvPr>
        </p:nvSpPr>
        <p:spPr>
          <a:xfrm>
            <a:off x="1099200" y="2941050"/>
            <a:ext cx="20067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10" name="Google Shape;2210;p26"/>
          <p:cNvSpPr txBox="1"/>
          <p:nvPr>
            <p:ph idx="1" type="subTitle"/>
          </p:nvPr>
        </p:nvSpPr>
        <p:spPr>
          <a:xfrm>
            <a:off x="1099200" y="3370599"/>
            <a:ext cx="2006700" cy="83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11" name="Google Shape;2211;p26"/>
          <p:cNvSpPr txBox="1"/>
          <p:nvPr>
            <p:ph idx="3" type="title"/>
          </p:nvPr>
        </p:nvSpPr>
        <p:spPr>
          <a:xfrm>
            <a:off x="3528012" y="2941050"/>
            <a:ext cx="20067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12" name="Google Shape;2212;p26"/>
          <p:cNvSpPr txBox="1"/>
          <p:nvPr>
            <p:ph idx="4" type="subTitle"/>
          </p:nvPr>
        </p:nvSpPr>
        <p:spPr>
          <a:xfrm>
            <a:off x="3528012" y="3370600"/>
            <a:ext cx="2006700" cy="83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13" name="Google Shape;2213;p26"/>
          <p:cNvSpPr txBox="1"/>
          <p:nvPr>
            <p:ph idx="5" type="title"/>
          </p:nvPr>
        </p:nvSpPr>
        <p:spPr>
          <a:xfrm>
            <a:off x="5956750" y="2941050"/>
            <a:ext cx="20067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14" name="Google Shape;2214;p26"/>
          <p:cNvSpPr txBox="1"/>
          <p:nvPr>
            <p:ph idx="6" type="subTitle"/>
          </p:nvPr>
        </p:nvSpPr>
        <p:spPr>
          <a:xfrm>
            <a:off x="5956750" y="3370600"/>
            <a:ext cx="2006700" cy="83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215" name="Google Shape;2215;p26"/>
          <p:cNvGrpSpPr/>
          <p:nvPr/>
        </p:nvGrpSpPr>
        <p:grpSpPr>
          <a:xfrm>
            <a:off x="7130578" y="4680303"/>
            <a:ext cx="2227588" cy="726522"/>
            <a:chOff x="3857800" y="1143286"/>
            <a:chExt cx="1039375" cy="338989"/>
          </a:xfrm>
        </p:grpSpPr>
        <p:sp>
          <p:nvSpPr>
            <p:cNvPr id="2216" name="Google Shape;2216;p26"/>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6"/>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6"/>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6"/>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6"/>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6"/>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6"/>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6"/>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6"/>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6"/>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26"/>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6"/>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6"/>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6"/>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6"/>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26"/>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26"/>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6"/>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6"/>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26"/>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26"/>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6"/>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6"/>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26"/>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26"/>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6"/>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6"/>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6"/>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6"/>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6"/>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 name="Google Shape;2246;p26"/>
          <p:cNvGrpSpPr/>
          <p:nvPr/>
        </p:nvGrpSpPr>
        <p:grpSpPr>
          <a:xfrm>
            <a:off x="-254692" y="-76870"/>
            <a:ext cx="2227588" cy="726522"/>
            <a:chOff x="5608450" y="1680311"/>
            <a:chExt cx="1039375" cy="338989"/>
          </a:xfrm>
        </p:grpSpPr>
        <p:sp>
          <p:nvSpPr>
            <p:cNvPr id="2247" name="Google Shape;2247;p26"/>
            <p:cNvSpPr/>
            <p:nvPr/>
          </p:nvSpPr>
          <p:spPr>
            <a:xfrm>
              <a:off x="649988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26"/>
            <p:cNvSpPr/>
            <p:nvPr/>
          </p:nvSpPr>
          <p:spPr>
            <a:xfrm>
              <a:off x="649988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6"/>
            <p:cNvSpPr/>
            <p:nvPr/>
          </p:nvSpPr>
          <p:spPr>
            <a:xfrm>
              <a:off x="649988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6"/>
            <p:cNvSpPr/>
            <p:nvPr/>
          </p:nvSpPr>
          <p:spPr>
            <a:xfrm>
              <a:off x="6589025"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6"/>
            <p:cNvSpPr/>
            <p:nvPr/>
          </p:nvSpPr>
          <p:spPr>
            <a:xfrm>
              <a:off x="658902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6"/>
            <p:cNvSpPr/>
            <p:nvPr/>
          </p:nvSpPr>
          <p:spPr>
            <a:xfrm>
              <a:off x="6410738"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6"/>
            <p:cNvSpPr/>
            <p:nvPr/>
          </p:nvSpPr>
          <p:spPr>
            <a:xfrm>
              <a:off x="6410738"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6"/>
            <p:cNvSpPr/>
            <p:nvPr/>
          </p:nvSpPr>
          <p:spPr>
            <a:xfrm>
              <a:off x="6410738"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6"/>
            <p:cNvSpPr/>
            <p:nvPr/>
          </p:nvSpPr>
          <p:spPr>
            <a:xfrm>
              <a:off x="623245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6"/>
            <p:cNvSpPr/>
            <p:nvPr/>
          </p:nvSpPr>
          <p:spPr>
            <a:xfrm>
              <a:off x="623245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6"/>
            <p:cNvSpPr/>
            <p:nvPr/>
          </p:nvSpPr>
          <p:spPr>
            <a:xfrm>
              <a:off x="6321595"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6"/>
            <p:cNvSpPr/>
            <p:nvPr/>
          </p:nvSpPr>
          <p:spPr>
            <a:xfrm>
              <a:off x="632159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26"/>
            <p:cNvSpPr/>
            <p:nvPr/>
          </p:nvSpPr>
          <p:spPr>
            <a:xfrm>
              <a:off x="6321595"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26"/>
            <p:cNvSpPr/>
            <p:nvPr/>
          </p:nvSpPr>
          <p:spPr>
            <a:xfrm>
              <a:off x="614330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26"/>
            <p:cNvSpPr/>
            <p:nvPr/>
          </p:nvSpPr>
          <p:spPr>
            <a:xfrm>
              <a:off x="614330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26"/>
            <p:cNvSpPr/>
            <p:nvPr/>
          </p:nvSpPr>
          <p:spPr>
            <a:xfrm>
              <a:off x="6143309"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6"/>
            <p:cNvSpPr/>
            <p:nvPr/>
          </p:nvSpPr>
          <p:spPr>
            <a:xfrm>
              <a:off x="614330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26"/>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26"/>
            <p:cNvSpPr/>
            <p:nvPr/>
          </p:nvSpPr>
          <p:spPr>
            <a:xfrm>
              <a:off x="596502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26"/>
            <p:cNvSpPr/>
            <p:nvPr/>
          </p:nvSpPr>
          <p:spPr>
            <a:xfrm>
              <a:off x="596502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6"/>
            <p:cNvSpPr/>
            <p:nvPr/>
          </p:nvSpPr>
          <p:spPr>
            <a:xfrm>
              <a:off x="596502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6"/>
            <p:cNvSpPr/>
            <p:nvPr/>
          </p:nvSpPr>
          <p:spPr>
            <a:xfrm>
              <a:off x="605416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6"/>
            <p:cNvSpPr/>
            <p:nvPr/>
          </p:nvSpPr>
          <p:spPr>
            <a:xfrm>
              <a:off x="605416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26"/>
            <p:cNvSpPr/>
            <p:nvPr/>
          </p:nvSpPr>
          <p:spPr>
            <a:xfrm>
              <a:off x="605416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26"/>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6"/>
            <p:cNvSpPr/>
            <p:nvPr/>
          </p:nvSpPr>
          <p:spPr>
            <a:xfrm>
              <a:off x="587587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26"/>
            <p:cNvSpPr/>
            <p:nvPr/>
          </p:nvSpPr>
          <p:spPr>
            <a:xfrm>
              <a:off x="587587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26"/>
            <p:cNvSpPr/>
            <p:nvPr/>
          </p:nvSpPr>
          <p:spPr>
            <a:xfrm>
              <a:off x="5697593"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6"/>
            <p:cNvSpPr/>
            <p:nvPr/>
          </p:nvSpPr>
          <p:spPr>
            <a:xfrm>
              <a:off x="5697593"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26"/>
            <p:cNvSpPr/>
            <p:nvPr/>
          </p:nvSpPr>
          <p:spPr>
            <a:xfrm>
              <a:off x="5697593"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26"/>
            <p:cNvSpPr/>
            <p:nvPr/>
          </p:nvSpPr>
          <p:spPr>
            <a:xfrm>
              <a:off x="5697593"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26"/>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26"/>
            <p:cNvSpPr/>
            <p:nvPr/>
          </p:nvSpPr>
          <p:spPr>
            <a:xfrm>
              <a:off x="5786736"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26"/>
            <p:cNvSpPr/>
            <p:nvPr/>
          </p:nvSpPr>
          <p:spPr>
            <a:xfrm>
              <a:off x="578673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26"/>
            <p:cNvSpPr/>
            <p:nvPr/>
          </p:nvSpPr>
          <p:spPr>
            <a:xfrm>
              <a:off x="578673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26"/>
            <p:cNvSpPr/>
            <p:nvPr/>
          </p:nvSpPr>
          <p:spPr>
            <a:xfrm>
              <a:off x="5608450"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3" name="Google Shape;2283;p26"/>
          <p:cNvSpPr/>
          <p:nvPr/>
        </p:nvSpPr>
        <p:spPr>
          <a:xfrm rot="-1856039">
            <a:off x="8454804" y="2577737"/>
            <a:ext cx="2574846" cy="2574846"/>
          </a:xfrm>
          <a:prstGeom prst="blockArc">
            <a:avLst>
              <a:gd fmla="val 5958233" name="adj1"/>
              <a:gd fmla="val 17338531" name="adj2"/>
              <a:gd fmla="val 8483"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26"/>
          <p:cNvSpPr/>
          <p:nvPr/>
        </p:nvSpPr>
        <p:spPr>
          <a:xfrm>
            <a:off x="8472788" y="2510000"/>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26"/>
          <p:cNvSpPr/>
          <p:nvPr/>
        </p:nvSpPr>
        <p:spPr>
          <a:xfrm flipH="1" rot="1856039">
            <a:off x="-1791221" y="147812"/>
            <a:ext cx="2574846" cy="2574846"/>
          </a:xfrm>
          <a:prstGeom prst="blockArc">
            <a:avLst>
              <a:gd fmla="val 5958233" name="adj1"/>
              <a:gd fmla="val 17474158" name="adj2"/>
              <a:gd fmla="val 15925"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26"/>
          <p:cNvSpPr/>
          <p:nvPr/>
        </p:nvSpPr>
        <p:spPr>
          <a:xfrm flipH="1">
            <a:off x="-1205123" y="422875"/>
            <a:ext cx="2118000" cy="21186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26"/>
          <p:cNvSpPr/>
          <p:nvPr/>
        </p:nvSpPr>
        <p:spPr>
          <a:xfrm>
            <a:off x="6337536" y="4893650"/>
            <a:ext cx="1326600" cy="13272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8" name="Google Shape;2288;p26"/>
          <p:cNvGrpSpPr/>
          <p:nvPr/>
        </p:nvGrpSpPr>
        <p:grpSpPr>
          <a:xfrm>
            <a:off x="282666" y="4529415"/>
            <a:ext cx="485944" cy="339170"/>
            <a:chOff x="5265975" y="1869575"/>
            <a:chExt cx="269400" cy="128825"/>
          </a:xfrm>
        </p:grpSpPr>
        <p:cxnSp>
          <p:nvCxnSpPr>
            <p:cNvPr id="2289" name="Google Shape;2289;p26"/>
            <p:cNvCxnSpPr/>
            <p:nvPr/>
          </p:nvCxnSpPr>
          <p:spPr>
            <a:xfrm>
              <a:off x="5265975" y="1869575"/>
              <a:ext cx="269400" cy="0"/>
            </a:xfrm>
            <a:prstGeom prst="straightConnector1">
              <a:avLst/>
            </a:prstGeom>
            <a:noFill/>
            <a:ln cap="flat" cmpd="sng" w="9525">
              <a:solidFill>
                <a:schemeClr val="dk1"/>
              </a:solidFill>
              <a:prstDash val="solid"/>
              <a:round/>
              <a:headEnd len="med" w="med" type="none"/>
              <a:tailEnd len="med" w="med" type="none"/>
            </a:ln>
          </p:spPr>
        </p:cxnSp>
        <p:cxnSp>
          <p:nvCxnSpPr>
            <p:cNvPr id="2290" name="Google Shape;2290;p26"/>
            <p:cNvCxnSpPr/>
            <p:nvPr/>
          </p:nvCxnSpPr>
          <p:spPr>
            <a:xfrm>
              <a:off x="5265975" y="1901781"/>
              <a:ext cx="269400" cy="0"/>
            </a:xfrm>
            <a:prstGeom prst="straightConnector1">
              <a:avLst/>
            </a:prstGeom>
            <a:noFill/>
            <a:ln cap="flat" cmpd="sng" w="9525">
              <a:solidFill>
                <a:schemeClr val="dk1"/>
              </a:solidFill>
              <a:prstDash val="solid"/>
              <a:round/>
              <a:headEnd len="med" w="med" type="none"/>
              <a:tailEnd len="med" w="med" type="none"/>
            </a:ln>
          </p:spPr>
        </p:cxnSp>
        <p:cxnSp>
          <p:nvCxnSpPr>
            <p:cNvPr id="2291" name="Google Shape;2291;p26"/>
            <p:cNvCxnSpPr/>
            <p:nvPr/>
          </p:nvCxnSpPr>
          <p:spPr>
            <a:xfrm>
              <a:off x="5265975" y="1933988"/>
              <a:ext cx="269400" cy="0"/>
            </a:xfrm>
            <a:prstGeom prst="straightConnector1">
              <a:avLst/>
            </a:prstGeom>
            <a:noFill/>
            <a:ln cap="flat" cmpd="sng" w="9525">
              <a:solidFill>
                <a:schemeClr val="dk1"/>
              </a:solidFill>
              <a:prstDash val="solid"/>
              <a:round/>
              <a:headEnd len="med" w="med" type="none"/>
              <a:tailEnd len="med" w="med" type="none"/>
            </a:ln>
          </p:spPr>
        </p:cxnSp>
        <p:cxnSp>
          <p:nvCxnSpPr>
            <p:cNvPr id="2292" name="Google Shape;2292;p26"/>
            <p:cNvCxnSpPr/>
            <p:nvPr/>
          </p:nvCxnSpPr>
          <p:spPr>
            <a:xfrm>
              <a:off x="5265975" y="1966194"/>
              <a:ext cx="269400" cy="0"/>
            </a:xfrm>
            <a:prstGeom prst="straightConnector1">
              <a:avLst/>
            </a:prstGeom>
            <a:noFill/>
            <a:ln cap="flat" cmpd="sng" w="9525">
              <a:solidFill>
                <a:schemeClr val="dk1"/>
              </a:solidFill>
              <a:prstDash val="solid"/>
              <a:round/>
              <a:headEnd len="med" w="med" type="none"/>
              <a:tailEnd len="med" w="med" type="none"/>
            </a:ln>
          </p:spPr>
        </p:cxnSp>
        <p:cxnSp>
          <p:nvCxnSpPr>
            <p:cNvPr id="2293" name="Google Shape;2293;p26"/>
            <p:cNvCxnSpPr/>
            <p:nvPr/>
          </p:nvCxnSpPr>
          <p:spPr>
            <a:xfrm>
              <a:off x="5265975" y="1998400"/>
              <a:ext cx="269400" cy="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3_1_1_1_1_1_1_1_1">
    <p:spTree>
      <p:nvGrpSpPr>
        <p:cNvPr id="2294" name="Shape 2294"/>
        <p:cNvGrpSpPr/>
        <p:nvPr/>
      </p:nvGrpSpPr>
      <p:grpSpPr>
        <a:xfrm>
          <a:off x="0" y="0"/>
          <a:ext cx="0" cy="0"/>
          <a:chOff x="0" y="0"/>
          <a:chExt cx="0" cy="0"/>
        </a:xfrm>
      </p:grpSpPr>
      <p:sp>
        <p:nvSpPr>
          <p:cNvPr id="2295" name="Google Shape;2295;p27"/>
          <p:cNvSpPr txBox="1"/>
          <p:nvPr>
            <p:ph type="title"/>
          </p:nvPr>
        </p:nvSpPr>
        <p:spPr>
          <a:xfrm>
            <a:off x="4567401" y="445025"/>
            <a:ext cx="3863400" cy="7389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296" name="Google Shape;2296;p27"/>
          <p:cNvSpPr txBox="1"/>
          <p:nvPr>
            <p:ph idx="2" type="title"/>
          </p:nvPr>
        </p:nvSpPr>
        <p:spPr>
          <a:xfrm>
            <a:off x="5368999" y="1240325"/>
            <a:ext cx="28782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97" name="Google Shape;2297;p27"/>
          <p:cNvSpPr txBox="1"/>
          <p:nvPr>
            <p:ph idx="1" type="subTitle"/>
          </p:nvPr>
        </p:nvSpPr>
        <p:spPr>
          <a:xfrm>
            <a:off x="5369002" y="1669875"/>
            <a:ext cx="2878200" cy="39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98" name="Google Shape;2298;p27"/>
          <p:cNvSpPr txBox="1"/>
          <p:nvPr>
            <p:ph idx="3" type="title"/>
          </p:nvPr>
        </p:nvSpPr>
        <p:spPr>
          <a:xfrm>
            <a:off x="5369000" y="2905671"/>
            <a:ext cx="28782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99" name="Google Shape;2299;p27"/>
          <p:cNvSpPr txBox="1"/>
          <p:nvPr>
            <p:ph idx="4" type="subTitle"/>
          </p:nvPr>
        </p:nvSpPr>
        <p:spPr>
          <a:xfrm>
            <a:off x="5369002" y="3335220"/>
            <a:ext cx="2878200" cy="39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00" name="Google Shape;2300;p27"/>
          <p:cNvSpPr txBox="1"/>
          <p:nvPr>
            <p:ph idx="5" type="title"/>
          </p:nvPr>
        </p:nvSpPr>
        <p:spPr>
          <a:xfrm>
            <a:off x="5368999" y="2073008"/>
            <a:ext cx="28782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01" name="Google Shape;2301;p27"/>
          <p:cNvSpPr txBox="1"/>
          <p:nvPr>
            <p:ph idx="6" type="subTitle"/>
          </p:nvPr>
        </p:nvSpPr>
        <p:spPr>
          <a:xfrm>
            <a:off x="5369002" y="2502560"/>
            <a:ext cx="2878200" cy="39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02" name="Google Shape;2302;p27"/>
          <p:cNvSpPr txBox="1"/>
          <p:nvPr>
            <p:ph idx="7" type="title"/>
          </p:nvPr>
        </p:nvSpPr>
        <p:spPr>
          <a:xfrm>
            <a:off x="5369000" y="3735832"/>
            <a:ext cx="28782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03" name="Google Shape;2303;p27"/>
          <p:cNvSpPr txBox="1"/>
          <p:nvPr>
            <p:ph idx="8" type="subTitle"/>
          </p:nvPr>
        </p:nvSpPr>
        <p:spPr>
          <a:xfrm>
            <a:off x="5369000" y="4165381"/>
            <a:ext cx="2878200" cy="38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04" name="Google Shape;2304;p27"/>
          <p:cNvSpPr/>
          <p:nvPr/>
        </p:nvSpPr>
        <p:spPr>
          <a:xfrm flipH="1" rot="-5400000">
            <a:off x="1032349" y="3870837"/>
            <a:ext cx="2424900" cy="2424900"/>
          </a:xfrm>
          <a:prstGeom prst="blockArc">
            <a:avLst>
              <a:gd fmla="val 4146271" name="adj1"/>
              <a:gd fmla="val 18434685" name="adj2"/>
              <a:gd fmla="val 21378"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27"/>
          <p:cNvSpPr/>
          <p:nvPr/>
        </p:nvSpPr>
        <p:spPr>
          <a:xfrm flipH="1">
            <a:off x="-1230427" y="328923"/>
            <a:ext cx="3063300" cy="3063300"/>
          </a:xfrm>
          <a:prstGeom prst="blockArc">
            <a:avLst>
              <a:gd fmla="val 4146271" name="adj1"/>
              <a:gd fmla="val 17442719" name="adj2"/>
              <a:gd fmla="val 10272"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27"/>
          <p:cNvSpPr/>
          <p:nvPr/>
        </p:nvSpPr>
        <p:spPr>
          <a:xfrm flipH="1">
            <a:off x="-831976" y="539375"/>
            <a:ext cx="2488800" cy="2489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7"/>
          <p:cNvSpPr/>
          <p:nvPr/>
        </p:nvSpPr>
        <p:spPr>
          <a:xfrm flipH="1" rot="626">
            <a:off x="2212555" y="-600269"/>
            <a:ext cx="1647000" cy="16476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8" name="Google Shape;2308;p27"/>
          <p:cNvGrpSpPr/>
          <p:nvPr/>
        </p:nvGrpSpPr>
        <p:grpSpPr>
          <a:xfrm>
            <a:off x="1502329" y="4322353"/>
            <a:ext cx="2227588" cy="726522"/>
            <a:chOff x="3620725" y="372750"/>
            <a:chExt cx="1039375" cy="338989"/>
          </a:xfrm>
        </p:grpSpPr>
        <p:sp>
          <p:nvSpPr>
            <p:cNvPr id="2309" name="Google Shape;2309;p27"/>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27"/>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27"/>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27"/>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7"/>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27"/>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27"/>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27"/>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27"/>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27"/>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7"/>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7"/>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7"/>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27"/>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7"/>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27"/>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27"/>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27"/>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7"/>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27"/>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27"/>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7"/>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7"/>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7"/>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7"/>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7"/>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27"/>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27"/>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27"/>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27"/>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27"/>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27"/>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27"/>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27"/>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27"/>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27"/>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27"/>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6" name="Google Shape;2346;p27"/>
          <p:cNvSpPr/>
          <p:nvPr/>
        </p:nvSpPr>
        <p:spPr>
          <a:xfrm flipH="1" rot="10800000">
            <a:off x="8580477" y="765237"/>
            <a:ext cx="1647000" cy="1647000"/>
          </a:xfrm>
          <a:prstGeom prst="blockArc">
            <a:avLst>
              <a:gd fmla="val 4146271" name="adj1"/>
              <a:gd fmla="val 18434685" name="adj2"/>
              <a:gd fmla="val 21378"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27"/>
          <p:cNvSpPr/>
          <p:nvPr/>
        </p:nvSpPr>
        <p:spPr>
          <a:xfrm flipH="1" rot="10800000">
            <a:off x="8639604" y="1125452"/>
            <a:ext cx="1338000" cy="13386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8" name="Google Shape;2348;p27"/>
          <p:cNvGrpSpPr/>
          <p:nvPr/>
        </p:nvGrpSpPr>
        <p:grpSpPr>
          <a:xfrm rot="5400000">
            <a:off x="-460947" y="3018540"/>
            <a:ext cx="2227588" cy="726522"/>
            <a:chOff x="3857800" y="1143286"/>
            <a:chExt cx="1039375" cy="338989"/>
          </a:xfrm>
        </p:grpSpPr>
        <p:sp>
          <p:nvSpPr>
            <p:cNvPr id="2349" name="Google Shape;2349;p27"/>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27"/>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7"/>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27"/>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27"/>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27"/>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27"/>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7"/>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7"/>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7"/>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7"/>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7"/>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7"/>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7"/>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7"/>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7"/>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27"/>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27"/>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27"/>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7"/>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27"/>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7"/>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7"/>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27"/>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27"/>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27"/>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7"/>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27"/>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27"/>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27"/>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9" name="Google Shape;2379;p27"/>
          <p:cNvSpPr txBox="1"/>
          <p:nvPr>
            <p:ph hasCustomPrompt="1" idx="9" type="title"/>
          </p:nvPr>
        </p:nvSpPr>
        <p:spPr>
          <a:xfrm>
            <a:off x="4503190" y="1477975"/>
            <a:ext cx="658500" cy="39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80" name="Google Shape;2380;p27"/>
          <p:cNvSpPr txBox="1"/>
          <p:nvPr>
            <p:ph hasCustomPrompt="1" idx="13" type="title"/>
          </p:nvPr>
        </p:nvSpPr>
        <p:spPr>
          <a:xfrm>
            <a:off x="4503190" y="2301691"/>
            <a:ext cx="658500" cy="39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81" name="Google Shape;2381;p27"/>
          <p:cNvSpPr txBox="1"/>
          <p:nvPr>
            <p:ph hasCustomPrompt="1" idx="14" type="title"/>
          </p:nvPr>
        </p:nvSpPr>
        <p:spPr>
          <a:xfrm>
            <a:off x="4503190" y="3131278"/>
            <a:ext cx="658500" cy="39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82" name="Google Shape;2382;p27"/>
          <p:cNvSpPr txBox="1"/>
          <p:nvPr>
            <p:ph hasCustomPrompt="1" idx="15" type="title"/>
          </p:nvPr>
        </p:nvSpPr>
        <p:spPr>
          <a:xfrm>
            <a:off x="4503190" y="3977185"/>
            <a:ext cx="658500" cy="39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4">
    <p:spTree>
      <p:nvGrpSpPr>
        <p:cNvPr id="2383" name="Shape 2383"/>
        <p:cNvGrpSpPr/>
        <p:nvPr/>
      </p:nvGrpSpPr>
      <p:grpSpPr>
        <a:xfrm>
          <a:off x="0" y="0"/>
          <a:ext cx="0" cy="0"/>
          <a:chOff x="0" y="0"/>
          <a:chExt cx="0" cy="0"/>
        </a:xfrm>
      </p:grpSpPr>
      <p:sp>
        <p:nvSpPr>
          <p:cNvPr id="2384" name="Google Shape;2384;p28"/>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385" name="Google Shape;2385;p28"/>
          <p:cNvSpPr txBox="1"/>
          <p:nvPr>
            <p:ph idx="2" type="title"/>
          </p:nvPr>
        </p:nvSpPr>
        <p:spPr>
          <a:xfrm>
            <a:off x="1015475" y="3267050"/>
            <a:ext cx="1801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86" name="Google Shape;2386;p28"/>
          <p:cNvSpPr txBox="1"/>
          <p:nvPr>
            <p:ph idx="1" type="subTitle"/>
          </p:nvPr>
        </p:nvSpPr>
        <p:spPr>
          <a:xfrm>
            <a:off x="1015475" y="3696599"/>
            <a:ext cx="18012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87" name="Google Shape;2387;p28"/>
          <p:cNvSpPr txBox="1"/>
          <p:nvPr>
            <p:ph idx="3" type="title"/>
          </p:nvPr>
        </p:nvSpPr>
        <p:spPr>
          <a:xfrm>
            <a:off x="3671479" y="3267050"/>
            <a:ext cx="1801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88" name="Google Shape;2388;p28"/>
          <p:cNvSpPr txBox="1"/>
          <p:nvPr>
            <p:ph idx="4" type="subTitle"/>
          </p:nvPr>
        </p:nvSpPr>
        <p:spPr>
          <a:xfrm>
            <a:off x="3671479" y="3696600"/>
            <a:ext cx="18012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89" name="Google Shape;2389;p28"/>
          <p:cNvSpPr txBox="1"/>
          <p:nvPr>
            <p:ph idx="5" type="title"/>
          </p:nvPr>
        </p:nvSpPr>
        <p:spPr>
          <a:xfrm>
            <a:off x="6327467" y="3267050"/>
            <a:ext cx="1801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90" name="Google Shape;2390;p28"/>
          <p:cNvSpPr txBox="1"/>
          <p:nvPr>
            <p:ph idx="6" type="subTitle"/>
          </p:nvPr>
        </p:nvSpPr>
        <p:spPr>
          <a:xfrm>
            <a:off x="6327467" y="3696600"/>
            <a:ext cx="18012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1" name="Google Shape;2391;p28"/>
          <p:cNvSpPr txBox="1"/>
          <p:nvPr>
            <p:ph idx="7" type="title"/>
          </p:nvPr>
        </p:nvSpPr>
        <p:spPr>
          <a:xfrm>
            <a:off x="1015475" y="1689375"/>
            <a:ext cx="1801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92" name="Google Shape;2392;p28"/>
          <p:cNvSpPr txBox="1"/>
          <p:nvPr>
            <p:ph idx="8" type="subTitle"/>
          </p:nvPr>
        </p:nvSpPr>
        <p:spPr>
          <a:xfrm>
            <a:off x="1015475" y="2118925"/>
            <a:ext cx="18012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3" name="Google Shape;2393;p28"/>
          <p:cNvSpPr txBox="1"/>
          <p:nvPr>
            <p:ph idx="9" type="title"/>
          </p:nvPr>
        </p:nvSpPr>
        <p:spPr>
          <a:xfrm>
            <a:off x="3671479" y="1689375"/>
            <a:ext cx="1801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94" name="Google Shape;2394;p28"/>
          <p:cNvSpPr txBox="1"/>
          <p:nvPr>
            <p:ph idx="13" type="subTitle"/>
          </p:nvPr>
        </p:nvSpPr>
        <p:spPr>
          <a:xfrm>
            <a:off x="3671479" y="2118925"/>
            <a:ext cx="18012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5" name="Google Shape;2395;p28"/>
          <p:cNvSpPr txBox="1"/>
          <p:nvPr>
            <p:ph idx="14" type="title"/>
          </p:nvPr>
        </p:nvSpPr>
        <p:spPr>
          <a:xfrm>
            <a:off x="6327467" y="1689375"/>
            <a:ext cx="1801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96" name="Google Shape;2396;p28"/>
          <p:cNvSpPr txBox="1"/>
          <p:nvPr>
            <p:ph idx="15" type="subTitle"/>
          </p:nvPr>
        </p:nvSpPr>
        <p:spPr>
          <a:xfrm>
            <a:off x="6327467" y="2118925"/>
            <a:ext cx="18012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7" name="Google Shape;2397;p28"/>
          <p:cNvSpPr/>
          <p:nvPr/>
        </p:nvSpPr>
        <p:spPr>
          <a:xfrm flipH="1" rot="-4499800">
            <a:off x="8145920" y="4621513"/>
            <a:ext cx="1939931" cy="1939931"/>
          </a:xfrm>
          <a:prstGeom prst="blockArc">
            <a:avLst>
              <a:gd fmla="val 5958233" name="adj1"/>
              <a:gd fmla="val 17385308" name="adj2"/>
              <a:gd fmla="val 20382"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8" name="Google Shape;2398;p28"/>
          <p:cNvGrpSpPr/>
          <p:nvPr/>
        </p:nvGrpSpPr>
        <p:grpSpPr>
          <a:xfrm>
            <a:off x="6046058" y="4642569"/>
            <a:ext cx="2227568" cy="326167"/>
            <a:chOff x="2570033" y="6824869"/>
            <a:chExt cx="2227568" cy="326167"/>
          </a:xfrm>
        </p:grpSpPr>
        <p:sp>
          <p:nvSpPr>
            <p:cNvPr id="2399" name="Google Shape;2399;p28"/>
            <p:cNvSpPr/>
            <p:nvPr/>
          </p:nvSpPr>
          <p:spPr>
            <a:xfrm>
              <a:off x="4480549"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8"/>
            <p:cNvSpPr/>
            <p:nvPr/>
          </p:nvSpPr>
          <p:spPr>
            <a:xfrm>
              <a:off x="4671601"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8"/>
            <p:cNvSpPr/>
            <p:nvPr/>
          </p:nvSpPr>
          <p:spPr>
            <a:xfrm>
              <a:off x="3907394"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8"/>
            <p:cNvSpPr/>
            <p:nvPr/>
          </p:nvSpPr>
          <p:spPr>
            <a:xfrm>
              <a:off x="4098446"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8"/>
            <p:cNvSpPr/>
            <p:nvPr/>
          </p:nvSpPr>
          <p:spPr>
            <a:xfrm>
              <a:off x="3716343"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8"/>
            <p:cNvSpPr/>
            <p:nvPr/>
          </p:nvSpPr>
          <p:spPr>
            <a:xfrm>
              <a:off x="3716343" y="702503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8"/>
            <p:cNvSpPr/>
            <p:nvPr/>
          </p:nvSpPr>
          <p:spPr>
            <a:xfrm>
              <a:off x="3334239"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8"/>
            <p:cNvSpPr/>
            <p:nvPr/>
          </p:nvSpPr>
          <p:spPr>
            <a:xfrm>
              <a:off x="3334239" y="702503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8"/>
            <p:cNvSpPr/>
            <p:nvPr/>
          </p:nvSpPr>
          <p:spPr>
            <a:xfrm>
              <a:off x="3525291"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8"/>
            <p:cNvSpPr/>
            <p:nvPr/>
          </p:nvSpPr>
          <p:spPr>
            <a:xfrm>
              <a:off x="3525291" y="702503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28"/>
            <p:cNvSpPr/>
            <p:nvPr/>
          </p:nvSpPr>
          <p:spPr>
            <a:xfrm>
              <a:off x="3143188"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28"/>
            <p:cNvSpPr/>
            <p:nvPr/>
          </p:nvSpPr>
          <p:spPr>
            <a:xfrm>
              <a:off x="2761084" y="702503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8"/>
            <p:cNvSpPr/>
            <p:nvPr/>
          </p:nvSpPr>
          <p:spPr>
            <a:xfrm>
              <a:off x="2952136"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8"/>
            <p:cNvSpPr/>
            <p:nvPr/>
          </p:nvSpPr>
          <p:spPr>
            <a:xfrm>
              <a:off x="2952136" y="702503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8"/>
            <p:cNvSpPr/>
            <p:nvPr/>
          </p:nvSpPr>
          <p:spPr>
            <a:xfrm>
              <a:off x="2570033" y="68248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8"/>
            <p:cNvSpPr/>
            <p:nvPr/>
          </p:nvSpPr>
          <p:spPr>
            <a:xfrm>
              <a:off x="2570033" y="702503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28"/>
          <p:cNvGrpSpPr/>
          <p:nvPr/>
        </p:nvGrpSpPr>
        <p:grpSpPr>
          <a:xfrm flipH="1" rot="5400000">
            <a:off x="-759306" y="2004490"/>
            <a:ext cx="2227588" cy="726522"/>
            <a:chOff x="3857800" y="1143286"/>
            <a:chExt cx="1039375" cy="338989"/>
          </a:xfrm>
        </p:grpSpPr>
        <p:sp>
          <p:nvSpPr>
            <p:cNvPr id="2416" name="Google Shape;2416;p28"/>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28"/>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28"/>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8"/>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8"/>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8"/>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8"/>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8"/>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28"/>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28"/>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28"/>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28"/>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28"/>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28"/>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8"/>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28"/>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28"/>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8"/>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28"/>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28"/>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28"/>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8"/>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8"/>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28"/>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28"/>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28"/>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28"/>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28"/>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28"/>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5" name="Google Shape;2445;p28"/>
          <p:cNvSpPr/>
          <p:nvPr/>
        </p:nvSpPr>
        <p:spPr>
          <a:xfrm flipH="1" rot="900224">
            <a:off x="-2339988" y="124094"/>
            <a:ext cx="3016433" cy="3016433"/>
          </a:xfrm>
          <a:prstGeom prst="blockArc">
            <a:avLst>
              <a:gd fmla="val 5958233" name="adj1"/>
              <a:gd fmla="val 17310751" name="adj2"/>
              <a:gd fmla="val 8559"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28"/>
          <p:cNvSpPr/>
          <p:nvPr/>
        </p:nvSpPr>
        <p:spPr>
          <a:xfrm>
            <a:off x="-320815" y="-554925"/>
            <a:ext cx="1224600" cy="12252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28"/>
          <p:cNvSpPr/>
          <p:nvPr/>
        </p:nvSpPr>
        <p:spPr>
          <a:xfrm flipH="1">
            <a:off x="8212786" y="4580724"/>
            <a:ext cx="1608900" cy="1609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8"/>
          <p:cNvSpPr/>
          <p:nvPr/>
        </p:nvSpPr>
        <p:spPr>
          <a:xfrm>
            <a:off x="8634823" y="1282193"/>
            <a:ext cx="1409100" cy="1409100"/>
          </a:xfrm>
          <a:prstGeom prst="blockArc">
            <a:avLst>
              <a:gd fmla="val 2709197" name="adj1"/>
              <a:gd fmla="val 16176137" name="adj2"/>
              <a:gd fmla="val 26100"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8"/>
          <p:cNvSpPr/>
          <p:nvPr/>
        </p:nvSpPr>
        <p:spPr>
          <a:xfrm flipH="1">
            <a:off x="8400260" y="365000"/>
            <a:ext cx="2140200" cy="21411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0" name="Google Shape;2450;p28"/>
          <p:cNvGrpSpPr/>
          <p:nvPr/>
        </p:nvGrpSpPr>
        <p:grpSpPr>
          <a:xfrm rot="-5400000">
            <a:off x="7731943" y="2532269"/>
            <a:ext cx="2227588" cy="726522"/>
            <a:chOff x="3799000" y="1820400"/>
            <a:chExt cx="1039375" cy="338989"/>
          </a:xfrm>
        </p:grpSpPr>
        <p:sp>
          <p:nvSpPr>
            <p:cNvPr id="2451" name="Google Shape;2451;p28"/>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8"/>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8"/>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8"/>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8"/>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8"/>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8"/>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8"/>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28"/>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28"/>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28"/>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28"/>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8"/>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8"/>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8"/>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28"/>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28"/>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28"/>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8"/>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28"/>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28"/>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28"/>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28"/>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28"/>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28"/>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28"/>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28"/>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28"/>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8"/>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8"/>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8"/>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8"/>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8"/>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8"/>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6">
    <p:spTree>
      <p:nvGrpSpPr>
        <p:cNvPr id="2485" name="Shape 2485"/>
        <p:cNvGrpSpPr/>
        <p:nvPr/>
      </p:nvGrpSpPr>
      <p:grpSpPr>
        <a:xfrm>
          <a:off x="0" y="0"/>
          <a:ext cx="0" cy="0"/>
          <a:chOff x="0" y="0"/>
          <a:chExt cx="0" cy="0"/>
        </a:xfrm>
      </p:grpSpPr>
      <p:sp>
        <p:nvSpPr>
          <p:cNvPr id="2486" name="Google Shape;2486;p29"/>
          <p:cNvSpPr txBox="1"/>
          <p:nvPr>
            <p:ph hasCustomPrompt="1" type="title"/>
          </p:nvPr>
        </p:nvSpPr>
        <p:spPr>
          <a:xfrm>
            <a:off x="1122713" y="1460457"/>
            <a:ext cx="2124300" cy="875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000"/>
              <a:buNone/>
              <a:defRPr sz="4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487" name="Google Shape;2487;p29"/>
          <p:cNvSpPr txBox="1"/>
          <p:nvPr>
            <p:ph idx="1" type="subTitle"/>
          </p:nvPr>
        </p:nvSpPr>
        <p:spPr>
          <a:xfrm>
            <a:off x="1122713" y="2898176"/>
            <a:ext cx="2124300" cy="76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800"/>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488" name="Google Shape;2488;p29"/>
          <p:cNvSpPr txBox="1"/>
          <p:nvPr>
            <p:ph hasCustomPrompt="1" idx="2" type="title"/>
          </p:nvPr>
        </p:nvSpPr>
        <p:spPr>
          <a:xfrm>
            <a:off x="3509850" y="1460457"/>
            <a:ext cx="2124300" cy="875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000"/>
              <a:buNone/>
              <a:defRPr sz="4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489" name="Google Shape;2489;p29"/>
          <p:cNvSpPr txBox="1"/>
          <p:nvPr>
            <p:ph idx="3" type="subTitle"/>
          </p:nvPr>
        </p:nvSpPr>
        <p:spPr>
          <a:xfrm>
            <a:off x="3509850" y="2899076"/>
            <a:ext cx="21243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800"/>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490" name="Google Shape;2490;p29"/>
          <p:cNvSpPr txBox="1"/>
          <p:nvPr>
            <p:ph hasCustomPrompt="1" idx="4" type="title"/>
          </p:nvPr>
        </p:nvSpPr>
        <p:spPr>
          <a:xfrm>
            <a:off x="5896982" y="1460457"/>
            <a:ext cx="2124300" cy="875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000"/>
              <a:buNone/>
              <a:defRPr sz="4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491" name="Google Shape;2491;p29"/>
          <p:cNvSpPr txBox="1"/>
          <p:nvPr>
            <p:ph idx="5" type="subTitle"/>
          </p:nvPr>
        </p:nvSpPr>
        <p:spPr>
          <a:xfrm>
            <a:off x="5896982" y="2899076"/>
            <a:ext cx="21243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800"/>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grpSp>
        <p:nvGrpSpPr>
          <p:cNvPr id="2492" name="Google Shape;2492;p29"/>
          <p:cNvGrpSpPr/>
          <p:nvPr/>
        </p:nvGrpSpPr>
        <p:grpSpPr>
          <a:xfrm rot="5400000">
            <a:off x="-868396" y="1289916"/>
            <a:ext cx="2227588" cy="726522"/>
            <a:chOff x="3620725" y="372750"/>
            <a:chExt cx="1039375" cy="338989"/>
          </a:xfrm>
        </p:grpSpPr>
        <p:sp>
          <p:nvSpPr>
            <p:cNvPr id="2493" name="Google Shape;2493;p29"/>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9"/>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9"/>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9"/>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9"/>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9"/>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9"/>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29"/>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9"/>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29"/>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29"/>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29"/>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29"/>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29"/>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9"/>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29"/>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29"/>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29"/>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9"/>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29"/>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29"/>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29"/>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29"/>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29"/>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29"/>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9"/>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29"/>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29"/>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29"/>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29"/>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29"/>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29"/>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29"/>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29"/>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29"/>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29"/>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29"/>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0" name="Google Shape;2530;p29"/>
          <p:cNvSpPr/>
          <p:nvPr/>
        </p:nvSpPr>
        <p:spPr>
          <a:xfrm flipH="1">
            <a:off x="-794850" y="141401"/>
            <a:ext cx="1455000" cy="1455300"/>
          </a:xfrm>
          <a:prstGeom prst="blockArc">
            <a:avLst>
              <a:gd fmla="val 4766272" name="adj1"/>
              <a:gd fmla="val 17672272" name="adj2"/>
              <a:gd fmla="val 1659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1" name="Google Shape;2531;p29"/>
          <p:cNvGrpSpPr/>
          <p:nvPr/>
        </p:nvGrpSpPr>
        <p:grpSpPr>
          <a:xfrm>
            <a:off x="-76197" y="4699178"/>
            <a:ext cx="2227588" cy="726522"/>
            <a:chOff x="3857800" y="1143286"/>
            <a:chExt cx="1039375" cy="338989"/>
          </a:xfrm>
        </p:grpSpPr>
        <p:sp>
          <p:nvSpPr>
            <p:cNvPr id="2532" name="Google Shape;2532;p29"/>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29"/>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29"/>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29"/>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29"/>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29"/>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29"/>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29"/>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29"/>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29"/>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29"/>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29"/>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29"/>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29"/>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29"/>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29"/>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29"/>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29"/>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29"/>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29"/>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29"/>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29"/>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29"/>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29"/>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29"/>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29"/>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29"/>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29"/>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29"/>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29"/>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62" name="Google Shape;2562;p29"/>
          <p:cNvPicPr preferRelativeResize="0"/>
          <p:nvPr/>
        </p:nvPicPr>
        <p:blipFill>
          <a:blip r:embed="rId2">
            <a:alphaModFix/>
          </a:blip>
          <a:stretch>
            <a:fillRect/>
          </a:stretch>
        </p:blipFill>
        <p:spPr>
          <a:xfrm>
            <a:off x="-76199" y="3715944"/>
            <a:ext cx="977775" cy="1547834"/>
          </a:xfrm>
          <a:prstGeom prst="rect">
            <a:avLst/>
          </a:prstGeom>
          <a:noFill/>
          <a:ln>
            <a:noFill/>
          </a:ln>
        </p:spPr>
      </p:pic>
      <p:grpSp>
        <p:nvGrpSpPr>
          <p:cNvPr id="2563" name="Google Shape;2563;p29"/>
          <p:cNvGrpSpPr/>
          <p:nvPr/>
        </p:nvGrpSpPr>
        <p:grpSpPr>
          <a:xfrm rot="5400000">
            <a:off x="8023230" y="2609103"/>
            <a:ext cx="2227589" cy="1527191"/>
            <a:chOff x="5519300" y="372750"/>
            <a:chExt cx="1039375" cy="712575"/>
          </a:xfrm>
        </p:grpSpPr>
        <p:sp>
          <p:nvSpPr>
            <p:cNvPr id="2564" name="Google Shape;2564;p29"/>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29"/>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29"/>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29"/>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29"/>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29"/>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29"/>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29"/>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29"/>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29"/>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29"/>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29"/>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29"/>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29"/>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29"/>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29"/>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29"/>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29"/>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29"/>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29"/>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29"/>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29"/>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29"/>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29"/>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29"/>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29"/>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29"/>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29"/>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29"/>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29"/>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29"/>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29"/>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29"/>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29"/>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29"/>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29"/>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29"/>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29"/>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29"/>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29"/>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29"/>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29"/>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29"/>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29"/>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29"/>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29"/>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29"/>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29"/>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29"/>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29"/>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29"/>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29"/>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29"/>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29"/>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29"/>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29"/>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29"/>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29"/>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29"/>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29"/>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29"/>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29"/>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29"/>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29"/>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29"/>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29"/>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29"/>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1" name="Google Shape;2631;p29"/>
          <p:cNvGrpSpPr/>
          <p:nvPr/>
        </p:nvGrpSpPr>
        <p:grpSpPr>
          <a:xfrm>
            <a:off x="7007878" y="-187147"/>
            <a:ext cx="2227588" cy="726522"/>
            <a:chOff x="3857800" y="1143286"/>
            <a:chExt cx="1039375" cy="338989"/>
          </a:xfrm>
        </p:grpSpPr>
        <p:sp>
          <p:nvSpPr>
            <p:cNvPr id="2632" name="Google Shape;2632;p29"/>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29"/>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29"/>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29"/>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29"/>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29"/>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29"/>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29"/>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29"/>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29"/>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29"/>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29"/>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29"/>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29"/>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29"/>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29"/>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29"/>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29"/>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29"/>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29"/>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29"/>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29"/>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29"/>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29"/>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29"/>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29"/>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29"/>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29"/>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29"/>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29"/>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2" name="Google Shape;2662;p29"/>
          <p:cNvSpPr/>
          <p:nvPr/>
        </p:nvSpPr>
        <p:spPr>
          <a:xfrm>
            <a:off x="8454758" y="2534060"/>
            <a:ext cx="2574600" cy="2574600"/>
          </a:xfrm>
          <a:prstGeom prst="blockArc">
            <a:avLst>
              <a:gd fmla="val 5958233" name="adj1"/>
              <a:gd fmla="val 17463104" name="adj2"/>
              <a:gd fmla="val 150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29"/>
          <p:cNvSpPr/>
          <p:nvPr/>
        </p:nvSpPr>
        <p:spPr>
          <a:xfrm>
            <a:off x="8472788" y="2466250"/>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64" name="Google Shape;2664;p29"/>
          <p:cNvPicPr preferRelativeResize="0"/>
          <p:nvPr/>
        </p:nvPicPr>
        <p:blipFill>
          <a:blip r:embed="rId3">
            <a:alphaModFix/>
          </a:blip>
          <a:stretch>
            <a:fillRect/>
          </a:stretch>
        </p:blipFill>
        <p:spPr>
          <a:xfrm>
            <a:off x="7780475" y="-222314"/>
            <a:ext cx="1455000" cy="1523372"/>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6_1">
    <p:spTree>
      <p:nvGrpSpPr>
        <p:cNvPr id="2665" name="Shape 2665"/>
        <p:cNvGrpSpPr/>
        <p:nvPr/>
      </p:nvGrpSpPr>
      <p:grpSpPr>
        <a:xfrm>
          <a:off x="0" y="0"/>
          <a:ext cx="0" cy="0"/>
          <a:chOff x="0" y="0"/>
          <a:chExt cx="0" cy="0"/>
        </a:xfrm>
      </p:grpSpPr>
      <p:sp>
        <p:nvSpPr>
          <p:cNvPr id="2666" name="Google Shape;2666;p30"/>
          <p:cNvSpPr txBox="1"/>
          <p:nvPr>
            <p:ph hasCustomPrompt="1" type="title"/>
          </p:nvPr>
        </p:nvSpPr>
        <p:spPr>
          <a:xfrm>
            <a:off x="2242055" y="1506450"/>
            <a:ext cx="2093700" cy="76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667" name="Google Shape;2667;p30"/>
          <p:cNvSpPr txBox="1"/>
          <p:nvPr>
            <p:ph hasCustomPrompt="1" idx="2" type="title"/>
          </p:nvPr>
        </p:nvSpPr>
        <p:spPr>
          <a:xfrm>
            <a:off x="4808234" y="1506450"/>
            <a:ext cx="2093700" cy="76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668" name="Google Shape;2668;p30"/>
          <p:cNvSpPr txBox="1"/>
          <p:nvPr>
            <p:ph idx="3" type="title"/>
          </p:nvPr>
        </p:nvSpPr>
        <p:spPr>
          <a:xfrm>
            <a:off x="713275" y="445025"/>
            <a:ext cx="77175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669" name="Google Shape;2669;p30"/>
          <p:cNvSpPr txBox="1"/>
          <p:nvPr>
            <p:ph idx="4" type="title"/>
          </p:nvPr>
        </p:nvSpPr>
        <p:spPr>
          <a:xfrm>
            <a:off x="2242055" y="2988200"/>
            <a:ext cx="20937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670" name="Google Shape;2670;p30"/>
          <p:cNvSpPr txBox="1"/>
          <p:nvPr>
            <p:ph idx="1" type="subTitle"/>
          </p:nvPr>
        </p:nvSpPr>
        <p:spPr>
          <a:xfrm>
            <a:off x="2242055" y="3417749"/>
            <a:ext cx="2093700" cy="83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71" name="Google Shape;2671;p30"/>
          <p:cNvSpPr txBox="1"/>
          <p:nvPr>
            <p:ph idx="5" type="title"/>
          </p:nvPr>
        </p:nvSpPr>
        <p:spPr>
          <a:xfrm>
            <a:off x="4808234" y="2988200"/>
            <a:ext cx="20937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672" name="Google Shape;2672;p30"/>
          <p:cNvSpPr txBox="1"/>
          <p:nvPr>
            <p:ph idx="6" type="subTitle"/>
          </p:nvPr>
        </p:nvSpPr>
        <p:spPr>
          <a:xfrm>
            <a:off x="4808234" y="3417750"/>
            <a:ext cx="2093700" cy="83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73" name="Google Shape;2673;p30"/>
          <p:cNvSpPr/>
          <p:nvPr/>
        </p:nvSpPr>
        <p:spPr>
          <a:xfrm flipH="1">
            <a:off x="-243745" y="588970"/>
            <a:ext cx="1331400" cy="1331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0"/>
          <p:cNvSpPr/>
          <p:nvPr/>
        </p:nvSpPr>
        <p:spPr>
          <a:xfrm>
            <a:off x="8581024" y="3820150"/>
            <a:ext cx="1366800" cy="1366800"/>
          </a:xfrm>
          <a:prstGeom prst="blockArc">
            <a:avLst>
              <a:gd fmla="val 4474518" name="adj1"/>
              <a:gd fmla="val 17047510" name="adj2"/>
              <a:gd fmla="val 27298"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6_1_1">
    <p:spTree>
      <p:nvGrpSpPr>
        <p:cNvPr id="2675" name="Shape 2675"/>
        <p:cNvGrpSpPr/>
        <p:nvPr/>
      </p:nvGrpSpPr>
      <p:grpSpPr>
        <a:xfrm>
          <a:off x="0" y="0"/>
          <a:ext cx="0" cy="0"/>
          <a:chOff x="0" y="0"/>
          <a:chExt cx="0" cy="0"/>
        </a:xfrm>
      </p:grpSpPr>
      <p:sp>
        <p:nvSpPr>
          <p:cNvPr id="2676" name="Google Shape;2676;p31"/>
          <p:cNvSpPr txBox="1"/>
          <p:nvPr>
            <p:ph hasCustomPrompt="1" type="title"/>
          </p:nvPr>
        </p:nvSpPr>
        <p:spPr>
          <a:xfrm>
            <a:off x="1610554" y="1906200"/>
            <a:ext cx="1261200" cy="566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677" name="Google Shape;2677;p31"/>
          <p:cNvSpPr txBox="1"/>
          <p:nvPr>
            <p:ph hasCustomPrompt="1" idx="2" type="title"/>
          </p:nvPr>
        </p:nvSpPr>
        <p:spPr>
          <a:xfrm>
            <a:off x="3941400" y="1906200"/>
            <a:ext cx="1261200" cy="566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678" name="Google Shape;2678;p31"/>
          <p:cNvSpPr txBox="1"/>
          <p:nvPr>
            <p:ph idx="3" type="title"/>
          </p:nvPr>
        </p:nvSpPr>
        <p:spPr>
          <a:xfrm>
            <a:off x="713275" y="445025"/>
            <a:ext cx="77175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679" name="Google Shape;2679;p31"/>
          <p:cNvSpPr txBox="1"/>
          <p:nvPr>
            <p:ph idx="4" type="title"/>
          </p:nvPr>
        </p:nvSpPr>
        <p:spPr>
          <a:xfrm>
            <a:off x="1337487" y="3182925"/>
            <a:ext cx="1807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680" name="Google Shape;2680;p31"/>
          <p:cNvSpPr txBox="1"/>
          <p:nvPr>
            <p:ph idx="1" type="subTitle"/>
          </p:nvPr>
        </p:nvSpPr>
        <p:spPr>
          <a:xfrm>
            <a:off x="1337487" y="3612475"/>
            <a:ext cx="18072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81" name="Google Shape;2681;p31"/>
          <p:cNvSpPr txBox="1"/>
          <p:nvPr>
            <p:ph idx="5" type="title"/>
          </p:nvPr>
        </p:nvSpPr>
        <p:spPr>
          <a:xfrm>
            <a:off x="3668399" y="3182925"/>
            <a:ext cx="1807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682" name="Google Shape;2682;p31"/>
          <p:cNvSpPr txBox="1"/>
          <p:nvPr>
            <p:ph idx="6" type="subTitle"/>
          </p:nvPr>
        </p:nvSpPr>
        <p:spPr>
          <a:xfrm>
            <a:off x="3668399" y="3612475"/>
            <a:ext cx="18072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83" name="Google Shape;2683;p31"/>
          <p:cNvSpPr txBox="1"/>
          <p:nvPr>
            <p:ph hasCustomPrompt="1" idx="7" type="title"/>
          </p:nvPr>
        </p:nvSpPr>
        <p:spPr>
          <a:xfrm>
            <a:off x="6319176" y="1906200"/>
            <a:ext cx="1167600" cy="566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684" name="Google Shape;2684;p31"/>
          <p:cNvSpPr txBox="1"/>
          <p:nvPr>
            <p:ph idx="8" type="title"/>
          </p:nvPr>
        </p:nvSpPr>
        <p:spPr>
          <a:xfrm>
            <a:off x="5999315" y="3182925"/>
            <a:ext cx="18072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685" name="Google Shape;2685;p31"/>
          <p:cNvSpPr txBox="1"/>
          <p:nvPr>
            <p:ph idx="9" type="subTitle"/>
          </p:nvPr>
        </p:nvSpPr>
        <p:spPr>
          <a:xfrm>
            <a:off x="5999315" y="3612475"/>
            <a:ext cx="1807200" cy="61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686" name="Google Shape;2686;p31"/>
          <p:cNvGrpSpPr/>
          <p:nvPr/>
        </p:nvGrpSpPr>
        <p:grpSpPr>
          <a:xfrm rot="5400000">
            <a:off x="-616035" y="1407528"/>
            <a:ext cx="2227588" cy="726522"/>
            <a:chOff x="3857800" y="1143286"/>
            <a:chExt cx="1039375" cy="338989"/>
          </a:xfrm>
        </p:grpSpPr>
        <p:sp>
          <p:nvSpPr>
            <p:cNvPr id="2687" name="Google Shape;2687;p31"/>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1"/>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1"/>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1"/>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1"/>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1"/>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1"/>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1"/>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1"/>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1"/>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1"/>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1"/>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1"/>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1"/>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1"/>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1"/>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1"/>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1"/>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1"/>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1"/>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1"/>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1"/>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1"/>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1"/>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1"/>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1"/>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1"/>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1"/>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1"/>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1"/>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7" name="Google Shape;2717;p31"/>
          <p:cNvGrpSpPr/>
          <p:nvPr/>
        </p:nvGrpSpPr>
        <p:grpSpPr>
          <a:xfrm>
            <a:off x="8066680" y="3468728"/>
            <a:ext cx="2227589" cy="1527191"/>
            <a:chOff x="5519300" y="372750"/>
            <a:chExt cx="1039375" cy="712575"/>
          </a:xfrm>
        </p:grpSpPr>
        <p:sp>
          <p:nvSpPr>
            <p:cNvPr id="2718" name="Google Shape;2718;p31"/>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1"/>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1"/>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1"/>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1"/>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1"/>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1"/>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1"/>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1"/>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1"/>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1"/>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1"/>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1"/>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1"/>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1"/>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1"/>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1"/>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1"/>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1"/>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1"/>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1"/>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1"/>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1"/>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1"/>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1"/>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1"/>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1"/>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1"/>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1"/>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1"/>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1"/>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1"/>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1"/>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1"/>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1"/>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1"/>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1"/>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1"/>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1"/>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1"/>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1"/>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1"/>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1"/>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1"/>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1"/>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1"/>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1"/>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1"/>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1"/>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1"/>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1"/>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1"/>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1"/>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1"/>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1"/>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1"/>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1"/>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1"/>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1"/>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1"/>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1"/>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1"/>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1"/>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1"/>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1"/>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1"/>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1"/>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5" name="Google Shape;2785;p31"/>
          <p:cNvSpPr/>
          <p:nvPr/>
        </p:nvSpPr>
        <p:spPr>
          <a:xfrm rot="-5400000">
            <a:off x="-581151" y="-712325"/>
            <a:ext cx="1657800" cy="1657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1"/>
          <p:cNvSpPr/>
          <p:nvPr/>
        </p:nvSpPr>
        <p:spPr>
          <a:xfrm rot="-2158994">
            <a:off x="8445880" y="2488287"/>
            <a:ext cx="3063067" cy="3063067"/>
          </a:xfrm>
          <a:prstGeom prst="blockArc">
            <a:avLst>
              <a:gd fmla="val 5958233" name="adj1"/>
              <a:gd fmla="val 17463104" name="adj2"/>
              <a:gd fmla="val 150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7">
    <p:spTree>
      <p:nvGrpSpPr>
        <p:cNvPr id="2787" name="Shape 2787"/>
        <p:cNvGrpSpPr/>
        <p:nvPr/>
      </p:nvGrpSpPr>
      <p:grpSpPr>
        <a:xfrm>
          <a:off x="0" y="0"/>
          <a:ext cx="0" cy="0"/>
          <a:chOff x="0" y="0"/>
          <a:chExt cx="0" cy="0"/>
        </a:xfrm>
      </p:grpSpPr>
      <p:sp>
        <p:nvSpPr>
          <p:cNvPr id="2788" name="Google Shape;2788;p32"/>
          <p:cNvSpPr txBox="1"/>
          <p:nvPr>
            <p:ph type="title"/>
          </p:nvPr>
        </p:nvSpPr>
        <p:spPr>
          <a:xfrm>
            <a:off x="4830825" y="217275"/>
            <a:ext cx="3600000" cy="1301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7200"/>
            </a:lvl1pPr>
            <a:lvl2pPr lvl="1" rtl="0">
              <a:spcBef>
                <a:spcPts val="0"/>
              </a:spcBef>
              <a:spcAft>
                <a:spcPts val="0"/>
              </a:spcAft>
              <a:buNone/>
              <a:defRPr sz="7200"/>
            </a:lvl2pPr>
            <a:lvl3pPr lvl="2" rtl="0">
              <a:spcBef>
                <a:spcPts val="0"/>
              </a:spcBef>
              <a:spcAft>
                <a:spcPts val="0"/>
              </a:spcAft>
              <a:buNone/>
              <a:defRPr sz="7200"/>
            </a:lvl3pPr>
            <a:lvl4pPr lvl="3" rtl="0">
              <a:spcBef>
                <a:spcPts val="0"/>
              </a:spcBef>
              <a:spcAft>
                <a:spcPts val="0"/>
              </a:spcAft>
              <a:buNone/>
              <a:defRPr sz="7200"/>
            </a:lvl4pPr>
            <a:lvl5pPr lvl="4" rtl="0">
              <a:spcBef>
                <a:spcPts val="0"/>
              </a:spcBef>
              <a:spcAft>
                <a:spcPts val="0"/>
              </a:spcAft>
              <a:buNone/>
              <a:defRPr sz="7200"/>
            </a:lvl5pPr>
            <a:lvl6pPr lvl="5" rtl="0">
              <a:spcBef>
                <a:spcPts val="0"/>
              </a:spcBef>
              <a:spcAft>
                <a:spcPts val="0"/>
              </a:spcAft>
              <a:buNone/>
              <a:defRPr sz="7200"/>
            </a:lvl6pPr>
            <a:lvl7pPr lvl="6" rtl="0">
              <a:spcBef>
                <a:spcPts val="0"/>
              </a:spcBef>
              <a:spcAft>
                <a:spcPts val="0"/>
              </a:spcAft>
              <a:buNone/>
              <a:defRPr sz="7200"/>
            </a:lvl7pPr>
            <a:lvl8pPr lvl="7" rtl="0">
              <a:spcBef>
                <a:spcPts val="0"/>
              </a:spcBef>
              <a:spcAft>
                <a:spcPts val="0"/>
              </a:spcAft>
              <a:buNone/>
              <a:defRPr sz="7200"/>
            </a:lvl8pPr>
            <a:lvl9pPr lvl="8" rtl="0">
              <a:spcBef>
                <a:spcPts val="0"/>
              </a:spcBef>
              <a:spcAft>
                <a:spcPts val="0"/>
              </a:spcAft>
              <a:buNone/>
              <a:defRPr sz="7200"/>
            </a:lvl9pPr>
          </a:lstStyle>
          <a:p/>
        </p:txBody>
      </p:sp>
      <p:sp>
        <p:nvSpPr>
          <p:cNvPr id="2789" name="Google Shape;2789;p32"/>
          <p:cNvSpPr txBox="1"/>
          <p:nvPr>
            <p:ph idx="2" type="title"/>
          </p:nvPr>
        </p:nvSpPr>
        <p:spPr>
          <a:xfrm>
            <a:off x="4830825" y="1282050"/>
            <a:ext cx="2041200" cy="15699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2790" name="Google Shape;2790;p32"/>
          <p:cNvSpPr/>
          <p:nvPr/>
        </p:nvSpPr>
        <p:spPr>
          <a:xfrm rot="5400000">
            <a:off x="763475" y="3171600"/>
            <a:ext cx="3658500" cy="3658500"/>
          </a:xfrm>
          <a:prstGeom prst="blockArc">
            <a:avLst>
              <a:gd fmla="val 4302561" name="adj1"/>
              <a:gd fmla="val 17463104" name="adj2"/>
              <a:gd fmla="val 150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1" name="Google Shape;2791;p32"/>
          <p:cNvGrpSpPr/>
          <p:nvPr/>
        </p:nvGrpSpPr>
        <p:grpSpPr>
          <a:xfrm flipH="1">
            <a:off x="-964754" y="4328167"/>
            <a:ext cx="2227588" cy="726522"/>
            <a:chOff x="5608450" y="1680311"/>
            <a:chExt cx="1039375" cy="338989"/>
          </a:xfrm>
        </p:grpSpPr>
        <p:sp>
          <p:nvSpPr>
            <p:cNvPr id="2792" name="Google Shape;2792;p32"/>
            <p:cNvSpPr/>
            <p:nvPr/>
          </p:nvSpPr>
          <p:spPr>
            <a:xfrm>
              <a:off x="649988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2"/>
            <p:cNvSpPr/>
            <p:nvPr/>
          </p:nvSpPr>
          <p:spPr>
            <a:xfrm>
              <a:off x="649988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2"/>
            <p:cNvSpPr/>
            <p:nvPr/>
          </p:nvSpPr>
          <p:spPr>
            <a:xfrm>
              <a:off x="649988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2"/>
            <p:cNvSpPr/>
            <p:nvPr/>
          </p:nvSpPr>
          <p:spPr>
            <a:xfrm>
              <a:off x="6589025"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2"/>
            <p:cNvSpPr/>
            <p:nvPr/>
          </p:nvSpPr>
          <p:spPr>
            <a:xfrm>
              <a:off x="658902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2"/>
            <p:cNvSpPr/>
            <p:nvPr/>
          </p:nvSpPr>
          <p:spPr>
            <a:xfrm>
              <a:off x="6410738"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2"/>
            <p:cNvSpPr/>
            <p:nvPr/>
          </p:nvSpPr>
          <p:spPr>
            <a:xfrm>
              <a:off x="6410738"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2"/>
            <p:cNvSpPr/>
            <p:nvPr/>
          </p:nvSpPr>
          <p:spPr>
            <a:xfrm>
              <a:off x="6410738"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2"/>
            <p:cNvSpPr/>
            <p:nvPr/>
          </p:nvSpPr>
          <p:spPr>
            <a:xfrm>
              <a:off x="623245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2"/>
            <p:cNvSpPr/>
            <p:nvPr/>
          </p:nvSpPr>
          <p:spPr>
            <a:xfrm>
              <a:off x="623245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2"/>
            <p:cNvSpPr/>
            <p:nvPr/>
          </p:nvSpPr>
          <p:spPr>
            <a:xfrm>
              <a:off x="6321595"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2"/>
            <p:cNvSpPr/>
            <p:nvPr/>
          </p:nvSpPr>
          <p:spPr>
            <a:xfrm>
              <a:off x="632159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2"/>
            <p:cNvSpPr/>
            <p:nvPr/>
          </p:nvSpPr>
          <p:spPr>
            <a:xfrm>
              <a:off x="6321595"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2"/>
            <p:cNvSpPr/>
            <p:nvPr/>
          </p:nvSpPr>
          <p:spPr>
            <a:xfrm>
              <a:off x="614330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2"/>
            <p:cNvSpPr/>
            <p:nvPr/>
          </p:nvSpPr>
          <p:spPr>
            <a:xfrm>
              <a:off x="614330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2"/>
            <p:cNvSpPr/>
            <p:nvPr/>
          </p:nvSpPr>
          <p:spPr>
            <a:xfrm>
              <a:off x="6143309"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2"/>
            <p:cNvSpPr/>
            <p:nvPr/>
          </p:nvSpPr>
          <p:spPr>
            <a:xfrm>
              <a:off x="614330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2"/>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2"/>
            <p:cNvSpPr/>
            <p:nvPr/>
          </p:nvSpPr>
          <p:spPr>
            <a:xfrm>
              <a:off x="596502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2"/>
            <p:cNvSpPr/>
            <p:nvPr/>
          </p:nvSpPr>
          <p:spPr>
            <a:xfrm>
              <a:off x="596502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2"/>
            <p:cNvSpPr/>
            <p:nvPr/>
          </p:nvSpPr>
          <p:spPr>
            <a:xfrm>
              <a:off x="596502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2"/>
            <p:cNvSpPr/>
            <p:nvPr/>
          </p:nvSpPr>
          <p:spPr>
            <a:xfrm>
              <a:off x="605416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2"/>
            <p:cNvSpPr/>
            <p:nvPr/>
          </p:nvSpPr>
          <p:spPr>
            <a:xfrm>
              <a:off x="605416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2"/>
            <p:cNvSpPr/>
            <p:nvPr/>
          </p:nvSpPr>
          <p:spPr>
            <a:xfrm>
              <a:off x="605416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2"/>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2"/>
            <p:cNvSpPr/>
            <p:nvPr/>
          </p:nvSpPr>
          <p:spPr>
            <a:xfrm>
              <a:off x="587587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2"/>
            <p:cNvSpPr/>
            <p:nvPr/>
          </p:nvSpPr>
          <p:spPr>
            <a:xfrm>
              <a:off x="587587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2"/>
            <p:cNvSpPr/>
            <p:nvPr/>
          </p:nvSpPr>
          <p:spPr>
            <a:xfrm>
              <a:off x="5697593"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2"/>
            <p:cNvSpPr/>
            <p:nvPr/>
          </p:nvSpPr>
          <p:spPr>
            <a:xfrm>
              <a:off x="5697593"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2"/>
            <p:cNvSpPr/>
            <p:nvPr/>
          </p:nvSpPr>
          <p:spPr>
            <a:xfrm>
              <a:off x="5697593"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2"/>
            <p:cNvSpPr/>
            <p:nvPr/>
          </p:nvSpPr>
          <p:spPr>
            <a:xfrm>
              <a:off x="5697593"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2"/>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2"/>
            <p:cNvSpPr/>
            <p:nvPr/>
          </p:nvSpPr>
          <p:spPr>
            <a:xfrm>
              <a:off x="5786736"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2"/>
            <p:cNvSpPr/>
            <p:nvPr/>
          </p:nvSpPr>
          <p:spPr>
            <a:xfrm>
              <a:off x="578673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2"/>
            <p:cNvSpPr/>
            <p:nvPr/>
          </p:nvSpPr>
          <p:spPr>
            <a:xfrm>
              <a:off x="578673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2"/>
            <p:cNvSpPr/>
            <p:nvPr/>
          </p:nvSpPr>
          <p:spPr>
            <a:xfrm>
              <a:off x="5608450"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32"/>
          <p:cNvGrpSpPr/>
          <p:nvPr/>
        </p:nvGrpSpPr>
        <p:grpSpPr>
          <a:xfrm rot="5400000">
            <a:off x="7826581" y="2680428"/>
            <a:ext cx="2227588" cy="726522"/>
            <a:chOff x="3857800" y="1143286"/>
            <a:chExt cx="1039375" cy="338989"/>
          </a:xfrm>
        </p:grpSpPr>
        <p:sp>
          <p:nvSpPr>
            <p:cNvPr id="2829" name="Google Shape;2829;p32"/>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2"/>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2"/>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2"/>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2"/>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2"/>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2"/>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2"/>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2"/>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2"/>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2"/>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2"/>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2"/>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2"/>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2"/>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2"/>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2"/>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2"/>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2"/>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2"/>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2"/>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2"/>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2"/>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2"/>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2"/>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2"/>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2"/>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2"/>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2"/>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2"/>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9" name="Google Shape;2859;p32"/>
          <p:cNvSpPr/>
          <p:nvPr/>
        </p:nvSpPr>
        <p:spPr>
          <a:xfrm>
            <a:off x="8227526" y="1449726"/>
            <a:ext cx="2458500" cy="2458500"/>
          </a:xfrm>
          <a:prstGeom prst="blockArc">
            <a:avLst>
              <a:gd fmla="val 4302561" name="adj1"/>
              <a:gd fmla="val 17463104" name="adj2"/>
              <a:gd fmla="val 150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8">
    <p:spTree>
      <p:nvGrpSpPr>
        <p:cNvPr id="2860" name="Shape 2860"/>
        <p:cNvGrpSpPr/>
        <p:nvPr/>
      </p:nvGrpSpPr>
      <p:grpSpPr>
        <a:xfrm>
          <a:off x="0" y="0"/>
          <a:ext cx="0" cy="0"/>
          <a:chOff x="0" y="0"/>
          <a:chExt cx="0" cy="0"/>
        </a:xfrm>
      </p:grpSpPr>
      <p:grpSp>
        <p:nvGrpSpPr>
          <p:cNvPr id="2861" name="Google Shape;2861;p33"/>
          <p:cNvGrpSpPr/>
          <p:nvPr/>
        </p:nvGrpSpPr>
        <p:grpSpPr>
          <a:xfrm rot="5400000">
            <a:off x="-616035" y="1407528"/>
            <a:ext cx="2227588" cy="726522"/>
            <a:chOff x="3857800" y="1143286"/>
            <a:chExt cx="1039375" cy="338989"/>
          </a:xfrm>
        </p:grpSpPr>
        <p:sp>
          <p:nvSpPr>
            <p:cNvPr id="2862" name="Google Shape;2862;p33"/>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3"/>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3"/>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3"/>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3"/>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3"/>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3"/>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3"/>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3"/>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3"/>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3"/>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3"/>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3"/>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3"/>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3"/>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3"/>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3"/>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3"/>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3"/>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3"/>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3"/>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3"/>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3"/>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3"/>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3"/>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3"/>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3"/>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3"/>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3"/>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3"/>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2" name="Google Shape;2892;p33"/>
          <p:cNvGrpSpPr/>
          <p:nvPr/>
        </p:nvGrpSpPr>
        <p:grpSpPr>
          <a:xfrm>
            <a:off x="8066680" y="3468728"/>
            <a:ext cx="2227589" cy="1527191"/>
            <a:chOff x="5519300" y="372750"/>
            <a:chExt cx="1039375" cy="712575"/>
          </a:xfrm>
        </p:grpSpPr>
        <p:sp>
          <p:nvSpPr>
            <p:cNvPr id="2893" name="Google Shape;2893;p33"/>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3"/>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3"/>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3"/>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3"/>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3"/>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3"/>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3"/>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3"/>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3"/>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3"/>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3"/>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3"/>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3"/>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3"/>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3"/>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3"/>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3"/>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33"/>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3"/>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3"/>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3"/>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3"/>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3"/>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3"/>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3"/>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3"/>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3"/>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33"/>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3"/>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33"/>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33"/>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33"/>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3"/>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3"/>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3"/>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3"/>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3"/>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3"/>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3"/>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3"/>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3"/>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3"/>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3"/>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3"/>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3"/>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3"/>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3"/>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3"/>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3"/>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3"/>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3"/>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3"/>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3"/>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3"/>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3"/>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33"/>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3"/>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3"/>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3"/>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3"/>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3"/>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3"/>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3"/>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33"/>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3"/>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3"/>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0" name="Google Shape;2960;p33"/>
          <p:cNvSpPr/>
          <p:nvPr/>
        </p:nvSpPr>
        <p:spPr>
          <a:xfrm rot="-5400000">
            <a:off x="-581151" y="-712325"/>
            <a:ext cx="1657800" cy="1657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3"/>
          <p:cNvSpPr/>
          <p:nvPr/>
        </p:nvSpPr>
        <p:spPr>
          <a:xfrm rot="-2158994">
            <a:off x="8445880" y="2488287"/>
            <a:ext cx="3063067" cy="3063067"/>
          </a:xfrm>
          <a:prstGeom prst="blockArc">
            <a:avLst>
              <a:gd fmla="val 5958233" name="adj1"/>
              <a:gd fmla="val 17463104" name="adj2"/>
              <a:gd fmla="val 150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_1">
    <p:spTree>
      <p:nvGrpSpPr>
        <p:cNvPr id="2962" name="Shape 2962"/>
        <p:cNvGrpSpPr/>
        <p:nvPr/>
      </p:nvGrpSpPr>
      <p:grpSpPr>
        <a:xfrm>
          <a:off x="0" y="0"/>
          <a:ext cx="0" cy="0"/>
          <a:chOff x="0" y="0"/>
          <a:chExt cx="0" cy="0"/>
        </a:xfrm>
      </p:grpSpPr>
      <p:sp>
        <p:nvSpPr>
          <p:cNvPr id="2963" name="Google Shape;2963;p34"/>
          <p:cNvSpPr/>
          <p:nvPr/>
        </p:nvSpPr>
        <p:spPr>
          <a:xfrm flipH="1">
            <a:off x="8270391" y="2279600"/>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4" name="Google Shape;2964;p34"/>
          <p:cNvGrpSpPr/>
          <p:nvPr/>
        </p:nvGrpSpPr>
        <p:grpSpPr>
          <a:xfrm rot="5400000">
            <a:off x="7651004" y="3368691"/>
            <a:ext cx="2227589" cy="1527191"/>
            <a:chOff x="5519300" y="372750"/>
            <a:chExt cx="1039375" cy="712575"/>
          </a:xfrm>
        </p:grpSpPr>
        <p:sp>
          <p:nvSpPr>
            <p:cNvPr id="2965" name="Google Shape;2965;p34"/>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4"/>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4"/>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4"/>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4"/>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4"/>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4"/>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4"/>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4"/>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4"/>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4"/>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4"/>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4"/>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4"/>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4"/>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4"/>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4"/>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4"/>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4"/>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34"/>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4"/>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4"/>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4"/>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4"/>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4"/>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4"/>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4"/>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4"/>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4"/>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4"/>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4"/>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4"/>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4"/>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4"/>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34"/>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34"/>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4"/>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34"/>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34"/>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4"/>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4"/>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4"/>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4"/>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4"/>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4"/>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4"/>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4"/>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4"/>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4"/>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4"/>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4"/>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4"/>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4"/>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4"/>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4"/>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4"/>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4"/>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4"/>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4"/>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4"/>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4"/>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4"/>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4"/>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4"/>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4"/>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4"/>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4"/>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2" name="Google Shape;3032;p34"/>
          <p:cNvGrpSpPr/>
          <p:nvPr/>
        </p:nvGrpSpPr>
        <p:grpSpPr>
          <a:xfrm rot="-5400000">
            <a:off x="-818942" y="1077257"/>
            <a:ext cx="2227588" cy="726522"/>
            <a:chOff x="3799000" y="1820400"/>
            <a:chExt cx="1039375" cy="338989"/>
          </a:xfrm>
        </p:grpSpPr>
        <p:sp>
          <p:nvSpPr>
            <p:cNvPr id="3033" name="Google Shape;3033;p34"/>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4"/>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4"/>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4"/>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4"/>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4"/>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4"/>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4"/>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4"/>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4"/>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4"/>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4"/>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4"/>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4"/>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4"/>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4"/>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4"/>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4"/>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4"/>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4"/>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4"/>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4"/>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4"/>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4"/>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4"/>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4"/>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4"/>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4"/>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4"/>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4"/>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4"/>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4"/>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4"/>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4"/>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4"/>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4"/>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9" name="Google Shape;3069;p34"/>
          <p:cNvSpPr/>
          <p:nvPr/>
        </p:nvSpPr>
        <p:spPr>
          <a:xfrm flipH="1">
            <a:off x="-1058342" y="3902385"/>
            <a:ext cx="2574600" cy="2574600"/>
          </a:xfrm>
          <a:prstGeom prst="blockArc">
            <a:avLst>
              <a:gd fmla="val 5958233" name="adj1"/>
              <a:gd fmla="val 17463104" name="adj2"/>
              <a:gd fmla="val 15066"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070" name="Google Shape;3070;p34"/>
          <p:cNvPicPr preferRelativeResize="0"/>
          <p:nvPr/>
        </p:nvPicPr>
        <p:blipFill>
          <a:blip r:embed="rId2">
            <a:alphaModFix/>
          </a:blip>
          <a:stretch>
            <a:fillRect/>
          </a:stretch>
        </p:blipFill>
        <p:spPr>
          <a:xfrm>
            <a:off x="100850" y="3694589"/>
            <a:ext cx="1306575" cy="1368000"/>
          </a:xfrm>
          <a:prstGeom prst="rect">
            <a:avLst/>
          </a:prstGeom>
          <a:noFill/>
          <a:ln>
            <a:noFill/>
          </a:ln>
        </p:spPr>
      </p:pic>
      <p:sp>
        <p:nvSpPr>
          <p:cNvPr id="3071" name="Google Shape;3071;p34"/>
          <p:cNvSpPr/>
          <p:nvPr/>
        </p:nvSpPr>
        <p:spPr>
          <a:xfrm flipH="1" rot="5400000">
            <a:off x="-383111" y="-1285175"/>
            <a:ext cx="2033700" cy="2033700"/>
          </a:xfrm>
          <a:prstGeom prst="blockArc">
            <a:avLst>
              <a:gd fmla="val 5958233" name="adj1"/>
              <a:gd fmla="val 16931427" name="adj2"/>
              <a:gd fmla="val 1990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4"/>
          <p:cNvSpPr/>
          <p:nvPr/>
        </p:nvSpPr>
        <p:spPr>
          <a:xfrm flipH="1">
            <a:off x="-87012" y="-979068"/>
            <a:ext cx="1654500" cy="16551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073" name="Google Shape;3073;p34"/>
          <p:cNvPicPr preferRelativeResize="0"/>
          <p:nvPr/>
        </p:nvPicPr>
        <p:blipFill>
          <a:blip r:embed="rId3">
            <a:alphaModFix/>
          </a:blip>
          <a:stretch>
            <a:fillRect/>
          </a:stretch>
        </p:blipFill>
        <p:spPr>
          <a:xfrm>
            <a:off x="8514494" y="748521"/>
            <a:ext cx="1013918" cy="726975"/>
          </a:xfrm>
          <a:prstGeom prst="rect">
            <a:avLst/>
          </a:prstGeom>
          <a:noFill/>
          <a:ln>
            <a:noFill/>
          </a:ln>
        </p:spPr>
      </p:pic>
      <p:sp>
        <p:nvSpPr>
          <p:cNvPr id="3074" name="Google Shape;3074;p34"/>
          <p:cNvSpPr/>
          <p:nvPr/>
        </p:nvSpPr>
        <p:spPr>
          <a:xfrm flipH="1" rot="-5400000">
            <a:off x="6829239" y="4604100"/>
            <a:ext cx="2033700" cy="2033700"/>
          </a:xfrm>
          <a:prstGeom prst="blockArc">
            <a:avLst>
              <a:gd fmla="val 5958233" name="adj1"/>
              <a:gd fmla="val 16931427" name="adj2"/>
              <a:gd fmla="val 19901"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4"/>
          <p:cNvSpPr/>
          <p:nvPr/>
        </p:nvSpPr>
        <p:spPr>
          <a:xfrm flipH="1" rot="10800000">
            <a:off x="6912341" y="4676592"/>
            <a:ext cx="1654500" cy="16551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076" name="Google Shape;3076;p34"/>
          <p:cNvPicPr preferRelativeResize="0"/>
          <p:nvPr/>
        </p:nvPicPr>
        <p:blipFill>
          <a:blip r:embed="rId3">
            <a:alphaModFix/>
          </a:blip>
          <a:stretch>
            <a:fillRect/>
          </a:stretch>
        </p:blipFill>
        <p:spPr>
          <a:xfrm>
            <a:off x="1567494" y="4676596"/>
            <a:ext cx="1013918" cy="726975"/>
          </a:xfrm>
          <a:prstGeom prst="rect">
            <a:avLst/>
          </a:prstGeom>
          <a:noFill/>
          <a:ln>
            <a:noFill/>
          </a:ln>
        </p:spPr>
      </p:pic>
      <p:pic>
        <p:nvPicPr>
          <p:cNvPr id="3077" name="Google Shape;3077;p34"/>
          <p:cNvPicPr preferRelativeResize="0"/>
          <p:nvPr/>
        </p:nvPicPr>
        <p:blipFill>
          <a:blip r:embed="rId3">
            <a:alphaModFix/>
          </a:blip>
          <a:stretch>
            <a:fillRect/>
          </a:stretch>
        </p:blipFill>
        <p:spPr>
          <a:xfrm>
            <a:off x="-508956" y="2685121"/>
            <a:ext cx="1013918" cy="726975"/>
          </a:xfrm>
          <a:prstGeom prst="rect">
            <a:avLst/>
          </a:prstGeom>
          <a:noFill/>
          <a:ln>
            <a:noFill/>
          </a:ln>
        </p:spPr>
      </p:pic>
      <p:pic>
        <p:nvPicPr>
          <p:cNvPr id="3078" name="Google Shape;3078;p34"/>
          <p:cNvPicPr preferRelativeResize="0"/>
          <p:nvPr/>
        </p:nvPicPr>
        <p:blipFill>
          <a:blip r:embed="rId3">
            <a:alphaModFix/>
          </a:blip>
          <a:stretch>
            <a:fillRect/>
          </a:stretch>
        </p:blipFill>
        <p:spPr>
          <a:xfrm>
            <a:off x="7722166" y="-427950"/>
            <a:ext cx="1217532" cy="872974"/>
          </a:xfrm>
          <a:prstGeom prst="rect">
            <a:avLst/>
          </a:prstGeom>
          <a:noFill/>
          <a:ln>
            <a:noFill/>
          </a:ln>
        </p:spPr>
      </p:pic>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082" name="Shape 3082"/>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083" name="Shape 3083"/>
        <p:cNvGrpSpPr/>
        <p:nvPr/>
      </p:nvGrpSpPr>
      <p:grpSpPr>
        <a:xfrm>
          <a:off x="0" y="0"/>
          <a:ext cx="0" cy="0"/>
          <a:chOff x="0" y="0"/>
          <a:chExt cx="0" cy="0"/>
        </a:xfrm>
      </p:grpSpPr>
      <p:sp>
        <p:nvSpPr>
          <p:cNvPr id="3084" name="Google Shape;3084;p3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3.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chemeClr val="lt1"/>
            </a:gs>
            <a:gs pos="100000">
              <a:schemeClr val="dk2"/>
            </a:gs>
          </a:gsLst>
          <a:path path="circle">
            <a:fillToRect b="50%" l="50%" r="50%" t="50%"/>
          </a:path>
          <a:tileRect/>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75" y="445025"/>
            <a:ext cx="7717500" cy="740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600"/>
              <a:buFont typeface="Alumni Sans Pinstripe"/>
              <a:buNone/>
              <a:defRPr b="1" sz="3600">
                <a:solidFill>
                  <a:schemeClr val="dk1"/>
                </a:solidFill>
                <a:latin typeface="Alumni Sans Pinstripe"/>
                <a:ea typeface="Alumni Sans Pinstripe"/>
                <a:cs typeface="Alumni Sans Pinstripe"/>
                <a:sym typeface="Alumni Sans Pinstripe"/>
              </a:defRPr>
            </a:lvl1pPr>
            <a:lvl2pPr lvl="1">
              <a:spcBef>
                <a:spcPts val="0"/>
              </a:spcBef>
              <a:spcAft>
                <a:spcPts val="0"/>
              </a:spcAft>
              <a:buClr>
                <a:schemeClr val="dk1"/>
              </a:buClr>
              <a:buSzPts val="3600"/>
              <a:buFont typeface="Alumni Sans Pinstripe"/>
              <a:buNone/>
              <a:defRPr b="1" sz="3600">
                <a:solidFill>
                  <a:schemeClr val="dk1"/>
                </a:solidFill>
                <a:latin typeface="Alumni Sans Pinstripe"/>
                <a:ea typeface="Alumni Sans Pinstripe"/>
                <a:cs typeface="Alumni Sans Pinstripe"/>
                <a:sym typeface="Alumni Sans Pinstripe"/>
              </a:defRPr>
            </a:lvl2pPr>
            <a:lvl3pPr lvl="2">
              <a:spcBef>
                <a:spcPts val="0"/>
              </a:spcBef>
              <a:spcAft>
                <a:spcPts val="0"/>
              </a:spcAft>
              <a:buClr>
                <a:schemeClr val="dk1"/>
              </a:buClr>
              <a:buSzPts val="3600"/>
              <a:buFont typeface="Alumni Sans Pinstripe"/>
              <a:buNone/>
              <a:defRPr b="1" sz="3600">
                <a:solidFill>
                  <a:schemeClr val="dk1"/>
                </a:solidFill>
                <a:latin typeface="Alumni Sans Pinstripe"/>
                <a:ea typeface="Alumni Sans Pinstripe"/>
                <a:cs typeface="Alumni Sans Pinstripe"/>
                <a:sym typeface="Alumni Sans Pinstripe"/>
              </a:defRPr>
            </a:lvl3pPr>
            <a:lvl4pPr lvl="3">
              <a:spcBef>
                <a:spcPts val="0"/>
              </a:spcBef>
              <a:spcAft>
                <a:spcPts val="0"/>
              </a:spcAft>
              <a:buClr>
                <a:schemeClr val="dk1"/>
              </a:buClr>
              <a:buSzPts val="3600"/>
              <a:buFont typeface="Alumni Sans Pinstripe"/>
              <a:buNone/>
              <a:defRPr b="1" sz="3600">
                <a:solidFill>
                  <a:schemeClr val="dk1"/>
                </a:solidFill>
                <a:latin typeface="Alumni Sans Pinstripe"/>
                <a:ea typeface="Alumni Sans Pinstripe"/>
                <a:cs typeface="Alumni Sans Pinstripe"/>
                <a:sym typeface="Alumni Sans Pinstripe"/>
              </a:defRPr>
            </a:lvl4pPr>
            <a:lvl5pPr lvl="4">
              <a:spcBef>
                <a:spcPts val="0"/>
              </a:spcBef>
              <a:spcAft>
                <a:spcPts val="0"/>
              </a:spcAft>
              <a:buClr>
                <a:schemeClr val="dk1"/>
              </a:buClr>
              <a:buSzPts val="3600"/>
              <a:buFont typeface="Alumni Sans Pinstripe"/>
              <a:buNone/>
              <a:defRPr b="1" sz="3600">
                <a:solidFill>
                  <a:schemeClr val="dk1"/>
                </a:solidFill>
                <a:latin typeface="Alumni Sans Pinstripe"/>
                <a:ea typeface="Alumni Sans Pinstripe"/>
                <a:cs typeface="Alumni Sans Pinstripe"/>
                <a:sym typeface="Alumni Sans Pinstripe"/>
              </a:defRPr>
            </a:lvl5pPr>
            <a:lvl6pPr lvl="5">
              <a:spcBef>
                <a:spcPts val="0"/>
              </a:spcBef>
              <a:spcAft>
                <a:spcPts val="0"/>
              </a:spcAft>
              <a:buClr>
                <a:schemeClr val="dk1"/>
              </a:buClr>
              <a:buSzPts val="3600"/>
              <a:buFont typeface="Alumni Sans Pinstripe"/>
              <a:buNone/>
              <a:defRPr b="1" sz="3600">
                <a:solidFill>
                  <a:schemeClr val="dk1"/>
                </a:solidFill>
                <a:latin typeface="Alumni Sans Pinstripe"/>
                <a:ea typeface="Alumni Sans Pinstripe"/>
                <a:cs typeface="Alumni Sans Pinstripe"/>
                <a:sym typeface="Alumni Sans Pinstripe"/>
              </a:defRPr>
            </a:lvl6pPr>
            <a:lvl7pPr lvl="6">
              <a:spcBef>
                <a:spcPts val="0"/>
              </a:spcBef>
              <a:spcAft>
                <a:spcPts val="0"/>
              </a:spcAft>
              <a:buClr>
                <a:schemeClr val="dk1"/>
              </a:buClr>
              <a:buSzPts val="3600"/>
              <a:buFont typeface="Alumni Sans Pinstripe"/>
              <a:buNone/>
              <a:defRPr b="1" sz="3600">
                <a:solidFill>
                  <a:schemeClr val="dk1"/>
                </a:solidFill>
                <a:latin typeface="Alumni Sans Pinstripe"/>
                <a:ea typeface="Alumni Sans Pinstripe"/>
                <a:cs typeface="Alumni Sans Pinstripe"/>
                <a:sym typeface="Alumni Sans Pinstripe"/>
              </a:defRPr>
            </a:lvl7pPr>
            <a:lvl8pPr lvl="7">
              <a:spcBef>
                <a:spcPts val="0"/>
              </a:spcBef>
              <a:spcAft>
                <a:spcPts val="0"/>
              </a:spcAft>
              <a:buClr>
                <a:schemeClr val="dk1"/>
              </a:buClr>
              <a:buSzPts val="3600"/>
              <a:buFont typeface="Alumni Sans Pinstripe"/>
              <a:buNone/>
              <a:defRPr b="1" sz="3600">
                <a:solidFill>
                  <a:schemeClr val="dk1"/>
                </a:solidFill>
                <a:latin typeface="Alumni Sans Pinstripe"/>
                <a:ea typeface="Alumni Sans Pinstripe"/>
                <a:cs typeface="Alumni Sans Pinstripe"/>
                <a:sym typeface="Alumni Sans Pinstripe"/>
              </a:defRPr>
            </a:lvl8pPr>
            <a:lvl9pPr lvl="8">
              <a:spcBef>
                <a:spcPts val="0"/>
              </a:spcBef>
              <a:spcAft>
                <a:spcPts val="0"/>
              </a:spcAft>
              <a:buClr>
                <a:schemeClr val="dk1"/>
              </a:buClr>
              <a:buSzPts val="3600"/>
              <a:buFont typeface="Alumni Sans Pinstripe"/>
              <a:buNone/>
              <a:defRPr b="1" sz="3600">
                <a:solidFill>
                  <a:schemeClr val="dk1"/>
                </a:solidFill>
                <a:latin typeface="Alumni Sans Pinstripe"/>
                <a:ea typeface="Alumni Sans Pinstripe"/>
                <a:cs typeface="Alumni Sans Pinstripe"/>
                <a:sym typeface="Alumni Sans Pinstripe"/>
              </a:defRPr>
            </a:lvl9pPr>
          </a:lstStyle>
          <a:p/>
        </p:txBody>
      </p:sp>
      <p:sp>
        <p:nvSpPr>
          <p:cNvPr id="7" name="Google Shape;7;p1"/>
          <p:cNvSpPr txBox="1"/>
          <p:nvPr>
            <p:ph idx="1" type="body"/>
          </p:nvPr>
        </p:nvSpPr>
        <p:spPr>
          <a:xfrm>
            <a:off x="71327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dvent Pro"/>
              <a:buChar char="●"/>
              <a:defRPr>
                <a:solidFill>
                  <a:schemeClr val="dk1"/>
                </a:solidFill>
                <a:latin typeface="Advent Pro"/>
                <a:ea typeface="Advent Pro"/>
                <a:cs typeface="Advent Pro"/>
                <a:sym typeface="Advent Pro"/>
              </a:defRPr>
            </a:lvl1pPr>
            <a:lvl2pPr indent="-317500" lvl="1" marL="914400">
              <a:lnSpc>
                <a:spcPct val="100000"/>
              </a:lnSpc>
              <a:spcBef>
                <a:spcPts val="0"/>
              </a:spcBef>
              <a:spcAft>
                <a:spcPts val="0"/>
              </a:spcAft>
              <a:buClr>
                <a:schemeClr val="dk1"/>
              </a:buClr>
              <a:buSzPts val="1400"/>
              <a:buFont typeface="Advent Pro"/>
              <a:buChar char="○"/>
              <a:defRPr>
                <a:solidFill>
                  <a:schemeClr val="dk1"/>
                </a:solidFill>
                <a:latin typeface="Advent Pro"/>
                <a:ea typeface="Advent Pro"/>
                <a:cs typeface="Advent Pro"/>
                <a:sym typeface="Advent Pro"/>
              </a:defRPr>
            </a:lvl2pPr>
            <a:lvl3pPr indent="-317500" lvl="2" marL="1371600">
              <a:lnSpc>
                <a:spcPct val="100000"/>
              </a:lnSpc>
              <a:spcBef>
                <a:spcPts val="0"/>
              </a:spcBef>
              <a:spcAft>
                <a:spcPts val="0"/>
              </a:spcAft>
              <a:buClr>
                <a:schemeClr val="dk1"/>
              </a:buClr>
              <a:buSzPts val="1400"/>
              <a:buFont typeface="Advent Pro"/>
              <a:buChar char="■"/>
              <a:defRPr>
                <a:solidFill>
                  <a:schemeClr val="dk1"/>
                </a:solidFill>
                <a:latin typeface="Advent Pro"/>
                <a:ea typeface="Advent Pro"/>
                <a:cs typeface="Advent Pro"/>
                <a:sym typeface="Advent Pro"/>
              </a:defRPr>
            </a:lvl3pPr>
            <a:lvl4pPr indent="-317500" lvl="3" marL="1828800">
              <a:lnSpc>
                <a:spcPct val="100000"/>
              </a:lnSpc>
              <a:spcBef>
                <a:spcPts val="0"/>
              </a:spcBef>
              <a:spcAft>
                <a:spcPts val="0"/>
              </a:spcAft>
              <a:buClr>
                <a:schemeClr val="dk1"/>
              </a:buClr>
              <a:buSzPts val="1400"/>
              <a:buFont typeface="Advent Pro"/>
              <a:buChar char="●"/>
              <a:defRPr>
                <a:solidFill>
                  <a:schemeClr val="dk1"/>
                </a:solidFill>
                <a:latin typeface="Advent Pro"/>
                <a:ea typeface="Advent Pro"/>
                <a:cs typeface="Advent Pro"/>
                <a:sym typeface="Advent Pro"/>
              </a:defRPr>
            </a:lvl4pPr>
            <a:lvl5pPr indent="-317500" lvl="4" marL="2286000">
              <a:lnSpc>
                <a:spcPct val="100000"/>
              </a:lnSpc>
              <a:spcBef>
                <a:spcPts val="0"/>
              </a:spcBef>
              <a:spcAft>
                <a:spcPts val="0"/>
              </a:spcAft>
              <a:buClr>
                <a:schemeClr val="dk1"/>
              </a:buClr>
              <a:buSzPts val="1400"/>
              <a:buFont typeface="Advent Pro"/>
              <a:buChar char="○"/>
              <a:defRPr>
                <a:solidFill>
                  <a:schemeClr val="dk1"/>
                </a:solidFill>
                <a:latin typeface="Advent Pro"/>
                <a:ea typeface="Advent Pro"/>
                <a:cs typeface="Advent Pro"/>
                <a:sym typeface="Advent Pro"/>
              </a:defRPr>
            </a:lvl5pPr>
            <a:lvl6pPr indent="-317500" lvl="5" marL="2743200">
              <a:lnSpc>
                <a:spcPct val="100000"/>
              </a:lnSpc>
              <a:spcBef>
                <a:spcPts val="0"/>
              </a:spcBef>
              <a:spcAft>
                <a:spcPts val="0"/>
              </a:spcAft>
              <a:buClr>
                <a:schemeClr val="dk1"/>
              </a:buClr>
              <a:buSzPts val="1400"/>
              <a:buFont typeface="Advent Pro"/>
              <a:buChar char="■"/>
              <a:defRPr>
                <a:solidFill>
                  <a:schemeClr val="dk1"/>
                </a:solidFill>
                <a:latin typeface="Advent Pro"/>
                <a:ea typeface="Advent Pro"/>
                <a:cs typeface="Advent Pro"/>
                <a:sym typeface="Advent Pro"/>
              </a:defRPr>
            </a:lvl6pPr>
            <a:lvl7pPr indent="-317500" lvl="6" marL="3200400">
              <a:lnSpc>
                <a:spcPct val="100000"/>
              </a:lnSpc>
              <a:spcBef>
                <a:spcPts val="0"/>
              </a:spcBef>
              <a:spcAft>
                <a:spcPts val="0"/>
              </a:spcAft>
              <a:buClr>
                <a:schemeClr val="dk1"/>
              </a:buClr>
              <a:buSzPts val="1400"/>
              <a:buFont typeface="Advent Pro"/>
              <a:buChar char="●"/>
              <a:defRPr>
                <a:solidFill>
                  <a:schemeClr val="dk1"/>
                </a:solidFill>
                <a:latin typeface="Advent Pro"/>
                <a:ea typeface="Advent Pro"/>
                <a:cs typeface="Advent Pro"/>
                <a:sym typeface="Advent Pro"/>
              </a:defRPr>
            </a:lvl7pPr>
            <a:lvl8pPr indent="-317500" lvl="7" marL="3657600">
              <a:lnSpc>
                <a:spcPct val="100000"/>
              </a:lnSpc>
              <a:spcBef>
                <a:spcPts val="0"/>
              </a:spcBef>
              <a:spcAft>
                <a:spcPts val="0"/>
              </a:spcAft>
              <a:buClr>
                <a:schemeClr val="dk1"/>
              </a:buClr>
              <a:buSzPts val="1400"/>
              <a:buFont typeface="Advent Pro"/>
              <a:buChar char="○"/>
              <a:defRPr>
                <a:solidFill>
                  <a:schemeClr val="dk1"/>
                </a:solidFill>
                <a:latin typeface="Advent Pro"/>
                <a:ea typeface="Advent Pro"/>
                <a:cs typeface="Advent Pro"/>
                <a:sym typeface="Advent Pro"/>
              </a:defRPr>
            </a:lvl8pPr>
            <a:lvl9pPr indent="-317500" lvl="8" marL="4114800">
              <a:lnSpc>
                <a:spcPct val="100000"/>
              </a:lnSpc>
              <a:spcBef>
                <a:spcPts val="0"/>
              </a:spcBef>
              <a:spcAft>
                <a:spcPts val="0"/>
              </a:spcAft>
              <a:buClr>
                <a:schemeClr val="dk1"/>
              </a:buClr>
              <a:buSzPts val="1400"/>
              <a:buFont typeface="Advent Pro"/>
              <a:buChar char="■"/>
              <a:defRPr>
                <a:solidFill>
                  <a:schemeClr val="dk1"/>
                </a:solidFill>
                <a:latin typeface="Advent Pro"/>
                <a:ea typeface="Advent Pro"/>
                <a:cs typeface="Advent Pro"/>
                <a:sym typeface="Advent Pr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079" name="Shape 3079"/>
        <p:cNvGrpSpPr/>
        <p:nvPr/>
      </p:nvGrpSpPr>
      <p:grpSpPr>
        <a:xfrm>
          <a:off x="0" y="0"/>
          <a:ext cx="0" cy="0"/>
          <a:chOff x="0" y="0"/>
          <a:chExt cx="0" cy="0"/>
        </a:xfrm>
      </p:grpSpPr>
      <p:sp>
        <p:nvSpPr>
          <p:cNvPr id="3080" name="Google Shape;3080;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081" name="Google Shape;3081;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 Id="rId6" Type="http://schemas.openxmlformats.org/officeDocument/2006/relationships/image" Target="../media/image2.png"/><Relationship Id="rId7" Type="http://schemas.openxmlformats.org/officeDocument/2006/relationships/image" Target="../media/image4.png"/><Relationship Id="rId8" Type="http://schemas.openxmlformats.org/officeDocument/2006/relationships/image" Target="../media/image7.png"/></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40.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2.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xml"/><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4.png"/><Relationship Id="rId6" Type="http://schemas.openxmlformats.org/officeDocument/2006/relationships/image" Target="../media/image6.png"/><Relationship Id="rId7" Type="http://schemas.openxmlformats.org/officeDocument/2006/relationships/image" Target="../media/image7.png"/><Relationship Id="rId8"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 Id="rId3" Type="http://schemas.openxmlformats.org/officeDocument/2006/relationships/image" Target="../media/image1.png"/><Relationship Id="rId4" Type="http://schemas.openxmlformats.org/officeDocument/2006/relationships/image" Target="../media/image6.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1.png"/><Relationship Id="rId4" Type="http://schemas.openxmlformats.org/officeDocument/2006/relationships/image" Target="../media/image2.png"/><Relationship Id="rId5" Type="http://schemas.openxmlformats.org/officeDocument/2006/relationships/image" Target="../media/image6.png"/><Relationship Id="rId6" Type="http://schemas.openxmlformats.org/officeDocument/2006/relationships/image" Target="../media/image7.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3.png"/><Relationship Id="rId4" Type="http://schemas.openxmlformats.org/officeDocument/2006/relationships/image" Target="../media/image5.png"/><Relationship Id="rId5" Type="http://schemas.openxmlformats.org/officeDocument/2006/relationships/image" Target="../media/image2.png"/><Relationship Id="rId6" Type="http://schemas.openxmlformats.org/officeDocument/2006/relationships/image" Target="../media/image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 Id="rId3"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1.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7.png"/><Relationship Id="rId6" Type="http://schemas.openxmlformats.org/officeDocument/2006/relationships/image" Target="../media/image6.png"/><Relationship Id="rId7" Type="http://schemas.openxmlformats.org/officeDocument/2006/relationships/image" Target="../media/image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7.png"/><Relationship Id="rId4" Type="http://schemas.openxmlformats.org/officeDocument/2006/relationships/image" Target="../media/image2.png"/><Relationship Id="rId5"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3.png"/><Relationship Id="rId4" Type="http://schemas.openxmlformats.org/officeDocument/2006/relationships/image" Target="../media/image6.png"/><Relationship Id="rId5" Type="http://schemas.openxmlformats.org/officeDocument/2006/relationships/image" Target="../media/image1.png"/><Relationship Id="rId6" Type="http://schemas.openxmlformats.org/officeDocument/2006/relationships/image" Target="../media/image7.png"/><Relationship Id="rId7"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24.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 Id="rId3" Type="http://schemas.openxmlformats.org/officeDocument/2006/relationships/image" Target="../media/image25.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xml"/><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0.xml"/><Relationship Id="rId3" Type="http://schemas.openxmlformats.org/officeDocument/2006/relationships/image" Target="../media/image1.png"/><Relationship Id="rId4" Type="http://schemas.openxmlformats.org/officeDocument/2006/relationships/image" Target="../media/image2.png"/><Relationship Id="rId5" Type="http://schemas.openxmlformats.org/officeDocument/2006/relationships/image" Target="../media/image7.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7.png"/><Relationship Id="rId6" Type="http://schemas.openxmlformats.org/officeDocument/2006/relationships/image" Target="../media/image6.png"/><Relationship Id="rId7" Type="http://schemas.openxmlformats.org/officeDocument/2006/relationships/image" Target="../media/image4.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4.xml"/><Relationship Id="rId3" Type="http://schemas.openxmlformats.org/officeDocument/2006/relationships/image" Target="../media/image13.png"/><Relationship Id="rId4" Type="http://schemas.openxmlformats.org/officeDocument/2006/relationships/image" Target="../media/image1.png"/><Relationship Id="rId5" Type="http://schemas.openxmlformats.org/officeDocument/2006/relationships/image" Target="../media/image3.png"/><Relationship Id="rId6" Type="http://schemas.openxmlformats.org/officeDocument/2006/relationships/image" Target="../media/image2.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 Id="rId3" Type="http://schemas.openxmlformats.org/officeDocument/2006/relationships/image" Target="../media/image12.png"/><Relationship Id="rId4" Type="http://schemas.openxmlformats.org/officeDocument/2006/relationships/image" Target="../media/image6.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 Id="rId3" Type="http://schemas.openxmlformats.org/officeDocument/2006/relationships/image" Target="../media/image22.png"/><Relationship Id="rId4" Type="http://schemas.openxmlformats.org/officeDocument/2006/relationships/image" Target="../media/image7.png"/><Relationship Id="rId5" Type="http://schemas.openxmlformats.org/officeDocument/2006/relationships/image" Target="../media/image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image" Target="../media/image3.png"/><Relationship Id="rId4" Type="http://schemas.openxmlformats.org/officeDocument/2006/relationships/image" Target="../media/image6.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 Id="rId3" Type="http://schemas.openxmlformats.org/officeDocument/2006/relationships/image" Target="../media/image8.png"/><Relationship Id="rId4" Type="http://schemas.openxmlformats.org/officeDocument/2006/relationships/image" Target="../media/image10.png"/><Relationship Id="rId5" Type="http://schemas.openxmlformats.org/officeDocument/2006/relationships/image" Target="../media/image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 Id="rId3" Type="http://schemas.openxmlformats.org/officeDocument/2006/relationships/image" Target="../media/image6.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IjenlG1fCiHUWVPJZ0m0oqc0Z6dmjocGqIdfQ4wg3AI/copy" TargetMode="External"/><Relationship Id="rId5" Type="http://schemas.openxmlformats.org/officeDocument/2006/relationships/image" Target="../media/image11.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IjenlG1fCiHUWVPJZ0m0oqc0Z6dmjocGqIdfQ4wg3AI/copy" TargetMode="External"/><Relationship Id="rId5" Type="http://schemas.openxmlformats.org/officeDocument/2006/relationships/image" Target="../media/image9.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 Id="rId3" Type="http://schemas.openxmlformats.org/officeDocument/2006/relationships/image" Target="../media/image6.png"/><Relationship Id="rId4" Type="http://schemas.openxmlformats.org/officeDocument/2006/relationships/image" Target="../media/image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 Id="rId3" Type="http://schemas.openxmlformats.org/officeDocument/2006/relationships/image" Target="../media/image3.png"/><Relationship Id="rId4" Type="http://schemas.openxmlformats.org/officeDocument/2006/relationships/hyperlink" Target="http://bit.ly/2Tynxth" TargetMode="External"/><Relationship Id="rId9" Type="http://schemas.openxmlformats.org/officeDocument/2006/relationships/image" Target="../media/image6.png"/><Relationship Id="rId5" Type="http://schemas.openxmlformats.org/officeDocument/2006/relationships/hyperlink" Target="http://bit.ly/2TyoMsr" TargetMode="External"/><Relationship Id="rId6" Type="http://schemas.openxmlformats.org/officeDocument/2006/relationships/hyperlink" Target="http://bit.ly/2TtBDfr" TargetMode="External"/><Relationship Id="rId7" Type="http://schemas.openxmlformats.org/officeDocument/2006/relationships/image" Target="../media/image7.png"/><Relationship Id="rId8" Type="http://schemas.openxmlformats.org/officeDocument/2006/relationships/image" Target="../media/image1.png"/><Relationship Id="rId11" Type="http://schemas.openxmlformats.org/officeDocument/2006/relationships/image" Target="../media/image2.png"/><Relationship Id="rId10" Type="http://schemas.openxmlformats.org/officeDocument/2006/relationships/image" Target="../media/image4.png"/><Relationship Id="rId12" Type="http://schemas.openxmlformats.org/officeDocument/2006/relationships/image" Target="../media/image5.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 Id="rId3" Type="http://schemas.openxmlformats.org/officeDocument/2006/relationships/hyperlink" Target="https://www.freepik.com/free-vector/data-protection-landing-page_4360057.htm/?utm_source=slidesgo_template&amp;utm_medium=referral-link&amp;utm_campaign=sg_resources&amp;utm_content=freepik" TargetMode="External"/><Relationship Id="rId4" Type="http://schemas.openxmlformats.org/officeDocument/2006/relationships/image" Target="../media/image23.png"/><Relationship Id="rId5" Type="http://schemas.openxmlformats.org/officeDocument/2006/relationships/image" Target="../media/image21.png"/><Relationship Id="rId6" Type="http://schemas.openxmlformats.org/officeDocument/2006/relationships/image" Target="../media/image18.png"/><Relationship Id="rId7" Type="http://schemas.openxmlformats.org/officeDocument/2006/relationships/image" Target="../media/image16.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photo/close-up-programmer-typing-keyboard_18492270.htm/?utm_source=slidesgo_template&amp;utm_medium=referral-link&amp;utm_campaign=sg_resources&amp;utm_content=freepik" TargetMode="External"/><Relationship Id="rId4" Type="http://schemas.openxmlformats.org/officeDocument/2006/relationships/hyperlink" Target="https://www.freepik.com/free-photo/close-up-programmer-sitting-desk_18492272.htm/?utm_source=slidesgo_template&amp;utm_medium=referral-link&amp;utm_campaign=sg_resources&amp;utm_content=freepik" TargetMode="External"/><Relationship Id="rId9" Type="http://schemas.openxmlformats.org/officeDocument/2006/relationships/hyperlink" Target="https://www.freepik.com/free-photo/medium-shot-smiley-man-sitting-desk_34598339.htm#page=7&amp;query=man%20potrait&amp;position=12&amp;from_view=author" TargetMode="External"/><Relationship Id="rId5" Type="http://schemas.openxmlformats.org/officeDocument/2006/relationships/hyperlink" Target="https://www.freepik.com/free-photo/view-woman-typing-laptop_36300832.htm/?utm_source=slidesgo_template&amp;utm_medium=referral-link&amp;utm_campaign=sg_resources&amp;utm_content=freepik" TargetMode="External"/><Relationship Id="rId6" Type="http://schemas.openxmlformats.org/officeDocument/2006/relationships/hyperlink" Target="https://www.freepik.com/free-photo/cyber-security-concept-with-computer-close-up_18492314.htm/?utm_source=slidesgo_template&amp;utm_medium=referral-link&amp;utm_campaign=sg_resources&amp;utm_content=freepik" TargetMode="External"/><Relationship Id="rId7" Type="http://schemas.openxmlformats.org/officeDocument/2006/relationships/hyperlink" Target="https://www.freepik.com/free-photo/close-up-programmer-typing-keyboard_18492270.htm/?utm_source=slidesgo_template&amp;utm_medium=referral-link&amp;utm_campaign=sg_resources&amp;utm_content=freepik" TargetMode="External"/><Relationship Id="rId8" Type="http://schemas.openxmlformats.org/officeDocument/2006/relationships/hyperlink" Target="https://www.freepik.com/free-photo/portrait-young-woman-with-afro-dreadlocks-posing-outside_27830392.htm/?utm_source=slidesgo_template&amp;utm_medium=referral-link&amp;utm_campaign=sg_resources&amp;utm_content=freepik" TargetMode="External"/><Relationship Id="rId10" Type="http://schemas.openxmlformats.org/officeDocument/2006/relationships/hyperlink" Target="https://www.freepik.com/free-vector/cyber-security-instagram-stories-template_11627798.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 Id="rId3" Type="http://schemas.openxmlformats.org/officeDocument/2006/relationships/hyperlink" Target="https://fonts.google.com/specimen/Alumni+Sans+Pinstripe" TargetMode="External"/><Relationship Id="rId4" Type="http://schemas.openxmlformats.org/officeDocument/2006/relationships/hyperlink" Target="https://fonts.google.com/specimen/Advent+Pro"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0.png"/><Relationship Id="rId14" Type="http://schemas.openxmlformats.org/officeDocument/2006/relationships/image" Target="../media/image15.png"/><Relationship Id="rId17" Type="http://schemas.openxmlformats.org/officeDocument/2006/relationships/image" Target="../media/image19.png"/><Relationship Id="rId16" Type="http://schemas.openxmlformats.org/officeDocument/2006/relationships/image" Target="../media/image1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2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8" name="Shape 3088"/>
        <p:cNvGrpSpPr/>
        <p:nvPr/>
      </p:nvGrpSpPr>
      <p:grpSpPr>
        <a:xfrm>
          <a:off x="0" y="0"/>
          <a:ext cx="0" cy="0"/>
          <a:chOff x="0" y="0"/>
          <a:chExt cx="0" cy="0"/>
        </a:xfrm>
      </p:grpSpPr>
      <p:pic>
        <p:nvPicPr>
          <p:cNvPr id="3089" name="Google Shape;3089;p38"/>
          <p:cNvPicPr preferRelativeResize="0"/>
          <p:nvPr/>
        </p:nvPicPr>
        <p:blipFill>
          <a:blip r:embed="rId3">
            <a:alphaModFix/>
          </a:blip>
          <a:stretch>
            <a:fillRect/>
          </a:stretch>
        </p:blipFill>
        <p:spPr>
          <a:xfrm>
            <a:off x="183425" y="1946150"/>
            <a:ext cx="3633650" cy="2419999"/>
          </a:xfrm>
          <a:prstGeom prst="rect">
            <a:avLst/>
          </a:prstGeom>
          <a:noFill/>
          <a:ln>
            <a:noFill/>
          </a:ln>
        </p:spPr>
      </p:pic>
      <p:grpSp>
        <p:nvGrpSpPr>
          <p:cNvPr id="3090" name="Google Shape;3090;p38"/>
          <p:cNvGrpSpPr/>
          <p:nvPr/>
        </p:nvGrpSpPr>
        <p:grpSpPr>
          <a:xfrm>
            <a:off x="251783" y="4096069"/>
            <a:ext cx="2227588" cy="726522"/>
            <a:chOff x="3799000" y="1820400"/>
            <a:chExt cx="1039375" cy="338989"/>
          </a:xfrm>
        </p:grpSpPr>
        <p:sp>
          <p:nvSpPr>
            <p:cNvPr id="3091" name="Google Shape;3091;p38"/>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8"/>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8"/>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8"/>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8"/>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8"/>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8"/>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8"/>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8"/>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8"/>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8"/>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8"/>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8"/>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8"/>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8"/>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8"/>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8"/>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8"/>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8"/>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8"/>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8"/>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8"/>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8"/>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8"/>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8"/>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8"/>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8"/>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8"/>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8"/>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8"/>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8"/>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8"/>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8"/>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8"/>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8"/>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8"/>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38"/>
          <p:cNvGrpSpPr/>
          <p:nvPr/>
        </p:nvGrpSpPr>
        <p:grpSpPr>
          <a:xfrm>
            <a:off x="2374531" y="-1877848"/>
            <a:ext cx="745392" cy="771458"/>
            <a:chOff x="3962987" y="1472625"/>
            <a:chExt cx="316663" cy="327750"/>
          </a:xfrm>
        </p:grpSpPr>
        <p:grpSp>
          <p:nvGrpSpPr>
            <p:cNvPr id="3128" name="Google Shape;3128;p38"/>
            <p:cNvGrpSpPr/>
            <p:nvPr/>
          </p:nvGrpSpPr>
          <p:grpSpPr>
            <a:xfrm>
              <a:off x="3962987" y="1472625"/>
              <a:ext cx="316663" cy="58800"/>
              <a:chOff x="3962987" y="1472625"/>
              <a:chExt cx="316663" cy="58800"/>
            </a:xfrm>
          </p:grpSpPr>
          <p:sp>
            <p:nvSpPr>
              <p:cNvPr id="3129" name="Google Shape;3129;p38"/>
              <p:cNvSpPr/>
              <p:nvPr/>
            </p:nvSpPr>
            <p:spPr>
              <a:xfrm>
                <a:off x="4220850"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8"/>
              <p:cNvSpPr/>
              <p:nvPr/>
            </p:nvSpPr>
            <p:spPr>
              <a:xfrm>
                <a:off x="4134896"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38"/>
              <p:cNvSpPr/>
              <p:nvPr/>
            </p:nvSpPr>
            <p:spPr>
              <a:xfrm>
                <a:off x="4048941"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38"/>
              <p:cNvSpPr/>
              <p:nvPr/>
            </p:nvSpPr>
            <p:spPr>
              <a:xfrm>
                <a:off x="3962987"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3" name="Google Shape;3133;p38"/>
            <p:cNvGrpSpPr/>
            <p:nvPr/>
          </p:nvGrpSpPr>
          <p:grpSpPr>
            <a:xfrm>
              <a:off x="3962987" y="1562275"/>
              <a:ext cx="316663" cy="58800"/>
              <a:chOff x="3962987" y="1472625"/>
              <a:chExt cx="316663" cy="58800"/>
            </a:xfrm>
          </p:grpSpPr>
          <p:sp>
            <p:nvSpPr>
              <p:cNvPr id="3134" name="Google Shape;3134;p38"/>
              <p:cNvSpPr/>
              <p:nvPr/>
            </p:nvSpPr>
            <p:spPr>
              <a:xfrm>
                <a:off x="4220850"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8"/>
              <p:cNvSpPr/>
              <p:nvPr/>
            </p:nvSpPr>
            <p:spPr>
              <a:xfrm>
                <a:off x="4134896"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8"/>
              <p:cNvSpPr/>
              <p:nvPr/>
            </p:nvSpPr>
            <p:spPr>
              <a:xfrm>
                <a:off x="4048941"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8"/>
              <p:cNvSpPr/>
              <p:nvPr/>
            </p:nvSpPr>
            <p:spPr>
              <a:xfrm>
                <a:off x="3962987"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8" name="Google Shape;3138;p38"/>
            <p:cNvGrpSpPr/>
            <p:nvPr/>
          </p:nvGrpSpPr>
          <p:grpSpPr>
            <a:xfrm>
              <a:off x="3962987" y="1651925"/>
              <a:ext cx="316663" cy="58800"/>
              <a:chOff x="3962987" y="1472625"/>
              <a:chExt cx="316663" cy="58800"/>
            </a:xfrm>
          </p:grpSpPr>
          <p:sp>
            <p:nvSpPr>
              <p:cNvPr id="3139" name="Google Shape;3139;p38"/>
              <p:cNvSpPr/>
              <p:nvPr/>
            </p:nvSpPr>
            <p:spPr>
              <a:xfrm>
                <a:off x="4220850"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38"/>
              <p:cNvSpPr/>
              <p:nvPr/>
            </p:nvSpPr>
            <p:spPr>
              <a:xfrm>
                <a:off x="4134896"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38"/>
              <p:cNvSpPr/>
              <p:nvPr/>
            </p:nvSpPr>
            <p:spPr>
              <a:xfrm>
                <a:off x="4048941"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8"/>
              <p:cNvSpPr/>
              <p:nvPr/>
            </p:nvSpPr>
            <p:spPr>
              <a:xfrm>
                <a:off x="3962987"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3" name="Google Shape;3143;p38"/>
            <p:cNvGrpSpPr/>
            <p:nvPr/>
          </p:nvGrpSpPr>
          <p:grpSpPr>
            <a:xfrm>
              <a:off x="3962987" y="1741575"/>
              <a:ext cx="316663" cy="58800"/>
              <a:chOff x="3962987" y="1472625"/>
              <a:chExt cx="316663" cy="58800"/>
            </a:xfrm>
          </p:grpSpPr>
          <p:sp>
            <p:nvSpPr>
              <p:cNvPr id="3144" name="Google Shape;3144;p38"/>
              <p:cNvSpPr/>
              <p:nvPr/>
            </p:nvSpPr>
            <p:spPr>
              <a:xfrm>
                <a:off x="4220850"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8"/>
              <p:cNvSpPr/>
              <p:nvPr/>
            </p:nvSpPr>
            <p:spPr>
              <a:xfrm>
                <a:off x="4134896"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38"/>
              <p:cNvSpPr/>
              <p:nvPr/>
            </p:nvSpPr>
            <p:spPr>
              <a:xfrm>
                <a:off x="4048941"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38"/>
              <p:cNvSpPr/>
              <p:nvPr/>
            </p:nvSpPr>
            <p:spPr>
              <a:xfrm>
                <a:off x="3962987" y="14726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148" name="Google Shape;3148;p38"/>
          <p:cNvSpPr txBox="1"/>
          <p:nvPr>
            <p:ph type="ctrTitle"/>
          </p:nvPr>
        </p:nvSpPr>
        <p:spPr>
          <a:xfrm>
            <a:off x="3817063" y="1228288"/>
            <a:ext cx="4499400" cy="1824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CYBER SECURITY KILL CHAIN</a:t>
            </a:r>
            <a:endParaRPr/>
          </a:p>
        </p:txBody>
      </p:sp>
      <p:sp>
        <p:nvSpPr>
          <p:cNvPr id="3149" name="Google Shape;3149;p38"/>
          <p:cNvSpPr txBox="1"/>
          <p:nvPr>
            <p:ph idx="1" type="subTitle"/>
          </p:nvPr>
        </p:nvSpPr>
        <p:spPr>
          <a:xfrm>
            <a:off x="6343500" y="3052300"/>
            <a:ext cx="1972800" cy="738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pic>
        <p:nvPicPr>
          <p:cNvPr id="3150" name="Google Shape;3150;p38"/>
          <p:cNvPicPr preferRelativeResize="0"/>
          <p:nvPr/>
        </p:nvPicPr>
        <p:blipFill>
          <a:blip r:embed="rId4">
            <a:alphaModFix/>
          </a:blip>
          <a:stretch>
            <a:fillRect/>
          </a:stretch>
        </p:blipFill>
        <p:spPr>
          <a:xfrm>
            <a:off x="4052311" y="2452228"/>
            <a:ext cx="1039375" cy="745235"/>
          </a:xfrm>
          <a:prstGeom prst="rect">
            <a:avLst/>
          </a:prstGeom>
          <a:noFill/>
          <a:ln>
            <a:noFill/>
          </a:ln>
        </p:spPr>
      </p:pic>
      <p:pic>
        <p:nvPicPr>
          <p:cNvPr id="3151" name="Google Shape;3151;p38"/>
          <p:cNvPicPr preferRelativeResize="0"/>
          <p:nvPr/>
        </p:nvPicPr>
        <p:blipFill>
          <a:blip r:embed="rId5">
            <a:alphaModFix/>
          </a:blip>
          <a:stretch>
            <a:fillRect/>
          </a:stretch>
        </p:blipFill>
        <p:spPr>
          <a:xfrm>
            <a:off x="1795468" y="918625"/>
            <a:ext cx="1796913" cy="2844548"/>
          </a:xfrm>
          <a:prstGeom prst="rect">
            <a:avLst/>
          </a:prstGeom>
          <a:noFill/>
          <a:ln>
            <a:noFill/>
          </a:ln>
        </p:spPr>
      </p:pic>
      <p:pic>
        <p:nvPicPr>
          <p:cNvPr id="3152" name="Google Shape;3152;p38"/>
          <p:cNvPicPr preferRelativeResize="0"/>
          <p:nvPr/>
        </p:nvPicPr>
        <p:blipFill>
          <a:blip r:embed="rId6">
            <a:alphaModFix/>
          </a:blip>
          <a:stretch>
            <a:fillRect/>
          </a:stretch>
        </p:blipFill>
        <p:spPr>
          <a:xfrm>
            <a:off x="799100" y="1780150"/>
            <a:ext cx="923250" cy="1217750"/>
          </a:xfrm>
          <a:prstGeom prst="rect">
            <a:avLst/>
          </a:prstGeom>
          <a:noFill/>
          <a:ln>
            <a:noFill/>
          </a:ln>
        </p:spPr>
      </p:pic>
      <p:pic>
        <p:nvPicPr>
          <p:cNvPr id="3153" name="Google Shape;3153;p38"/>
          <p:cNvPicPr preferRelativeResize="0"/>
          <p:nvPr/>
        </p:nvPicPr>
        <p:blipFill>
          <a:blip r:embed="rId7">
            <a:alphaModFix/>
          </a:blip>
          <a:stretch>
            <a:fillRect/>
          </a:stretch>
        </p:blipFill>
        <p:spPr>
          <a:xfrm>
            <a:off x="939125" y="2726398"/>
            <a:ext cx="1662625" cy="1740800"/>
          </a:xfrm>
          <a:prstGeom prst="rect">
            <a:avLst/>
          </a:prstGeom>
          <a:noFill/>
          <a:ln>
            <a:noFill/>
          </a:ln>
        </p:spPr>
      </p:pic>
      <p:pic>
        <p:nvPicPr>
          <p:cNvPr id="3154" name="Google Shape;3154;p38"/>
          <p:cNvPicPr preferRelativeResize="0"/>
          <p:nvPr/>
        </p:nvPicPr>
        <p:blipFill>
          <a:blip r:embed="rId8">
            <a:alphaModFix/>
          </a:blip>
          <a:stretch>
            <a:fillRect/>
          </a:stretch>
        </p:blipFill>
        <p:spPr>
          <a:xfrm>
            <a:off x="3498075" y="2867343"/>
            <a:ext cx="923250" cy="116794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8" name="Shape 3158"/>
        <p:cNvGrpSpPr/>
        <p:nvPr/>
      </p:nvGrpSpPr>
      <p:grpSpPr>
        <a:xfrm>
          <a:off x="0" y="0"/>
          <a:ext cx="0" cy="0"/>
          <a:chOff x="0" y="0"/>
          <a:chExt cx="0" cy="0"/>
        </a:xfrm>
      </p:grpSpPr>
      <p:sp>
        <p:nvSpPr>
          <p:cNvPr id="3159" name="Google Shape;3159;p39"/>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a:t>
            </a:r>
            <a:r>
              <a:rPr lang="en"/>
              <a:t> OF THIS TEMPLATE</a:t>
            </a:r>
            <a:endParaRPr/>
          </a:p>
        </p:txBody>
      </p:sp>
      <p:sp>
        <p:nvSpPr>
          <p:cNvPr id="3160" name="Google Shape;3160;p39"/>
          <p:cNvSpPr txBox="1"/>
          <p:nvPr/>
        </p:nvSpPr>
        <p:spPr>
          <a:xfrm>
            <a:off x="720000" y="1131875"/>
            <a:ext cx="7704000" cy="3693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lang="en" sz="1200">
                <a:solidFill>
                  <a:schemeClr val="dk1"/>
                </a:solidFill>
                <a:latin typeface="Advent Pro"/>
                <a:ea typeface="Advent Pro"/>
                <a:cs typeface="Advent Pro"/>
                <a:sym typeface="Advent Pro"/>
              </a:rPr>
              <a:t>You can delete this slide when you’re done editing the presentation</a:t>
            </a:r>
            <a:endParaRPr b="1" sz="1200">
              <a:solidFill>
                <a:schemeClr val="dk1"/>
              </a:solidFill>
              <a:latin typeface="Advent Pro"/>
              <a:ea typeface="Advent Pro"/>
              <a:cs typeface="Advent Pro"/>
              <a:sym typeface="Advent Pro"/>
            </a:endParaRPr>
          </a:p>
        </p:txBody>
      </p:sp>
      <p:graphicFrame>
        <p:nvGraphicFramePr>
          <p:cNvPr id="3161" name="Google Shape;3161;p39"/>
          <p:cNvGraphicFramePr/>
          <p:nvPr/>
        </p:nvGraphicFramePr>
        <p:xfrm>
          <a:off x="720000" y="1795975"/>
          <a:ext cx="3000000" cy="3000000"/>
        </p:xfrm>
        <a:graphic>
          <a:graphicData uri="http://schemas.openxmlformats.org/drawingml/2006/table">
            <a:tbl>
              <a:tblPr>
                <a:noFill/>
                <a:tableStyleId>{4580D939-D9AB-4F44-AB16-41BFB12781F4}</a:tableStyleId>
              </a:tblPr>
              <a:tblGrid>
                <a:gridCol w="2443825"/>
                <a:gridCol w="5260175"/>
              </a:tblGrid>
              <a:tr h="350500">
                <a:tc>
                  <a:txBody>
                    <a:bodyPr/>
                    <a:lstStyle/>
                    <a:p>
                      <a:pPr indent="0" lvl="0" marL="0" rtl="0" algn="l">
                        <a:spcBef>
                          <a:spcPts val="0"/>
                        </a:spcBef>
                        <a:spcAft>
                          <a:spcPts val="0"/>
                        </a:spcAft>
                        <a:buNone/>
                      </a:pPr>
                      <a:r>
                        <a:rPr b="1" lang="en" sz="1100">
                          <a:solidFill>
                            <a:schemeClr val="hlink"/>
                          </a:solidFill>
                          <a:uFill>
                            <a:noFill/>
                          </a:uFill>
                          <a:latin typeface="Advent Pro"/>
                          <a:ea typeface="Advent Pro"/>
                          <a:cs typeface="Advent Pro"/>
                          <a:sym typeface="Advent Pro"/>
                          <a:hlinkClick action="ppaction://hlinksldjump" r:id="rId3"/>
                        </a:rPr>
                        <a:t>Fonts</a:t>
                      </a:r>
                      <a:endParaRPr b="1" sz="1100">
                        <a:solidFill>
                          <a:schemeClr val="dk1"/>
                        </a:solidFill>
                        <a:latin typeface="Advent Pro"/>
                        <a:ea typeface="Advent Pro"/>
                        <a:cs typeface="Advent Pro"/>
                        <a:sym typeface="Advent Pro"/>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Advent Pro"/>
                          <a:ea typeface="Advent Pro"/>
                          <a:cs typeface="Advent Pro"/>
                          <a:sym typeface="Advent Pro"/>
                        </a:rPr>
                        <a:t>To view this template correctly in PowerPoint, download and install the fonts we used</a:t>
                      </a:r>
                      <a:endParaRPr sz="1000">
                        <a:solidFill>
                          <a:schemeClr val="dk1"/>
                        </a:solidFill>
                        <a:latin typeface="Advent Pro"/>
                        <a:ea typeface="Advent Pro"/>
                        <a:cs typeface="Advent Pro"/>
                        <a:sym typeface="Advent Pro"/>
                      </a:endParaRPr>
                    </a:p>
                  </a:txBody>
                  <a:tcPr marT="91425" marB="91425" marR="91425" marL="9142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dk1"/>
                          </a:solidFill>
                          <a:uFill>
                            <a:noFill/>
                          </a:uFill>
                          <a:latin typeface="Advent Pro"/>
                          <a:ea typeface="Advent Pro"/>
                          <a:cs typeface="Advent Pro"/>
                          <a:sym typeface="Advent Pro"/>
                          <a:hlinkClick action="ppaction://hlinksldjump" r:id="rId4">
                            <a:extLst>
                              <a:ext uri="{A12FA001-AC4F-418D-AE19-62706E023703}">
                                <ahyp:hlinkClr val="tx"/>
                              </a:ext>
                            </a:extLst>
                          </a:hlinkClick>
                        </a:rPr>
                        <a:t>Used </a:t>
                      </a:r>
                      <a:r>
                        <a:rPr b="1" lang="en" sz="1100">
                          <a:solidFill>
                            <a:schemeClr val="dk1"/>
                          </a:solidFill>
                          <a:latin typeface="Advent Pro"/>
                          <a:ea typeface="Advent Pro"/>
                          <a:cs typeface="Advent Pro"/>
                          <a:sym typeface="Advent Pro"/>
                        </a:rPr>
                        <a:t>and </a:t>
                      </a:r>
                      <a:r>
                        <a:rPr b="1" lang="en" sz="1100">
                          <a:solidFill>
                            <a:schemeClr val="dk1"/>
                          </a:solidFill>
                          <a:uFill>
                            <a:noFill/>
                          </a:uFill>
                          <a:latin typeface="Advent Pro"/>
                          <a:ea typeface="Advent Pro"/>
                          <a:cs typeface="Advent Pro"/>
                          <a:sym typeface="Advent Pro"/>
                          <a:hlinkClick action="ppaction://hlinksldjump" r:id="rId5">
                            <a:extLst>
                              <a:ext uri="{A12FA001-AC4F-418D-AE19-62706E023703}">
                                <ahyp:hlinkClr val="tx"/>
                              </a:ext>
                            </a:extLst>
                          </a:hlinkClick>
                        </a:rPr>
                        <a:t>alternative</a:t>
                      </a:r>
                      <a:r>
                        <a:rPr b="1" lang="en" sz="1100">
                          <a:solidFill>
                            <a:schemeClr val="dk1"/>
                          </a:solidFill>
                          <a:uFill>
                            <a:noFill/>
                          </a:uFill>
                          <a:latin typeface="Advent Pro"/>
                          <a:ea typeface="Advent Pro"/>
                          <a:cs typeface="Advent Pro"/>
                          <a:sym typeface="Advent Pro"/>
                          <a:hlinkClick action="ppaction://hlinksldjump" r:id="rId6">
                            <a:extLst>
                              <a:ext uri="{A12FA001-AC4F-418D-AE19-62706E023703}">
                                <ahyp:hlinkClr val="tx"/>
                              </a:ext>
                            </a:extLst>
                          </a:hlinkClick>
                        </a:rPr>
                        <a:t> resources</a:t>
                      </a:r>
                      <a:endParaRPr b="1" sz="1100">
                        <a:solidFill>
                          <a:schemeClr val="dk1"/>
                        </a:solidFill>
                        <a:latin typeface="Advent Pro"/>
                        <a:ea typeface="Advent Pro"/>
                        <a:cs typeface="Advent Pro"/>
                        <a:sym typeface="Advent Pro"/>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None/>
                      </a:pPr>
                      <a:r>
                        <a:rPr lang="en" sz="1000">
                          <a:solidFill>
                            <a:schemeClr val="dk1"/>
                          </a:solidFill>
                          <a:latin typeface="Advent Pro"/>
                          <a:ea typeface="Advent Pro"/>
                          <a:cs typeface="Advent Pro"/>
                          <a:sym typeface="Advent Pro"/>
                        </a:rPr>
                        <a:t>An assortment of graphic resources that are suitable for use in this presentation</a:t>
                      </a:r>
                      <a:endParaRPr sz="1000">
                        <a:solidFill>
                          <a:schemeClr val="dk1"/>
                        </a:solidFill>
                        <a:latin typeface="Advent Pro"/>
                        <a:ea typeface="Advent Pro"/>
                        <a:cs typeface="Advent Pro"/>
                        <a:sym typeface="Advent Pro"/>
                      </a:endParaRPr>
                    </a:p>
                  </a:txBody>
                  <a:tcPr marT="91425" marB="91425" marR="91425" marL="9142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dk1"/>
                          </a:solidFill>
                          <a:uFill>
                            <a:noFill/>
                          </a:uFill>
                          <a:latin typeface="Advent Pro"/>
                          <a:ea typeface="Advent Pro"/>
                          <a:cs typeface="Advent Pro"/>
                          <a:sym typeface="Advent Pro"/>
                          <a:hlinkClick action="ppaction://hlinksldjump" r:id="rId7">
                            <a:extLst>
                              <a:ext uri="{A12FA001-AC4F-418D-AE19-62706E023703}">
                                <ahyp:hlinkClr val="tx"/>
                              </a:ext>
                            </a:extLst>
                          </a:hlinkClick>
                        </a:rPr>
                        <a:t>Thanks slide</a:t>
                      </a:r>
                      <a:endParaRPr b="1" sz="1100">
                        <a:solidFill>
                          <a:schemeClr val="dk1"/>
                        </a:solidFill>
                        <a:latin typeface="Advent Pro"/>
                        <a:ea typeface="Advent Pro"/>
                        <a:cs typeface="Advent Pro"/>
                        <a:sym typeface="Advent Pro"/>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Advent Pro"/>
                          <a:ea typeface="Advent Pro"/>
                          <a:cs typeface="Advent Pro"/>
                          <a:sym typeface="Advent Pro"/>
                        </a:rPr>
                        <a:t>You must keep it so that proper credits for our design are given</a:t>
                      </a:r>
                      <a:endParaRPr sz="1000">
                        <a:solidFill>
                          <a:schemeClr val="dk1"/>
                        </a:solidFill>
                        <a:latin typeface="Advent Pro"/>
                        <a:ea typeface="Advent Pro"/>
                        <a:cs typeface="Advent Pro"/>
                        <a:sym typeface="Advent Pro"/>
                      </a:endParaRPr>
                    </a:p>
                  </a:txBody>
                  <a:tcPr marT="91425" marB="91425" marR="91425" marL="9142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Advent Pro"/>
                          <a:ea typeface="Advent Pro"/>
                          <a:cs typeface="Advent Pro"/>
                          <a:sym typeface="Advent Pro"/>
                          <a:hlinkClick action="ppaction://hlinksldjump" r:id="rId8"/>
                        </a:rPr>
                        <a:t>Colors</a:t>
                      </a:r>
                      <a:endParaRPr b="1" sz="1100">
                        <a:solidFill>
                          <a:schemeClr val="dk1"/>
                        </a:solidFill>
                        <a:latin typeface="Advent Pro"/>
                        <a:ea typeface="Advent Pro"/>
                        <a:cs typeface="Advent Pro"/>
                        <a:sym typeface="Advent Pro"/>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Advent Pro"/>
                          <a:ea typeface="Advent Pro"/>
                          <a:cs typeface="Advent Pro"/>
                          <a:sym typeface="Advent Pro"/>
                        </a:rPr>
                        <a:t>All the colors used in this presentation</a:t>
                      </a:r>
                      <a:endParaRPr sz="1000">
                        <a:solidFill>
                          <a:schemeClr val="dk1"/>
                        </a:solidFill>
                        <a:latin typeface="Advent Pro"/>
                        <a:ea typeface="Advent Pro"/>
                        <a:cs typeface="Advent Pro"/>
                        <a:sym typeface="Advent Pro"/>
                      </a:endParaRPr>
                    </a:p>
                  </a:txBody>
                  <a:tcPr marT="91425" marB="91425" marR="91425" marL="9142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Advent Pro"/>
                          <a:ea typeface="Advent Pro"/>
                          <a:cs typeface="Advent Pro"/>
                          <a:sym typeface="Advent Pro"/>
                          <a:hlinkClick action="ppaction://hlinksldjump" r:id="rId9"/>
                        </a:rPr>
                        <a:t>Icons </a:t>
                      </a:r>
                      <a:r>
                        <a:rPr b="1" lang="en" sz="1100">
                          <a:solidFill>
                            <a:schemeClr val="dk1"/>
                          </a:solidFill>
                          <a:latin typeface="Advent Pro"/>
                          <a:ea typeface="Advent Pro"/>
                          <a:cs typeface="Advent Pro"/>
                          <a:sym typeface="Advent Pro"/>
                        </a:rPr>
                        <a:t>and </a:t>
                      </a:r>
                      <a:r>
                        <a:rPr b="1" lang="en" sz="1100">
                          <a:solidFill>
                            <a:schemeClr val="hlink"/>
                          </a:solidFill>
                          <a:uFill>
                            <a:noFill/>
                          </a:uFill>
                          <a:latin typeface="Advent Pro"/>
                          <a:ea typeface="Advent Pro"/>
                          <a:cs typeface="Advent Pro"/>
                          <a:sym typeface="Advent Pro"/>
                          <a:hlinkClick action="ppaction://hlinksldjump" r:id="rId10"/>
                        </a:rPr>
                        <a:t>infographic resources</a:t>
                      </a:r>
                      <a:endParaRPr b="1" sz="1100">
                        <a:solidFill>
                          <a:schemeClr val="dk1"/>
                        </a:solidFill>
                        <a:latin typeface="Advent Pro"/>
                        <a:ea typeface="Advent Pro"/>
                        <a:cs typeface="Advent Pro"/>
                        <a:sym typeface="Advent Pro"/>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Advent Pro"/>
                          <a:ea typeface="Advent Pro"/>
                          <a:cs typeface="Advent Pro"/>
                          <a:sym typeface="Advent Pro"/>
                        </a:rPr>
                        <a:t>These can be used in the template, and their size and color can be edited</a:t>
                      </a:r>
                      <a:endParaRPr sz="1000">
                        <a:solidFill>
                          <a:schemeClr val="dk1"/>
                        </a:solidFill>
                        <a:latin typeface="Advent Pro"/>
                        <a:ea typeface="Advent Pro"/>
                        <a:cs typeface="Advent Pro"/>
                        <a:sym typeface="Advent Pro"/>
                      </a:endParaRPr>
                    </a:p>
                  </a:txBody>
                  <a:tcPr marT="91425" marB="91425" marR="91425" marL="9142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dk1"/>
                          </a:solidFill>
                          <a:latin typeface="Advent Pro"/>
                          <a:ea typeface="Advent Pro"/>
                          <a:cs typeface="Advent Pro"/>
                          <a:sym typeface="Advent Pro"/>
                        </a:rPr>
                        <a:t>Editable presentation theme </a:t>
                      </a:r>
                      <a:endParaRPr b="1" sz="1100">
                        <a:solidFill>
                          <a:schemeClr val="dk1"/>
                        </a:solidFill>
                        <a:latin typeface="Advent Pro"/>
                        <a:ea typeface="Advent Pro"/>
                        <a:cs typeface="Advent Pro"/>
                        <a:sym typeface="Advent Pro"/>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Advent Pro"/>
                          <a:ea typeface="Advent Pro"/>
                          <a:cs typeface="Advent Pro"/>
                          <a:sym typeface="Advent Pro"/>
                        </a:rPr>
                        <a:t>You can edit the master slides easily. For more info, click</a:t>
                      </a:r>
                      <a:r>
                        <a:rPr lang="en" sz="1000">
                          <a:solidFill>
                            <a:schemeClr val="dk1"/>
                          </a:solidFill>
                          <a:latin typeface="Advent Pro"/>
                          <a:ea typeface="Advent Pro"/>
                          <a:cs typeface="Advent Pro"/>
                          <a:sym typeface="Advent Pro"/>
                        </a:rPr>
                        <a:t> </a:t>
                      </a:r>
                      <a:r>
                        <a:rPr b="1" lang="en" sz="1000">
                          <a:solidFill>
                            <a:schemeClr val="dk1"/>
                          </a:solidFill>
                          <a:uFill>
                            <a:noFill/>
                          </a:uFill>
                          <a:latin typeface="Advent Pro"/>
                          <a:ea typeface="Advent Pro"/>
                          <a:cs typeface="Advent Pro"/>
                          <a:sym typeface="Advent Pro"/>
                          <a:hlinkClick r:id="rId11">
                            <a:extLst>
                              <a:ext uri="{A12FA001-AC4F-418D-AE19-62706E023703}">
                                <ahyp:hlinkClr val="tx"/>
                              </a:ext>
                            </a:extLst>
                          </a:hlinkClick>
                        </a:rPr>
                        <a:t>here</a:t>
                      </a:r>
                      <a:endParaRPr b="1" sz="1000">
                        <a:solidFill>
                          <a:schemeClr val="dk1"/>
                        </a:solidFill>
                        <a:latin typeface="Advent Pro"/>
                        <a:ea typeface="Advent Pro"/>
                        <a:cs typeface="Advent Pro"/>
                        <a:sym typeface="Advent Pro"/>
                      </a:endParaRPr>
                    </a:p>
                  </a:txBody>
                  <a:tcPr marT="91425" marB="91425" marR="91425" marL="9142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bl>
          </a:graphicData>
        </a:graphic>
      </p:graphicFrame>
      <p:sp>
        <p:nvSpPr>
          <p:cNvPr id="3162" name="Google Shape;3162;p39"/>
          <p:cNvSpPr txBox="1"/>
          <p:nvPr/>
        </p:nvSpPr>
        <p:spPr>
          <a:xfrm>
            <a:off x="1204756" y="4147800"/>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Advent Pro"/>
                <a:ea typeface="Advent Pro"/>
                <a:cs typeface="Advent Pro"/>
                <a:sym typeface="Advent Pro"/>
              </a:rPr>
              <a:t>For more info:</a:t>
            </a:r>
            <a:br>
              <a:rPr b="1" lang="en" sz="1000">
                <a:solidFill>
                  <a:schemeClr val="dk1"/>
                </a:solidFill>
                <a:latin typeface="Advent Pro"/>
                <a:ea typeface="Advent Pro"/>
                <a:cs typeface="Advent Pro"/>
                <a:sym typeface="Advent Pro"/>
              </a:rPr>
            </a:br>
            <a:r>
              <a:rPr b="1" lang="en" sz="1000">
                <a:solidFill>
                  <a:schemeClr val="dk1"/>
                </a:solidFill>
                <a:uFill>
                  <a:noFill/>
                </a:uFill>
                <a:latin typeface="Advent Pro"/>
                <a:ea typeface="Advent Pro"/>
                <a:cs typeface="Advent Pro"/>
                <a:sym typeface="Advent Pro"/>
                <a:hlinkClick r:id="rId12">
                  <a:extLst>
                    <a:ext uri="{A12FA001-AC4F-418D-AE19-62706E023703}">
                      <ahyp:hlinkClr val="tx"/>
                    </a:ext>
                  </a:extLst>
                </a:hlinkClick>
              </a:rPr>
              <a:t>Slidesgo</a:t>
            </a:r>
            <a:r>
              <a:rPr b="1" lang="en" sz="1000">
                <a:solidFill>
                  <a:schemeClr val="dk1"/>
                </a:solidFill>
                <a:uFill>
                  <a:noFill/>
                </a:uFill>
                <a:latin typeface="Advent Pro"/>
                <a:ea typeface="Advent Pro"/>
                <a:cs typeface="Advent Pro"/>
                <a:sym typeface="Advent Pro"/>
                <a:hlinkClick r:id="rId13">
                  <a:extLst>
                    <a:ext uri="{A12FA001-AC4F-418D-AE19-62706E023703}">
                      <ahyp:hlinkClr val="tx"/>
                    </a:ext>
                  </a:extLst>
                </a:hlinkClick>
              </a:rPr>
              <a:t> </a:t>
            </a:r>
            <a:r>
              <a:rPr b="1" lang="en" sz="1000">
                <a:solidFill>
                  <a:schemeClr val="dk1"/>
                </a:solidFill>
                <a:latin typeface="Advent Pro"/>
                <a:ea typeface="Advent Pro"/>
                <a:cs typeface="Advent Pro"/>
                <a:sym typeface="Advent Pro"/>
              </a:rPr>
              <a:t> |  </a:t>
            </a:r>
            <a:r>
              <a:rPr b="1" lang="en" sz="1000">
                <a:solidFill>
                  <a:schemeClr val="dk1"/>
                </a:solidFill>
                <a:uFill>
                  <a:noFill/>
                </a:uFill>
                <a:latin typeface="Advent Pro"/>
                <a:ea typeface="Advent Pro"/>
                <a:cs typeface="Advent Pro"/>
                <a:sym typeface="Advent Pro"/>
                <a:hlinkClick r:id="rId14">
                  <a:extLst>
                    <a:ext uri="{A12FA001-AC4F-418D-AE19-62706E023703}">
                      <ahyp:hlinkClr val="tx"/>
                    </a:ext>
                  </a:extLst>
                </a:hlinkClick>
              </a:rPr>
              <a:t>Blog</a:t>
            </a:r>
            <a:r>
              <a:rPr b="1" lang="en" sz="1000">
                <a:solidFill>
                  <a:schemeClr val="dk1"/>
                </a:solidFill>
                <a:latin typeface="Advent Pro"/>
                <a:ea typeface="Advent Pro"/>
                <a:cs typeface="Advent Pro"/>
                <a:sym typeface="Advent Pro"/>
              </a:rPr>
              <a:t>  |  </a:t>
            </a:r>
            <a:r>
              <a:rPr b="1" lang="en" sz="1000">
                <a:solidFill>
                  <a:schemeClr val="dk1"/>
                </a:solidFill>
                <a:uFill>
                  <a:noFill/>
                </a:uFill>
                <a:latin typeface="Advent Pro"/>
                <a:ea typeface="Advent Pro"/>
                <a:cs typeface="Advent Pro"/>
                <a:sym typeface="Advent Pro"/>
                <a:hlinkClick r:id="rId15">
                  <a:extLst>
                    <a:ext uri="{A12FA001-AC4F-418D-AE19-62706E023703}">
                      <ahyp:hlinkClr val="tx"/>
                    </a:ext>
                  </a:extLst>
                </a:hlinkClick>
              </a:rPr>
              <a:t>FAQs</a:t>
            </a:r>
            <a:endParaRPr sz="1000">
              <a:solidFill>
                <a:schemeClr val="dk1"/>
              </a:solidFill>
              <a:latin typeface="Advent Pro"/>
              <a:ea typeface="Advent Pro"/>
              <a:cs typeface="Advent Pro"/>
              <a:sym typeface="Advent Pro"/>
            </a:endParaRPr>
          </a:p>
        </p:txBody>
      </p:sp>
      <p:sp>
        <p:nvSpPr>
          <p:cNvPr id="3163" name="Google Shape;3163;p39"/>
          <p:cNvSpPr txBox="1"/>
          <p:nvPr/>
        </p:nvSpPr>
        <p:spPr>
          <a:xfrm>
            <a:off x="4444544" y="4147800"/>
            <a:ext cx="34947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Advent Pro"/>
                <a:ea typeface="Advent Pro"/>
                <a:cs typeface="Advent Pro"/>
                <a:sym typeface="Advent Pro"/>
              </a:rPr>
              <a:t>You can visit our sister </a:t>
            </a:r>
            <a:r>
              <a:rPr b="1" lang="en" sz="1000">
                <a:solidFill>
                  <a:schemeClr val="dk1"/>
                </a:solidFill>
                <a:latin typeface="Advent Pro"/>
                <a:ea typeface="Advent Pro"/>
                <a:cs typeface="Advent Pro"/>
                <a:sym typeface="Advent Pro"/>
              </a:rPr>
              <a:t>projects</a:t>
            </a:r>
            <a:r>
              <a:rPr b="1" lang="en" sz="1000">
                <a:solidFill>
                  <a:schemeClr val="dk1"/>
                </a:solidFill>
                <a:latin typeface="Advent Pro"/>
                <a:ea typeface="Advent Pro"/>
                <a:cs typeface="Advent Pro"/>
                <a:sym typeface="Advent Pro"/>
              </a:rPr>
              <a:t>:</a:t>
            </a:r>
            <a:br>
              <a:rPr b="1" lang="en" sz="1000">
                <a:solidFill>
                  <a:schemeClr val="dk1"/>
                </a:solidFill>
                <a:latin typeface="Advent Pro"/>
                <a:ea typeface="Advent Pro"/>
                <a:cs typeface="Advent Pro"/>
                <a:sym typeface="Advent Pro"/>
              </a:rPr>
            </a:br>
            <a:r>
              <a:rPr b="1" lang="en" sz="1000">
                <a:solidFill>
                  <a:schemeClr val="dk1"/>
                </a:solidFill>
                <a:uFill>
                  <a:noFill/>
                </a:uFill>
                <a:latin typeface="Advent Pro"/>
                <a:ea typeface="Advent Pro"/>
                <a:cs typeface="Advent Pro"/>
                <a:sym typeface="Advent Pro"/>
                <a:hlinkClick r:id="rId16">
                  <a:extLst>
                    <a:ext uri="{A12FA001-AC4F-418D-AE19-62706E023703}">
                      <ahyp:hlinkClr val="tx"/>
                    </a:ext>
                  </a:extLst>
                </a:hlinkClick>
              </a:rPr>
              <a:t>Freepik</a:t>
            </a:r>
            <a:r>
              <a:rPr b="1" lang="en" sz="1000">
                <a:solidFill>
                  <a:schemeClr val="dk1"/>
                </a:solidFill>
                <a:latin typeface="Advent Pro"/>
                <a:ea typeface="Advent Pro"/>
                <a:cs typeface="Advent Pro"/>
                <a:sym typeface="Advent Pro"/>
              </a:rPr>
              <a:t> | </a:t>
            </a:r>
            <a:r>
              <a:rPr b="1" lang="en" sz="1000">
                <a:solidFill>
                  <a:schemeClr val="dk1"/>
                </a:solidFill>
                <a:uFill>
                  <a:noFill/>
                </a:uFill>
                <a:latin typeface="Advent Pro"/>
                <a:ea typeface="Advent Pro"/>
                <a:cs typeface="Advent Pro"/>
                <a:sym typeface="Advent Pro"/>
                <a:hlinkClick r:id="rId17">
                  <a:extLst>
                    <a:ext uri="{A12FA001-AC4F-418D-AE19-62706E023703}">
                      <ahyp:hlinkClr val="tx"/>
                    </a:ext>
                  </a:extLst>
                </a:hlinkClick>
              </a:rPr>
              <a:t>Flaticon</a:t>
            </a:r>
            <a:r>
              <a:rPr b="1" lang="en" sz="1000">
                <a:solidFill>
                  <a:schemeClr val="dk1"/>
                </a:solidFill>
                <a:latin typeface="Advent Pro"/>
                <a:ea typeface="Advent Pro"/>
                <a:cs typeface="Advent Pro"/>
                <a:sym typeface="Advent Pro"/>
              </a:rPr>
              <a:t> | </a:t>
            </a:r>
            <a:r>
              <a:rPr b="1" lang="en" sz="1000">
                <a:solidFill>
                  <a:schemeClr val="dk1"/>
                </a:solidFill>
                <a:uFill>
                  <a:noFill/>
                </a:uFill>
                <a:latin typeface="Advent Pro"/>
                <a:ea typeface="Advent Pro"/>
                <a:cs typeface="Advent Pro"/>
                <a:sym typeface="Advent Pro"/>
                <a:hlinkClick r:id="rId18">
                  <a:extLst>
                    <a:ext uri="{A12FA001-AC4F-418D-AE19-62706E023703}">
                      <ahyp:hlinkClr val="tx"/>
                    </a:ext>
                  </a:extLst>
                </a:hlinkClick>
              </a:rPr>
              <a:t>Storyset</a:t>
            </a:r>
            <a:r>
              <a:rPr b="1" lang="en" sz="1000">
                <a:solidFill>
                  <a:schemeClr val="dk1"/>
                </a:solidFill>
                <a:latin typeface="Advent Pro"/>
                <a:ea typeface="Advent Pro"/>
                <a:cs typeface="Advent Pro"/>
                <a:sym typeface="Advent Pro"/>
              </a:rPr>
              <a:t> | </a:t>
            </a:r>
            <a:r>
              <a:rPr b="1" lang="en" sz="1000">
                <a:solidFill>
                  <a:schemeClr val="dk1"/>
                </a:solidFill>
                <a:uFill>
                  <a:noFill/>
                </a:uFill>
                <a:latin typeface="Advent Pro"/>
                <a:ea typeface="Advent Pro"/>
                <a:cs typeface="Advent Pro"/>
                <a:sym typeface="Advent Pro"/>
                <a:hlinkClick r:id="rId19">
                  <a:extLst>
                    <a:ext uri="{A12FA001-AC4F-418D-AE19-62706E023703}">
                      <ahyp:hlinkClr val="tx"/>
                    </a:ext>
                  </a:extLst>
                </a:hlinkClick>
              </a:rPr>
              <a:t>Wepik </a:t>
            </a:r>
            <a:r>
              <a:rPr b="1" lang="en" sz="1000">
                <a:solidFill>
                  <a:schemeClr val="dk1"/>
                </a:solidFill>
                <a:latin typeface="Advent Pro"/>
                <a:ea typeface="Advent Pro"/>
                <a:cs typeface="Advent Pro"/>
                <a:sym typeface="Advent Pro"/>
              </a:rPr>
              <a:t>| </a:t>
            </a:r>
            <a:r>
              <a:rPr b="1" lang="en" sz="1000">
                <a:solidFill>
                  <a:schemeClr val="dk1"/>
                </a:solidFill>
                <a:uFill>
                  <a:noFill/>
                </a:uFill>
                <a:latin typeface="Advent Pro"/>
                <a:ea typeface="Advent Pro"/>
                <a:cs typeface="Advent Pro"/>
                <a:sym typeface="Advent Pro"/>
                <a:hlinkClick r:id="rId20">
                  <a:extLst>
                    <a:ext uri="{A12FA001-AC4F-418D-AE19-62706E023703}">
                      <ahyp:hlinkClr val="tx"/>
                    </a:ext>
                  </a:extLst>
                </a:hlinkClick>
              </a:rPr>
              <a:t>Videvo</a:t>
            </a:r>
            <a:endParaRPr b="1" sz="1000">
              <a:solidFill>
                <a:schemeClr val="dk1"/>
              </a:solidFill>
              <a:latin typeface="Advent Pro"/>
              <a:ea typeface="Advent Pro"/>
              <a:cs typeface="Advent Pro"/>
              <a:sym typeface="Advent Pro"/>
            </a:endParaRPr>
          </a:p>
        </p:txBody>
      </p:sp>
      <p:grpSp>
        <p:nvGrpSpPr>
          <p:cNvPr id="3164" name="Google Shape;3164;p39"/>
          <p:cNvGrpSpPr/>
          <p:nvPr/>
        </p:nvGrpSpPr>
        <p:grpSpPr>
          <a:xfrm>
            <a:off x="2139558" y="81885"/>
            <a:ext cx="1654433" cy="326624"/>
            <a:chOff x="7549958" y="-1584240"/>
            <a:chExt cx="1654433" cy="326624"/>
          </a:xfrm>
        </p:grpSpPr>
        <p:sp>
          <p:nvSpPr>
            <p:cNvPr id="3165" name="Google Shape;3165;p39"/>
            <p:cNvSpPr/>
            <p:nvPr/>
          </p:nvSpPr>
          <p:spPr>
            <a:xfrm>
              <a:off x="9078371" y="-158424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9"/>
            <p:cNvSpPr/>
            <p:nvPr/>
          </p:nvSpPr>
          <p:spPr>
            <a:xfrm>
              <a:off x="8696268" y="-158424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9"/>
            <p:cNvSpPr/>
            <p:nvPr/>
          </p:nvSpPr>
          <p:spPr>
            <a:xfrm>
              <a:off x="8314164" y="-158424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9"/>
            <p:cNvSpPr/>
            <p:nvPr/>
          </p:nvSpPr>
          <p:spPr>
            <a:xfrm>
              <a:off x="8123113" y="-158424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39"/>
            <p:cNvSpPr/>
            <p:nvPr/>
          </p:nvSpPr>
          <p:spPr>
            <a:xfrm>
              <a:off x="8887319" y="-138363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9"/>
            <p:cNvSpPr/>
            <p:nvPr/>
          </p:nvSpPr>
          <p:spPr>
            <a:xfrm>
              <a:off x="9078371" y="-138363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9"/>
            <p:cNvSpPr/>
            <p:nvPr/>
          </p:nvSpPr>
          <p:spPr>
            <a:xfrm>
              <a:off x="8314164" y="-138363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39"/>
            <p:cNvSpPr/>
            <p:nvPr/>
          </p:nvSpPr>
          <p:spPr>
            <a:xfrm>
              <a:off x="8505216" y="-138363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39"/>
            <p:cNvSpPr/>
            <p:nvPr/>
          </p:nvSpPr>
          <p:spPr>
            <a:xfrm>
              <a:off x="8123113" y="-138363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9"/>
            <p:cNvSpPr/>
            <p:nvPr/>
          </p:nvSpPr>
          <p:spPr>
            <a:xfrm>
              <a:off x="7741009" y="-138363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9"/>
            <p:cNvSpPr/>
            <p:nvPr/>
          </p:nvSpPr>
          <p:spPr>
            <a:xfrm>
              <a:off x="7932061" y="-138363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39"/>
            <p:cNvSpPr/>
            <p:nvPr/>
          </p:nvSpPr>
          <p:spPr>
            <a:xfrm>
              <a:off x="7549958" y="-138363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0" name="Shape 3180"/>
        <p:cNvGrpSpPr/>
        <p:nvPr/>
      </p:nvGrpSpPr>
      <p:grpSpPr>
        <a:xfrm>
          <a:off x="0" y="0"/>
          <a:ext cx="0" cy="0"/>
          <a:chOff x="0" y="0"/>
          <a:chExt cx="0" cy="0"/>
        </a:xfrm>
      </p:grpSpPr>
      <p:sp>
        <p:nvSpPr>
          <p:cNvPr id="3181" name="Google Shape;3181;p40"/>
          <p:cNvSpPr/>
          <p:nvPr/>
        </p:nvSpPr>
        <p:spPr>
          <a:xfrm>
            <a:off x="4902551" y="3077175"/>
            <a:ext cx="813300" cy="813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0"/>
          <p:cNvSpPr/>
          <p:nvPr/>
        </p:nvSpPr>
        <p:spPr>
          <a:xfrm>
            <a:off x="4902551" y="1804650"/>
            <a:ext cx="813300" cy="813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0"/>
          <p:cNvSpPr/>
          <p:nvPr/>
        </p:nvSpPr>
        <p:spPr>
          <a:xfrm>
            <a:off x="1242351" y="3074263"/>
            <a:ext cx="813300" cy="813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0"/>
          <p:cNvSpPr/>
          <p:nvPr/>
        </p:nvSpPr>
        <p:spPr>
          <a:xfrm>
            <a:off x="1242351" y="1785375"/>
            <a:ext cx="813300" cy="813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0"/>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186" name="Google Shape;3186;p40"/>
          <p:cNvSpPr txBox="1"/>
          <p:nvPr>
            <p:ph idx="2" type="title"/>
          </p:nvPr>
        </p:nvSpPr>
        <p:spPr>
          <a:xfrm>
            <a:off x="2131850" y="1707300"/>
            <a:ext cx="21096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a:t>
            </a:r>
            <a:endParaRPr/>
          </a:p>
        </p:txBody>
      </p:sp>
      <p:sp>
        <p:nvSpPr>
          <p:cNvPr id="3187" name="Google Shape;3187;p40"/>
          <p:cNvSpPr txBox="1"/>
          <p:nvPr>
            <p:ph idx="1" type="subTitle"/>
          </p:nvPr>
        </p:nvSpPr>
        <p:spPr>
          <a:xfrm>
            <a:off x="2131850" y="2129781"/>
            <a:ext cx="2109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88" name="Google Shape;3188;p40"/>
          <p:cNvSpPr txBox="1"/>
          <p:nvPr>
            <p:ph idx="3" type="title"/>
          </p:nvPr>
        </p:nvSpPr>
        <p:spPr>
          <a:xfrm>
            <a:off x="5792350" y="1707300"/>
            <a:ext cx="21096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FRAMEWORK</a:t>
            </a:r>
            <a:endParaRPr/>
          </a:p>
        </p:txBody>
      </p:sp>
      <p:sp>
        <p:nvSpPr>
          <p:cNvPr id="3189" name="Google Shape;3189;p40"/>
          <p:cNvSpPr txBox="1"/>
          <p:nvPr>
            <p:ph idx="4" type="subTitle"/>
          </p:nvPr>
        </p:nvSpPr>
        <p:spPr>
          <a:xfrm>
            <a:off x="5792350" y="2129781"/>
            <a:ext cx="2109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90" name="Google Shape;3190;p40"/>
          <p:cNvSpPr txBox="1"/>
          <p:nvPr>
            <p:ph idx="5" type="title"/>
          </p:nvPr>
        </p:nvSpPr>
        <p:spPr>
          <a:xfrm>
            <a:off x="2131850" y="2954144"/>
            <a:ext cx="21096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HOW TO STOP</a:t>
            </a:r>
            <a:endParaRPr/>
          </a:p>
        </p:txBody>
      </p:sp>
      <p:sp>
        <p:nvSpPr>
          <p:cNvPr id="3191" name="Google Shape;3191;p40"/>
          <p:cNvSpPr txBox="1"/>
          <p:nvPr>
            <p:ph idx="6" type="subTitle"/>
          </p:nvPr>
        </p:nvSpPr>
        <p:spPr>
          <a:xfrm>
            <a:off x="2131850" y="3376625"/>
            <a:ext cx="2109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92" name="Google Shape;3192;p40"/>
          <p:cNvSpPr txBox="1"/>
          <p:nvPr>
            <p:ph idx="7" type="title"/>
          </p:nvPr>
        </p:nvSpPr>
        <p:spPr>
          <a:xfrm>
            <a:off x="5792350" y="2954144"/>
            <a:ext cx="21096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3193" name="Google Shape;3193;p40"/>
          <p:cNvSpPr txBox="1"/>
          <p:nvPr>
            <p:ph idx="8" type="subTitle"/>
          </p:nvPr>
        </p:nvSpPr>
        <p:spPr>
          <a:xfrm>
            <a:off x="5792350" y="3376626"/>
            <a:ext cx="2109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94" name="Google Shape;3194;p40"/>
          <p:cNvSpPr txBox="1"/>
          <p:nvPr>
            <p:ph idx="9" type="title"/>
          </p:nvPr>
        </p:nvSpPr>
        <p:spPr>
          <a:xfrm>
            <a:off x="1242350" y="1951588"/>
            <a:ext cx="813300" cy="4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95" name="Google Shape;3195;p40"/>
          <p:cNvSpPr txBox="1"/>
          <p:nvPr>
            <p:ph idx="13" type="title"/>
          </p:nvPr>
        </p:nvSpPr>
        <p:spPr>
          <a:xfrm>
            <a:off x="1242050" y="3235750"/>
            <a:ext cx="813900" cy="48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196" name="Google Shape;3196;p40"/>
          <p:cNvSpPr txBox="1"/>
          <p:nvPr>
            <p:ph idx="14" type="title"/>
          </p:nvPr>
        </p:nvSpPr>
        <p:spPr>
          <a:xfrm>
            <a:off x="4902258" y="1949763"/>
            <a:ext cx="813900" cy="48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197" name="Google Shape;3197;p40"/>
          <p:cNvSpPr txBox="1"/>
          <p:nvPr>
            <p:ph idx="15" type="title"/>
          </p:nvPr>
        </p:nvSpPr>
        <p:spPr>
          <a:xfrm>
            <a:off x="4902258" y="3238663"/>
            <a:ext cx="813900" cy="48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1" name="Shape 3201"/>
        <p:cNvGrpSpPr/>
        <p:nvPr/>
      </p:nvGrpSpPr>
      <p:grpSpPr>
        <a:xfrm>
          <a:off x="0" y="0"/>
          <a:ext cx="0" cy="0"/>
          <a:chOff x="0" y="0"/>
          <a:chExt cx="0" cy="0"/>
        </a:xfrm>
      </p:grpSpPr>
      <p:pic>
        <p:nvPicPr>
          <p:cNvPr id="3202" name="Google Shape;3202;p41"/>
          <p:cNvPicPr preferRelativeResize="0"/>
          <p:nvPr/>
        </p:nvPicPr>
        <p:blipFill>
          <a:blip r:embed="rId3">
            <a:alphaModFix/>
          </a:blip>
          <a:stretch>
            <a:fillRect/>
          </a:stretch>
        </p:blipFill>
        <p:spPr>
          <a:xfrm rot="10800000">
            <a:off x="-654775" y="758100"/>
            <a:ext cx="4502198" cy="2998450"/>
          </a:xfrm>
          <a:prstGeom prst="rect">
            <a:avLst/>
          </a:prstGeom>
          <a:noFill/>
          <a:ln>
            <a:noFill/>
          </a:ln>
        </p:spPr>
      </p:pic>
      <p:pic>
        <p:nvPicPr>
          <p:cNvPr id="3203" name="Google Shape;3203;p41"/>
          <p:cNvPicPr preferRelativeResize="0"/>
          <p:nvPr/>
        </p:nvPicPr>
        <p:blipFill>
          <a:blip r:embed="rId4">
            <a:alphaModFix/>
          </a:blip>
          <a:stretch>
            <a:fillRect/>
          </a:stretch>
        </p:blipFill>
        <p:spPr>
          <a:xfrm>
            <a:off x="7043196" y="421425"/>
            <a:ext cx="1602225" cy="1148801"/>
          </a:xfrm>
          <a:prstGeom prst="rect">
            <a:avLst/>
          </a:prstGeom>
          <a:noFill/>
          <a:ln>
            <a:noFill/>
          </a:ln>
        </p:spPr>
      </p:pic>
      <p:grpSp>
        <p:nvGrpSpPr>
          <p:cNvPr id="3204" name="Google Shape;3204;p41"/>
          <p:cNvGrpSpPr/>
          <p:nvPr/>
        </p:nvGrpSpPr>
        <p:grpSpPr>
          <a:xfrm>
            <a:off x="642904" y="1367691"/>
            <a:ext cx="2227588" cy="726522"/>
            <a:chOff x="3620725" y="372750"/>
            <a:chExt cx="1039375" cy="338989"/>
          </a:xfrm>
        </p:grpSpPr>
        <p:sp>
          <p:nvSpPr>
            <p:cNvPr id="3205" name="Google Shape;3205;p41"/>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1"/>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1"/>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1"/>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1"/>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1"/>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1"/>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1"/>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1"/>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1"/>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1"/>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1"/>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1"/>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1"/>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1"/>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1"/>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1"/>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1"/>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1"/>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1"/>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1"/>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1"/>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1"/>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1"/>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1"/>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1"/>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1"/>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1"/>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1"/>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1"/>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1"/>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1"/>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1"/>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1"/>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1"/>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1"/>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1"/>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41"/>
          <p:cNvGrpSpPr/>
          <p:nvPr/>
        </p:nvGrpSpPr>
        <p:grpSpPr>
          <a:xfrm>
            <a:off x="3968933" y="4349219"/>
            <a:ext cx="2227588" cy="326187"/>
            <a:chOff x="2978333" y="5720819"/>
            <a:chExt cx="2227588" cy="326187"/>
          </a:xfrm>
        </p:grpSpPr>
        <p:sp>
          <p:nvSpPr>
            <p:cNvPr id="3243" name="Google Shape;3243;p41"/>
            <p:cNvSpPr/>
            <p:nvPr/>
          </p:nvSpPr>
          <p:spPr>
            <a:xfrm>
              <a:off x="4888849"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1"/>
            <p:cNvSpPr/>
            <p:nvPr/>
          </p:nvSpPr>
          <p:spPr>
            <a:xfrm>
              <a:off x="5079901"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1"/>
            <p:cNvSpPr/>
            <p:nvPr/>
          </p:nvSpPr>
          <p:spPr>
            <a:xfrm>
              <a:off x="4315694"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1"/>
            <p:cNvSpPr/>
            <p:nvPr/>
          </p:nvSpPr>
          <p:spPr>
            <a:xfrm>
              <a:off x="4506746"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1"/>
            <p:cNvSpPr/>
            <p:nvPr/>
          </p:nvSpPr>
          <p:spPr>
            <a:xfrm>
              <a:off x="4124643"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1"/>
            <p:cNvSpPr/>
            <p:nvPr/>
          </p:nvSpPr>
          <p:spPr>
            <a:xfrm>
              <a:off x="4124643" y="592098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1"/>
            <p:cNvSpPr/>
            <p:nvPr/>
          </p:nvSpPr>
          <p:spPr>
            <a:xfrm>
              <a:off x="3742539"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1"/>
            <p:cNvSpPr/>
            <p:nvPr/>
          </p:nvSpPr>
          <p:spPr>
            <a:xfrm>
              <a:off x="3742539" y="592098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1"/>
            <p:cNvSpPr/>
            <p:nvPr/>
          </p:nvSpPr>
          <p:spPr>
            <a:xfrm>
              <a:off x="3933591"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1"/>
            <p:cNvSpPr/>
            <p:nvPr/>
          </p:nvSpPr>
          <p:spPr>
            <a:xfrm>
              <a:off x="3933591" y="592098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1"/>
            <p:cNvSpPr/>
            <p:nvPr/>
          </p:nvSpPr>
          <p:spPr>
            <a:xfrm>
              <a:off x="3551488"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1"/>
            <p:cNvSpPr/>
            <p:nvPr/>
          </p:nvSpPr>
          <p:spPr>
            <a:xfrm>
              <a:off x="3169384" y="592098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1"/>
            <p:cNvSpPr/>
            <p:nvPr/>
          </p:nvSpPr>
          <p:spPr>
            <a:xfrm>
              <a:off x="3360436"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1"/>
            <p:cNvSpPr/>
            <p:nvPr/>
          </p:nvSpPr>
          <p:spPr>
            <a:xfrm>
              <a:off x="3360436" y="592098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1"/>
            <p:cNvSpPr/>
            <p:nvPr/>
          </p:nvSpPr>
          <p:spPr>
            <a:xfrm>
              <a:off x="2978333" y="572081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8" name="Google Shape;3258;p41"/>
          <p:cNvGrpSpPr/>
          <p:nvPr/>
        </p:nvGrpSpPr>
        <p:grpSpPr>
          <a:xfrm>
            <a:off x="1326703" y="3305460"/>
            <a:ext cx="2227589" cy="726958"/>
            <a:chOff x="6972150" y="711750"/>
            <a:chExt cx="1039375" cy="339193"/>
          </a:xfrm>
        </p:grpSpPr>
        <p:sp>
          <p:nvSpPr>
            <p:cNvPr id="3259" name="Google Shape;3259;p41"/>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1"/>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1"/>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1"/>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1"/>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1"/>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1"/>
            <p:cNvSpPr/>
            <p:nvPr/>
          </p:nvSpPr>
          <p:spPr>
            <a:xfrm>
              <a:off x="6972150"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1"/>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1"/>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1"/>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1"/>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1"/>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1"/>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1"/>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1"/>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1"/>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1"/>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1"/>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1"/>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1"/>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1"/>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1"/>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1"/>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1"/>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1"/>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1"/>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1"/>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1"/>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1"/>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1"/>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1"/>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290" name="Google Shape;3290;p41"/>
          <p:cNvPicPr preferRelativeResize="0"/>
          <p:nvPr/>
        </p:nvPicPr>
        <p:blipFill>
          <a:blip r:embed="rId5">
            <a:alphaModFix/>
          </a:blip>
          <a:stretch>
            <a:fillRect/>
          </a:stretch>
        </p:blipFill>
        <p:spPr>
          <a:xfrm>
            <a:off x="770711" y="1166137"/>
            <a:ext cx="2685015" cy="2811224"/>
          </a:xfrm>
          <a:prstGeom prst="rect">
            <a:avLst/>
          </a:prstGeom>
          <a:noFill/>
          <a:ln>
            <a:noFill/>
          </a:ln>
        </p:spPr>
      </p:pic>
      <p:pic>
        <p:nvPicPr>
          <p:cNvPr id="3291" name="Google Shape;3291;p41"/>
          <p:cNvPicPr preferRelativeResize="0"/>
          <p:nvPr/>
        </p:nvPicPr>
        <p:blipFill>
          <a:blip r:embed="rId6">
            <a:alphaModFix/>
          </a:blip>
          <a:stretch>
            <a:fillRect/>
          </a:stretch>
        </p:blipFill>
        <p:spPr>
          <a:xfrm>
            <a:off x="860901" y="1225318"/>
            <a:ext cx="709250" cy="1122790"/>
          </a:xfrm>
          <a:prstGeom prst="rect">
            <a:avLst/>
          </a:prstGeom>
          <a:noFill/>
          <a:ln>
            <a:noFill/>
          </a:ln>
        </p:spPr>
      </p:pic>
      <p:pic>
        <p:nvPicPr>
          <p:cNvPr id="3292" name="Google Shape;3292;p41"/>
          <p:cNvPicPr preferRelativeResize="0"/>
          <p:nvPr/>
        </p:nvPicPr>
        <p:blipFill>
          <a:blip r:embed="rId7">
            <a:alphaModFix/>
          </a:blip>
          <a:stretch>
            <a:fillRect/>
          </a:stretch>
        </p:blipFill>
        <p:spPr>
          <a:xfrm>
            <a:off x="3050803" y="926622"/>
            <a:ext cx="981245" cy="1241319"/>
          </a:xfrm>
          <a:prstGeom prst="rect">
            <a:avLst/>
          </a:prstGeom>
          <a:noFill/>
          <a:ln>
            <a:noFill/>
          </a:ln>
        </p:spPr>
      </p:pic>
      <p:sp>
        <p:nvSpPr>
          <p:cNvPr id="3293" name="Google Shape;3293;p41"/>
          <p:cNvSpPr/>
          <p:nvPr/>
        </p:nvSpPr>
        <p:spPr>
          <a:xfrm>
            <a:off x="2839762" y="77326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4" name="Google Shape;3294;p41"/>
          <p:cNvGrpSpPr/>
          <p:nvPr/>
        </p:nvGrpSpPr>
        <p:grpSpPr>
          <a:xfrm>
            <a:off x="7459562" y="3973669"/>
            <a:ext cx="317072" cy="126020"/>
            <a:chOff x="4481802" y="1143286"/>
            <a:chExt cx="147943" cy="58800"/>
          </a:xfrm>
        </p:grpSpPr>
        <p:sp>
          <p:nvSpPr>
            <p:cNvPr id="3295" name="Google Shape;3295;p41"/>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1"/>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297" name="Google Shape;3297;p41"/>
          <p:cNvPicPr preferRelativeResize="0"/>
          <p:nvPr/>
        </p:nvPicPr>
        <p:blipFill>
          <a:blip r:embed="rId8">
            <a:alphaModFix/>
          </a:blip>
          <a:stretch>
            <a:fillRect/>
          </a:stretch>
        </p:blipFill>
        <p:spPr>
          <a:xfrm>
            <a:off x="1959625" y="3277025"/>
            <a:ext cx="1006125" cy="1327069"/>
          </a:xfrm>
          <a:prstGeom prst="rect">
            <a:avLst/>
          </a:prstGeom>
          <a:noFill/>
          <a:ln>
            <a:noFill/>
          </a:ln>
        </p:spPr>
      </p:pic>
      <p:sp>
        <p:nvSpPr>
          <p:cNvPr id="3298" name="Google Shape;3298;p41"/>
          <p:cNvSpPr txBox="1"/>
          <p:nvPr>
            <p:ph type="title"/>
          </p:nvPr>
        </p:nvSpPr>
        <p:spPr>
          <a:xfrm>
            <a:off x="4450946" y="1493550"/>
            <a:ext cx="3493200" cy="129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3299" name="Google Shape;3299;p41"/>
          <p:cNvSpPr txBox="1"/>
          <p:nvPr>
            <p:ph idx="1" type="subTitle"/>
          </p:nvPr>
        </p:nvSpPr>
        <p:spPr>
          <a:xfrm>
            <a:off x="4450925" y="2634150"/>
            <a:ext cx="3493200" cy="101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can be the part of the presentation where you introduce yourself, write your email…</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3" name="Shape 3303"/>
        <p:cNvGrpSpPr/>
        <p:nvPr/>
      </p:nvGrpSpPr>
      <p:grpSpPr>
        <a:xfrm>
          <a:off x="0" y="0"/>
          <a:ext cx="0" cy="0"/>
          <a:chOff x="0" y="0"/>
          <a:chExt cx="0" cy="0"/>
        </a:xfrm>
      </p:grpSpPr>
      <p:grpSp>
        <p:nvGrpSpPr>
          <p:cNvPr id="3304" name="Google Shape;3304;p42"/>
          <p:cNvGrpSpPr/>
          <p:nvPr/>
        </p:nvGrpSpPr>
        <p:grpSpPr>
          <a:xfrm>
            <a:off x="4994880" y="813716"/>
            <a:ext cx="2227589" cy="1527191"/>
            <a:chOff x="5519300" y="372750"/>
            <a:chExt cx="1039375" cy="712575"/>
          </a:xfrm>
        </p:grpSpPr>
        <p:sp>
          <p:nvSpPr>
            <p:cNvPr id="3305" name="Google Shape;3305;p42"/>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2"/>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2"/>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2"/>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2"/>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2"/>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2"/>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2"/>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2"/>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2"/>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2"/>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2"/>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2"/>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2"/>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2"/>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2"/>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2"/>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2"/>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2"/>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2"/>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2"/>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2"/>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2"/>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2"/>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2"/>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2"/>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2"/>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2"/>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2"/>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2"/>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2"/>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2"/>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2"/>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2"/>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2"/>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2"/>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2"/>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2"/>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2"/>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2"/>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2"/>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2"/>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2"/>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2"/>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2"/>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2"/>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2"/>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2"/>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2"/>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2"/>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2"/>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2"/>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2"/>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2"/>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2"/>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2"/>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2"/>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2"/>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2"/>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2"/>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2"/>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2"/>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2"/>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2"/>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2"/>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2"/>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2"/>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42"/>
          <p:cNvGrpSpPr/>
          <p:nvPr/>
        </p:nvGrpSpPr>
        <p:grpSpPr>
          <a:xfrm>
            <a:off x="1705329" y="1054278"/>
            <a:ext cx="2227588" cy="726522"/>
            <a:chOff x="3620725" y="372750"/>
            <a:chExt cx="1039375" cy="338989"/>
          </a:xfrm>
        </p:grpSpPr>
        <p:sp>
          <p:nvSpPr>
            <p:cNvPr id="3373" name="Google Shape;3373;p42"/>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2"/>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2"/>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2"/>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2"/>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2"/>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2"/>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2"/>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2"/>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2"/>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2"/>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2"/>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2"/>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2"/>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2"/>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2"/>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2"/>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2"/>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2"/>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2"/>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2"/>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2"/>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2"/>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2"/>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2"/>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2"/>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2"/>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2"/>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2"/>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2"/>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2"/>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2"/>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2"/>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2"/>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2"/>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2"/>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2"/>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410" name="Google Shape;3410;p42"/>
          <p:cNvPicPr preferRelativeResize="0"/>
          <p:nvPr/>
        </p:nvPicPr>
        <p:blipFill>
          <a:blip r:embed="rId3">
            <a:alphaModFix/>
          </a:blip>
          <a:stretch>
            <a:fillRect/>
          </a:stretch>
        </p:blipFill>
        <p:spPr>
          <a:xfrm>
            <a:off x="4256024" y="539375"/>
            <a:ext cx="1795352" cy="1287300"/>
          </a:xfrm>
          <a:prstGeom prst="rect">
            <a:avLst/>
          </a:prstGeom>
          <a:noFill/>
          <a:ln>
            <a:noFill/>
          </a:ln>
        </p:spPr>
      </p:pic>
      <p:sp>
        <p:nvSpPr>
          <p:cNvPr id="3411" name="Google Shape;3411;p42"/>
          <p:cNvSpPr txBox="1"/>
          <p:nvPr>
            <p:ph type="title"/>
          </p:nvPr>
        </p:nvSpPr>
        <p:spPr>
          <a:xfrm>
            <a:off x="2029075" y="2490350"/>
            <a:ext cx="5085900" cy="831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412" name="Google Shape;3412;p42"/>
          <p:cNvSpPr txBox="1"/>
          <p:nvPr>
            <p:ph idx="1" type="subTitle"/>
          </p:nvPr>
        </p:nvSpPr>
        <p:spPr>
          <a:xfrm>
            <a:off x="2029075" y="3269253"/>
            <a:ext cx="5085900" cy="128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pic>
        <p:nvPicPr>
          <p:cNvPr id="3413" name="Google Shape;3413;p42"/>
          <p:cNvPicPr preferRelativeResize="0"/>
          <p:nvPr/>
        </p:nvPicPr>
        <p:blipFill>
          <a:blip r:embed="rId4">
            <a:alphaModFix/>
          </a:blip>
          <a:stretch>
            <a:fillRect/>
          </a:stretch>
        </p:blipFill>
        <p:spPr>
          <a:xfrm>
            <a:off x="3932937" y="390740"/>
            <a:ext cx="1235425" cy="1955674"/>
          </a:xfrm>
          <a:prstGeom prst="rect">
            <a:avLst/>
          </a:prstGeom>
          <a:noFill/>
          <a:ln>
            <a:noFill/>
          </a:ln>
        </p:spPr>
      </p:pic>
      <p:grpSp>
        <p:nvGrpSpPr>
          <p:cNvPr id="3414" name="Google Shape;3414;p42"/>
          <p:cNvGrpSpPr/>
          <p:nvPr/>
        </p:nvGrpSpPr>
        <p:grpSpPr>
          <a:xfrm>
            <a:off x="-759472" y="3311203"/>
            <a:ext cx="2227588" cy="726522"/>
            <a:chOff x="3857800" y="1143286"/>
            <a:chExt cx="1039375" cy="338989"/>
          </a:xfrm>
        </p:grpSpPr>
        <p:sp>
          <p:nvSpPr>
            <p:cNvPr id="3415" name="Google Shape;3415;p42"/>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2"/>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2"/>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2"/>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2"/>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2"/>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2"/>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2"/>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2"/>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2"/>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2"/>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2"/>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2"/>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2"/>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2"/>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2"/>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2"/>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2"/>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2"/>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2"/>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2"/>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2"/>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2"/>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2"/>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2"/>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2"/>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2"/>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2"/>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2"/>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2"/>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42"/>
          <p:cNvGrpSpPr/>
          <p:nvPr/>
        </p:nvGrpSpPr>
        <p:grpSpPr>
          <a:xfrm>
            <a:off x="2978333" y="5720819"/>
            <a:ext cx="2227588" cy="726522"/>
            <a:chOff x="3799000" y="1820400"/>
            <a:chExt cx="1039375" cy="338989"/>
          </a:xfrm>
        </p:grpSpPr>
        <p:sp>
          <p:nvSpPr>
            <p:cNvPr id="3446" name="Google Shape;3446;p42"/>
            <p:cNvSpPr/>
            <p:nvPr/>
          </p:nvSpPr>
          <p:spPr>
            <a:xfrm>
              <a:off x="4690432"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2"/>
            <p:cNvSpPr/>
            <p:nvPr/>
          </p:nvSpPr>
          <p:spPr>
            <a:xfrm>
              <a:off x="4690432"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2"/>
            <p:cNvSpPr/>
            <p:nvPr/>
          </p:nvSpPr>
          <p:spPr>
            <a:xfrm>
              <a:off x="4779575"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2"/>
            <p:cNvSpPr/>
            <p:nvPr/>
          </p:nvSpPr>
          <p:spPr>
            <a:xfrm>
              <a:off x="4601288"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2"/>
            <p:cNvSpPr/>
            <p:nvPr/>
          </p:nvSpPr>
          <p:spPr>
            <a:xfrm>
              <a:off x="4423002"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2"/>
            <p:cNvSpPr/>
            <p:nvPr/>
          </p:nvSpPr>
          <p:spPr>
            <a:xfrm>
              <a:off x="4423002" y="2007193"/>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2"/>
            <p:cNvSpPr/>
            <p:nvPr/>
          </p:nvSpPr>
          <p:spPr>
            <a:xfrm>
              <a:off x="4423002"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2"/>
            <p:cNvSpPr/>
            <p:nvPr/>
          </p:nvSpPr>
          <p:spPr>
            <a:xfrm>
              <a:off x="4512145"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2"/>
            <p:cNvSpPr/>
            <p:nvPr/>
          </p:nvSpPr>
          <p:spPr>
            <a:xfrm>
              <a:off x="4512145" y="2007193"/>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2"/>
            <p:cNvSpPr/>
            <p:nvPr/>
          </p:nvSpPr>
          <p:spPr>
            <a:xfrm>
              <a:off x="4512145"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2"/>
            <p:cNvSpPr/>
            <p:nvPr/>
          </p:nvSpPr>
          <p:spPr>
            <a:xfrm>
              <a:off x="4333859"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2"/>
            <p:cNvSpPr/>
            <p:nvPr/>
          </p:nvSpPr>
          <p:spPr>
            <a:xfrm>
              <a:off x="4333859" y="1913796"/>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2"/>
            <p:cNvSpPr/>
            <p:nvPr/>
          </p:nvSpPr>
          <p:spPr>
            <a:xfrm>
              <a:off x="4333859" y="2007193"/>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2"/>
            <p:cNvSpPr/>
            <p:nvPr/>
          </p:nvSpPr>
          <p:spPr>
            <a:xfrm>
              <a:off x="4333859"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2"/>
            <p:cNvSpPr/>
            <p:nvPr/>
          </p:nvSpPr>
          <p:spPr>
            <a:xfrm>
              <a:off x="4155572"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2"/>
            <p:cNvSpPr/>
            <p:nvPr/>
          </p:nvSpPr>
          <p:spPr>
            <a:xfrm>
              <a:off x="4155572" y="1913796"/>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2"/>
            <p:cNvSpPr/>
            <p:nvPr/>
          </p:nvSpPr>
          <p:spPr>
            <a:xfrm>
              <a:off x="4155572" y="2007193"/>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2"/>
            <p:cNvSpPr/>
            <p:nvPr/>
          </p:nvSpPr>
          <p:spPr>
            <a:xfrm>
              <a:off x="4155572"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2"/>
            <p:cNvSpPr/>
            <p:nvPr/>
          </p:nvSpPr>
          <p:spPr>
            <a:xfrm>
              <a:off x="4244716"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2"/>
            <p:cNvSpPr/>
            <p:nvPr/>
          </p:nvSpPr>
          <p:spPr>
            <a:xfrm>
              <a:off x="4244716" y="1913796"/>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2"/>
            <p:cNvSpPr/>
            <p:nvPr/>
          </p:nvSpPr>
          <p:spPr>
            <a:xfrm>
              <a:off x="4244716" y="2007193"/>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2"/>
            <p:cNvSpPr/>
            <p:nvPr/>
          </p:nvSpPr>
          <p:spPr>
            <a:xfrm>
              <a:off x="4244716"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2"/>
            <p:cNvSpPr/>
            <p:nvPr/>
          </p:nvSpPr>
          <p:spPr>
            <a:xfrm>
              <a:off x="4066429"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2"/>
            <p:cNvSpPr/>
            <p:nvPr/>
          </p:nvSpPr>
          <p:spPr>
            <a:xfrm>
              <a:off x="4066429" y="2007193"/>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2"/>
            <p:cNvSpPr/>
            <p:nvPr/>
          </p:nvSpPr>
          <p:spPr>
            <a:xfrm>
              <a:off x="4066429"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2"/>
            <p:cNvSpPr/>
            <p:nvPr/>
          </p:nvSpPr>
          <p:spPr>
            <a:xfrm>
              <a:off x="3888143" y="1913796"/>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2"/>
            <p:cNvSpPr/>
            <p:nvPr/>
          </p:nvSpPr>
          <p:spPr>
            <a:xfrm>
              <a:off x="3888143" y="2007193"/>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2"/>
            <p:cNvSpPr/>
            <p:nvPr/>
          </p:nvSpPr>
          <p:spPr>
            <a:xfrm>
              <a:off x="3888143"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2"/>
            <p:cNvSpPr/>
            <p:nvPr/>
          </p:nvSpPr>
          <p:spPr>
            <a:xfrm>
              <a:off x="3977286"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2"/>
            <p:cNvSpPr/>
            <p:nvPr/>
          </p:nvSpPr>
          <p:spPr>
            <a:xfrm>
              <a:off x="3977286" y="1913796"/>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2"/>
            <p:cNvSpPr/>
            <p:nvPr/>
          </p:nvSpPr>
          <p:spPr>
            <a:xfrm>
              <a:off x="3977286" y="2007193"/>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2"/>
            <p:cNvSpPr/>
            <p:nvPr/>
          </p:nvSpPr>
          <p:spPr>
            <a:xfrm>
              <a:off x="3977286"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2"/>
            <p:cNvSpPr/>
            <p:nvPr/>
          </p:nvSpPr>
          <p:spPr>
            <a:xfrm>
              <a:off x="3799000" y="1820400"/>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2"/>
            <p:cNvSpPr/>
            <p:nvPr/>
          </p:nvSpPr>
          <p:spPr>
            <a:xfrm>
              <a:off x="3799000" y="1913796"/>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2"/>
            <p:cNvSpPr/>
            <p:nvPr/>
          </p:nvSpPr>
          <p:spPr>
            <a:xfrm>
              <a:off x="3799000" y="2007193"/>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2"/>
            <p:cNvSpPr/>
            <p:nvPr/>
          </p:nvSpPr>
          <p:spPr>
            <a:xfrm>
              <a:off x="3799000" y="2100589"/>
              <a:ext cx="58800" cy="58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482" name="Google Shape;3482;p42"/>
          <p:cNvPicPr preferRelativeResize="0"/>
          <p:nvPr/>
        </p:nvPicPr>
        <p:blipFill>
          <a:blip r:embed="rId3">
            <a:alphaModFix/>
          </a:blip>
          <a:stretch>
            <a:fillRect/>
          </a:stretch>
        </p:blipFill>
        <p:spPr>
          <a:xfrm>
            <a:off x="3072211" y="1578450"/>
            <a:ext cx="951175" cy="682000"/>
          </a:xfrm>
          <a:prstGeom prst="rect">
            <a:avLst/>
          </a:prstGeom>
          <a:noFill/>
          <a:ln>
            <a:noFill/>
          </a:ln>
        </p:spPr>
      </p:pic>
      <p:grpSp>
        <p:nvGrpSpPr>
          <p:cNvPr id="3483" name="Google Shape;3483;p42"/>
          <p:cNvGrpSpPr/>
          <p:nvPr/>
        </p:nvGrpSpPr>
        <p:grpSpPr>
          <a:xfrm>
            <a:off x="7732483" y="2542730"/>
            <a:ext cx="2227588" cy="726522"/>
            <a:chOff x="5608450" y="1680311"/>
            <a:chExt cx="1039375" cy="338989"/>
          </a:xfrm>
        </p:grpSpPr>
        <p:sp>
          <p:nvSpPr>
            <p:cNvPr id="3484" name="Google Shape;3484;p42"/>
            <p:cNvSpPr/>
            <p:nvPr/>
          </p:nvSpPr>
          <p:spPr>
            <a:xfrm>
              <a:off x="649988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2"/>
            <p:cNvSpPr/>
            <p:nvPr/>
          </p:nvSpPr>
          <p:spPr>
            <a:xfrm>
              <a:off x="649988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2"/>
            <p:cNvSpPr/>
            <p:nvPr/>
          </p:nvSpPr>
          <p:spPr>
            <a:xfrm>
              <a:off x="649988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2"/>
            <p:cNvSpPr/>
            <p:nvPr/>
          </p:nvSpPr>
          <p:spPr>
            <a:xfrm>
              <a:off x="6589025"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2"/>
            <p:cNvSpPr/>
            <p:nvPr/>
          </p:nvSpPr>
          <p:spPr>
            <a:xfrm>
              <a:off x="658902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2"/>
            <p:cNvSpPr/>
            <p:nvPr/>
          </p:nvSpPr>
          <p:spPr>
            <a:xfrm>
              <a:off x="6410738"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2"/>
            <p:cNvSpPr/>
            <p:nvPr/>
          </p:nvSpPr>
          <p:spPr>
            <a:xfrm>
              <a:off x="6410738"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2"/>
            <p:cNvSpPr/>
            <p:nvPr/>
          </p:nvSpPr>
          <p:spPr>
            <a:xfrm>
              <a:off x="6410738"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2"/>
            <p:cNvSpPr/>
            <p:nvPr/>
          </p:nvSpPr>
          <p:spPr>
            <a:xfrm>
              <a:off x="623245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2"/>
            <p:cNvSpPr/>
            <p:nvPr/>
          </p:nvSpPr>
          <p:spPr>
            <a:xfrm>
              <a:off x="623245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2"/>
            <p:cNvSpPr/>
            <p:nvPr/>
          </p:nvSpPr>
          <p:spPr>
            <a:xfrm>
              <a:off x="6321595"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2"/>
            <p:cNvSpPr/>
            <p:nvPr/>
          </p:nvSpPr>
          <p:spPr>
            <a:xfrm>
              <a:off x="632159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2"/>
            <p:cNvSpPr/>
            <p:nvPr/>
          </p:nvSpPr>
          <p:spPr>
            <a:xfrm>
              <a:off x="6321595"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2"/>
            <p:cNvSpPr/>
            <p:nvPr/>
          </p:nvSpPr>
          <p:spPr>
            <a:xfrm>
              <a:off x="614330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2"/>
            <p:cNvSpPr/>
            <p:nvPr/>
          </p:nvSpPr>
          <p:spPr>
            <a:xfrm>
              <a:off x="614330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2"/>
            <p:cNvSpPr/>
            <p:nvPr/>
          </p:nvSpPr>
          <p:spPr>
            <a:xfrm>
              <a:off x="6143309"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2"/>
            <p:cNvSpPr/>
            <p:nvPr/>
          </p:nvSpPr>
          <p:spPr>
            <a:xfrm>
              <a:off x="614330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2"/>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2"/>
            <p:cNvSpPr/>
            <p:nvPr/>
          </p:nvSpPr>
          <p:spPr>
            <a:xfrm>
              <a:off x="596502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2"/>
            <p:cNvSpPr/>
            <p:nvPr/>
          </p:nvSpPr>
          <p:spPr>
            <a:xfrm>
              <a:off x="596502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2"/>
            <p:cNvSpPr/>
            <p:nvPr/>
          </p:nvSpPr>
          <p:spPr>
            <a:xfrm>
              <a:off x="596502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2"/>
            <p:cNvSpPr/>
            <p:nvPr/>
          </p:nvSpPr>
          <p:spPr>
            <a:xfrm>
              <a:off x="605416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2"/>
            <p:cNvSpPr/>
            <p:nvPr/>
          </p:nvSpPr>
          <p:spPr>
            <a:xfrm>
              <a:off x="605416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2"/>
            <p:cNvSpPr/>
            <p:nvPr/>
          </p:nvSpPr>
          <p:spPr>
            <a:xfrm>
              <a:off x="605416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2"/>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2"/>
            <p:cNvSpPr/>
            <p:nvPr/>
          </p:nvSpPr>
          <p:spPr>
            <a:xfrm>
              <a:off x="587587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2"/>
            <p:cNvSpPr/>
            <p:nvPr/>
          </p:nvSpPr>
          <p:spPr>
            <a:xfrm>
              <a:off x="587587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2"/>
            <p:cNvSpPr/>
            <p:nvPr/>
          </p:nvSpPr>
          <p:spPr>
            <a:xfrm>
              <a:off x="5697593"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2"/>
            <p:cNvSpPr/>
            <p:nvPr/>
          </p:nvSpPr>
          <p:spPr>
            <a:xfrm>
              <a:off x="5697593"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2"/>
            <p:cNvSpPr/>
            <p:nvPr/>
          </p:nvSpPr>
          <p:spPr>
            <a:xfrm>
              <a:off x="5697593"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2"/>
            <p:cNvSpPr/>
            <p:nvPr/>
          </p:nvSpPr>
          <p:spPr>
            <a:xfrm>
              <a:off x="5697593"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2"/>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2"/>
            <p:cNvSpPr/>
            <p:nvPr/>
          </p:nvSpPr>
          <p:spPr>
            <a:xfrm>
              <a:off x="5786736"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2"/>
            <p:cNvSpPr/>
            <p:nvPr/>
          </p:nvSpPr>
          <p:spPr>
            <a:xfrm>
              <a:off x="578673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2"/>
            <p:cNvSpPr/>
            <p:nvPr/>
          </p:nvSpPr>
          <p:spPr>
            <a:xfrm>
              <a:off x="578673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2"/>
            <p:cNvSpPr/>
            <p:nvPr/>
          </p:nvSpPr>
          <p:spPr>
            <a:xfrm>
              <a:off x="5608450"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3" name="Shape 3523"/>
        <p:cNvGrpSpPr/>
        <p:nvPr/>
      </p:nvGrpSpPr>
      <p:grpSpPr>
        <a:xfrm>
          <a:off x="0" y="0"/>
          <a:ext cx="0" cy="0"/>
          <a:chOff x="0" y="0"/>
          <a:chExt cx="0" cy="0"/>
        </a:xfrm>
      </p:grpSpPr>
      <p:grpSp>
        <p:nvGrpSpPr>
          <p:cNvPr id="3524" name="Google Shape;3524;p43"/>
          <p:cNvGrpSpPr/>
          <p:nvPr/>
        </p:nvGrpSpPr>
        <p:grpSpPr>
          <a:xfrm>
            <a:off x="6840333" y="-220281"/>
            <a:ext cx="2227588" cy="726522"/>
            <a:chOff x="3799000" y="1820400"/>
            <a:chExt cx="1039375" cy="338989"/>
          </a:xfrm>
        </p:grpSpPr>
        <p:sp>
          <p:nvSpPr>
            <p:cNvPr id="3525" name="Google Shape;3525;p43"/>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3"/>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3"/>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3"/>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3"/>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3"/>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3"/>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3"/>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3"/>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3"/>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3"/>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3"/>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3"/>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3"/>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3"/>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3"/>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3"/>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3"/>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3"/>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3"/>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3"/>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3"/>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3"/>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3"/>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3"/>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3"/>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3"/>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3"/>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3"/>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3"/>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3"/>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3"/>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3"/>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3"/>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3"/>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3"/>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1" name="Google Shape;3561;p43"/>
          <p:cNvSpPr/>
          <p:nvPr/>
        </p:nvSpPr>
        <p:spPr>
          <a:xfrm>
            <a:off x="2153810" y="2548150"/>
            <a:ext cx="1843800" cy="1843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3"/>
          <p:cNvSpPr txBox="1"/>
          <p:nvPr>
            <p:ph type="title"/>
          </p:nvPr>
        </p:nvSpPr>
        <p:spPr>
          <a:xfrm>
            <a:off x="4228090" y="2680725"/>
            <a:ext cx="2762100" cy="92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a:t>
            </a:r>
            <a:endParaRPr/>
          </a:p>
        </p:txBody>
      </p:sp>
      <p:sp>
        <p:nvSpPr>
          <p:cNvPr id="3563" name="Google Shape;3563;p43"/>
          <p:cNvSpPr txBox="1"/>
          <p:nvPr>
            <p:ph idx="2" type="title"/>
          </p:nvPr>
        </p:nvSpPr>
        <p:spPr>
          <a:xfrm>
            <a:off x="2356910" y="3011350"/>
            <a:ext cx="1437600" cy="91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564" name="Google Shape;3564;p43"/>
          <p:cNvSpPr txBox="1"/>
          <p:nvPr>
            <p:ph idx="1" type="subTitle"/>
          </p:nvPr>
        </p:nvSpPr>
        <p:spPr>
          <a:xfrm>
            <a:off x="4228073" y="3530819"/>
            <a:ext cx="27621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pic>
        <p:nvPicPr>
          <p:cNvPr id="3565" name="Google Shape;3565;p43"/>
          <p:cNvPicPr preferRelativeResize="0"/>
          <p:nvPr/>
        </p:nvPicPr>
        <p:blipFill>
          <a:blip r:embed="rId3">
            <a:alphaModFix/>
          </a:blip>
          <a:stretch>
            <a:fillRect/>
          </a:stretch>
        </p:blipFill>
        <p:spPr>
          <a:xfrm>
            <a:off x="4951796" y="143100"/>
            <a:ext cx="1602225" cy="1148801"/>
          </a:xfrm>
          <a:prstGeom prst="rect">
            <a:avLst/>
          </a:prstGeom>
          <a:noFill/>
          <a:ln>
            <a:noFill/>
          </a:ln>
        </p:spPr>
      </p:pic>
      <p:pic>
        <p:nvPicPr>
          <p:cNvPr id="3566" name="Google Shape;3566;p43"/>
          <p:cNvPicPr preferRelativeResize="0"/>
          <p:nvPr/>
        </p:nvPicPr>
        <p:blipFill>
          <a:blip r:embed="rId3">
            <a:alphaModFix/>
          </a:blip>
          <a:stretch>
            <a:fillRect/>
          </a:stretch>
        </p:blipFill>
        <p:spPr>
          <a:xfrm>
            <a:off x="2526479" y="2162900"/>
            <a:ext cx="841225" cy="603160"/>
          </a:xfrm>
          <a:prstGeom prst="rect">
            <a:avLst/>
          </a:prstGeom>
          <a:noFill/>
          <a:ln>
            <a:noFill/>
          </a:ln>
        </p:spPr>
      </p:pic>
      <p:grpSp>
        <p:nvGrpSpPr>
          <p:cNvPr id="3567" name="Google Shape;3567;p43"/>
          <p:cNvGrpSpPr/>
          <p:nvPr/>
        </p:nvGrpSpPr>
        <p:grpSpPr>
          <a:xfrm>
            <a:off x="7126920" y="4391944"/>
            <a:ext cx="1654413" cy="326167"/>
            <a:chOff x="2978333" y="5720819"/>
            <a:chExt cx="1654413" cy="326167"/>
          </a:xfrm>
        </p:grpSpPr>
        <p:sp>
          <p:nvSpPr>
            <p:cNvPr id="3568" name="Google Shape;3568;p43"/>
            <p:cNvSpPr/>
            <p:nvPr/>
          </p:nvSpPr>
          <p:spPr>
            <a:xfrm>
              <a:off x="4315694" y="572081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3"/>
            <p:cNvSpPr/>
            <p:nvPr/>
          </p:nvSpPr>
          <p:spPr>
            <a:xfrm>
              <a:off x="4506746" y="572081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3"/>
            <p:cNvSpPr/>
            <p:nvPr/>
          </p:nvSpPr>
          <p:spPr>
            <a:xfrm>
              <a:off x="4124643" y="572081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3"/>
            <p:cNvSpPr/>
            <p:nvPr/>
          </p:nvSpPr>
          <p:spPr>
            <a:xfrm>
              <a:off x="4124643" y="592098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3"/>
            <p:cNvSpPr/>
            <p:nvPr/>
          </p:nvSpPr>
          <p:spPr>
            <a:xfrm>
              <a:off x="3742539" y="572081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3"/>
            <p:cNvSpPr/>
            <p:nvPr/>
          </p:nvSpPr>
          <p:spPr>
            <a:xfrm>
              <a:off x="3742539" y="592098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3"/>
            <p:cNvSpPr/>
            <p:nvPr/>
          </p:nvSpPr>
          <p:spPr>
            <a:xfrm>
              <a:off x="3933591" y="572081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3"/>
            <p:cNvSpPr/>
            <p:nvPr/>
          </p:nvSpPr>
          <p:spPr>
            <a:xfrm>
              <a:off x="3933591" y="592098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3"/>
            <p:cNvSpPr/>
            <p:nvPr/>
          </p:nvSpPr>
          <p:spPr>
            <a:xfrm>
              <a:off x="3551488" y="572081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3"/>
            <p:cNvSpPr/>
            <p:nvPr/>
          </p:nvSpPr>
          <p:spPr>
            <a:xfrm>
              <a:off x="3169384" y="592098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3"/>
            <p:cNvSpPr/>
            <p:nvPr/>
          </p:nvSpPr>
          <p:spPr>
            <a:xfrm>
              <a:off x="3360436" y="572081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3"/>
            <p:cNvSpPr/>
            <p:nvPr/>
          </p:nvSpPr>
          <p:spPr>
            <a:xfrm>
              <a:off x="3360436" y="5920986"/>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3"/>
            <p:cNvSpPr/>
            <p:nvPr/>
          </p:nvSpPr>
          <p:spPr>
            <a:xfrm>
              <a:off x="2978333" y="572081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581" name="Google Shape;3581;p43"/>
          <p:cNvPicPr preferRelativeResize="0"/>
          <p:nvPr/>
        </p:nvPicPr>
        <p:blipFill>
          <a:blip r:embed="rId4">
            <a:alphaModFix/>
          </a:blip>
          <a:stretch>
            <a:fillRect/>
          </a:stretch>
        </p:blipFill>
        <p:spPr>
          <a:xfrm>
            <a:off x="3898923" y="506252"/>
            <a:ext cx="1397893" cy="1843800"/>
          </a:xfrm>
          <a:prstGeom prst="rect">
            <a:avLst/>
          </a:prstGeom>
          <a:noFill/>
          <a:ln>
            <a:noFill/>
          </a:ln>
        </p:spPr>
      </p:pic>
      <p:pic>
        <p:nvPicPr>
          <p:cNvPr id="3582" name="Google Shape;3582;p43"/>
          <p:cNvPicPr preferRelativeResize="0"/>
          <p:nvPr/>
        </p:nvPicPr>
        <p:blipFill>
          <a:blip r:embed="rId5">
            <a:alphaModFix/>
          </a:blip>
          <a:stretch>
            <a:fillRect/>
          </a:stretch>
        </p:blipFill>
        <p:spPr>
          <a:xfrm>
            <a:off x="3367711" y="1506500"/>
            <a:ext cx="676888" cy="1071525"/>
          </a:xfrm>
          <a:prstGeom prst="rect">
            <a:avLst/>
          </a:prstGeom>
          <a:noFill/>
          <a:ln>
            <a:noFill/>
          </a:ln>
        </p:spPr>
      </p:pic>
      <p:pic>
        <p:nvPicPr>
          <p:cNvPr id="3583" name="Google Shape;3583;p43"/>
          <p:cNvPicPr preferRelativeResize="0"/>
          <p:nvPr/>
        </p:nvPicPr>
        <p:blipFill>
          <a:blip r:embed="rId6">
            <a:alphaModFix/>
          </a:blip>
          <a:stretch>
            <a:fillRect/>
          </a:stretch>
        </p:blipFill>
        <p:spPr>
          <a:xfrm>
            <a:off x="3136451" y="405649"/>
            <a:ext cx="908150" cy="1148800"/>
          </a:xfrm>
          <a:prstGeom prst="rect">
            <a:avLst/>
          </a:prstGeom>
          <a:noFill/>
          <a:ln>
            <a:noFill/>
          </a:ln>
        </p:spPr>
      </p:pic>
      <p:pic>
        <p:nvPicPr>
          <p:cNvPr id="3584" name="Google Shape;3584;p43"/>
          <p:cNvPicPr preferRelativeResize="0"/>
          <p:nvPr/>
        </p:nvPicPr>
        <p:blipFill>
          <a:blip r:embed="rId6">
            <a:alphaModFix/>
          </a:blip>
          <a:stretch>
            <a:fillRect/>
          </a:stretch>
        </p:blipFill>
        <p:spPr>
          <a:xfrm>
            <a:off x="5312350" y="1827212"/>
            <a:ext cx="593532" cy="750812"/>
          </a:xfrm>
          <a:prstGeom prst="rect">
            <a:avLst/>
          </a:prstGeom>
          <a:noFill/>
          <a:ln>
            <a:noFill/>
          </a:ln>
        </p:spPr>
      </p:pic>
      <p:pic>
        <p:nvPicPr>
          <p:cNvPr id="3585" name="Google Shape;3585;p43"/>
          <p:cNvPicPr preferRelativeResize="0"/>
          <p:nvPr/>
        </p:nvPicPr>
        <p:blipFill>
          <a:blip r:embed="rId3">
            <a:alphaModFix/>
          </a:blip>
          <a:stretch>
            <a:fillRect/>
          </a:stretch>
        </p:blipFill>
        <p:spPr>
          <a:xfrm>
            <a:off x="2356904" y="903350"/>
            <a:ext cx="841225" cy="603160"/>
          </a:xfrm>
          <a:prstGeom prst="rect">
            <a:avLst/>
          </a:prstGeom>
          <a:noFill/>
          <a:ln>
            <a:noFill/>
          </a:ln>
        </p:spPr>
      </p:pic>
      <p:pic>
        <p:nvPicPr>
          <p:cNvPr id="3586" name="Google Shape;3586;p43"/>
          <p:cNvPicPr preferRelativeResize="0"/>
          <p:nvPr/>
        </p:nvPicPr>
        <p:blipFill>
          <a:blip r:embed="rId3">
            <a:alphaModFix/>
          </a:blip>
          <a:stretch>
            <a:fillRect/>
          </a:stretch>
        </p:blipFill>
        <p:spPr>
          <a:xfrm>
            <a:off x="5921404" y="1554462"/>
            <a:ext cx="841225" cy="60316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0" name="Shape 3590"/>
        <p:cNvGrpSpPr/>
        <p:nvPr/>
      </p:nvGrpSpPr>
      <p:grpSpPr>
        <a:xfrm>
          <a:off x="0" y="0"/>
          <a:ext cx="0" cy="0"/>
          <a:chOff x="0" y="0"/>
          <a:chExt cx="0" cy="0"/>
        </a:xfrm>
      </p:grpSpPr>
      <p:pic>
        <p:nvPicPr>
          <p:cNvPr id="3591" name="Google Shape;3591;p44"/>
          <p:cNvPicPr preferRelativeResize="0"/>
          <p:nvPr/>
        </p:nvPicPr>
        <p:blipFill>
          <a:blip r:embed="rId3">
            <a:alphaModFix/>
          </a:blip>
          <a:stretch>
            <a:fillRect/>
          </a:stretch>
        </p:blipFill>
        <p:spPr>
          <a:xfrm flipH="1">
            <a:off x="5832000" y="2223512"/>
            <a:ext cx="2878150" cy="1916850"/>
          </a:xfrm>
          <a:prstGeom prst="rect">
            <a:avLst/>
          </a:prstGeom>
          <a:noFill/>
          <a:ln>
            <a:noFill/>
          </a:ln>
        </p:spPr>
      </p:pic>
      <p:pic>
        <p:nvPicPr>
          <p:cNvPr id="3592" name="Google Shape;3592;p44"/>
          <p:cNvPicPr preferRelativeResize="0"/>
          <p:nvPr/>
        </p:nvPicPr>
        <p:blipFill>
          <a:blip r:embed="rId4">
            <a:alphaModFix/>
          </a:blip>
          <a:stretch>
            <a:fillRect/>
          </a:stretch>
        </p:blipFill>
        <p:spPr>
          <a:xfrm flipH="1">
            <a:off x="6570692" y="1465850"/>
            <a:ext cx="1400750" cy="2338550"/>
          </a:xfrm>
          <a:prstGeom prst="rect">
            <a:avLst/>
          </a:prstGeom>
          <a:noFill/>
          <a:ln>
            <a:noFill/>
          </a:ln>
        </p:spPr>
      </p:pic>
      <p:sp>
        <p:nvSpPr>
          <p:cNvPr id="3593" name="Google Shape;3593;p44"/>
          <p:cNvSpPr txBox="1"/>
          <p:nvPr>
            <p:ph type="title"/>
          </p:nvPr>
        </p:nvSpPr>
        <p:spPr>
          <a:xfrm>
            <a:off x="1121150" y="1116775"/>
            <a:ext cx="3807900" cy="73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a:t>
            </a:r>
            <a:r>
              <a:rPr lang="en"/>
              <a:t> SLIDE TITLE GOES HERE!</a:t>
            </a:r>
            <a:endParaRPr/>
          </a:p>
        </p:txBody>
      </p:sp>
      <p:sp>
        <p:nvSpPr>
          <p:cNvPr id="3594" name="Google Shape;3594;p44"/>
          <p:cNvSpPr txBox="1"/>
          <p:nvPr>
            <p:ph idx="1" type="body"/>
          </p:nvPr>
        </p:nvSpPr>
        <p:spPr>
          <a:xfrm>
            <a:off x="1121150" y="1923119"/>
            <a:ext cx="3807900" cy="210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a:t>
            </a:r>
            <a:endParaRPr/>
          </a:p>
          <a:p>
            <a:pPr indent="0" lvl="0" marL="0" rtl="0" algn="l">
              <a:spcBef>
                <a:spcPts val="0"/>
              </a:spcBef>
              <a:spcAft>
                <a:spcPts val="0"/>
              </a:spcAft>
              <a:buClr>
                <a:schemeClr val="dk1"/>
              </a:buClr>
              <a:buSzPts val="1100"/>
              <a:buFont typeface="Arial"/>
              <a:buNone/>
            </a:pPr>
            <a:r>
              <a:rPr lang="en"/>
              <a:t>Lists like this one:</a:t>
            </a:r>
            <a:endParaRPr/>
          </a:p>
          <a:p>
            <a:pPr indent="-292100" lvl="0" marL="457200" rtl="0" algn="l">
              <a:spcBef>
                <a:spcPts val="1600"/>
              </a:spcBef>
              <a:spcAft>
                <a:spcPts val="0"/>
              </a:spcAft>
              <a:buClr>
                <a:schemeClr val="dk1"/>
              </a:buClr>
              <a:buSzPts val="1000"/>
              <a:buFont typeface="Work Sans Medium"/>
              <a:buChar char="●"/>
            </a:pPr>
            <a:r>
              <a:rPr lang="en"/>
              <a:t>They’re simple </a:t>
            </a:r>
            <a:endParaRPr/>
          </a:p>
          <a:p>
            <a:pPr indent="-292100" lvl="0" marL="457200" rtl="0" algn="l">
              <a:spcBef>
                <a:spcPts val="0"/>
              </a:spcBef>
              <a:spcAft>
                <a:spcPts val="0"/>
              </a:spcAft>
              <a:buClr>
                <a:schemeClr val="dk1"/>
              </a:buClr>
              <a:buSzPts val="1000"/>
              <a:buFont typeface="Work Sans Medium"/>
              <a:buChar char="●"/>
            </a:pPr>
            <a:r>
              <a:rPr lang="en"/>
              <a:t>You can organize your ideas clearly</a:t>
            </a:r>
            <a:endParaRPr/>
          </a:p>
          <a:p>
            <a:pPr indent="-292100" lvl="0" marL="457200" rtl="0" algn="l">
              <a:spcBef>
                <a:spcPts val="0"/>
              </a:spcBef>
              <a:spcAft>
                <a:spcPts val="0"/>
              </a:spcAft>
              <a:buClr>
                <a:schemeClr val="dk1"/>
              </a:buClr>
              <a:buSzPts val="1000"/>
              <a:buFont typeface="Work Sans Medium"/>
              <a:buChar char="●"/>
            </a:pPr>
            <a:r>
              <a:rPr lang="en"/>
              <a:t>You’ll never forget to buy milk!</a:t>
            </a:r>
            <a:endParaRPr/>
          </a:p>
          <a:p>
            <a:pPr indent="0" lvl="0" marL="0" rtl="0" algn="l">
              <a:spcBef>
                <a:spcPts val="1600"/>
              </a:spcBef>
              <a:spcAft>
                <a:spcPts val="0"/>
              </a:spcAft>
              <a:buNone/>
            </a:pPr>
            <a:r>
              <a:rPr lang="en"/>
              <a:t>And the most important thing: the audience won’t miss the point of your presentation</a:t>
            </a:r>
            <a:endParaRPr/>
          </a:p>
        </p:txBody>
      </p:sp>
      <p:pic>
        <p:nvPicPr>
          <p:cNvPr id="3595" name="Google Shape;3595;p44"/>
          <p:cNvPicPr preferRelativeResize="0"/>
          <p:nvPr/>
        </p:nvPicPr>
        <p:blipFill>
          <a:blip r:embed="rId5">
            <a:alphaModFix/>
          </a:blip>
          <a:stretch>
            <a:fillRect/>
          </a:stretch>
        </p:blipFill>
        <p:spPr>
          <a:xfrm>
            <a:off x="5914162" y="2331987"/>
            <a:ext cx="1006125" cy="1327069"/>
          </a:xfrm>
          <a:prstGeom prst="rect">
            <a:avLst/>
          </a:prstGeom>
          <a:noFill/>
          <a:ln>
            <a:noFill/>
          </a:ln>
        </p:spPr>
      </p:pic>
      <p:pic>
        <p:nvPicPr>
          <p:cNvPr id="3596" name="Google Shape;3596;p44"/>
          <p:cNvPicPr preferRelativeResize="0"/>
          <p:nvPr/>
        </p:nvPicPr>
        <p:blipFill>
          <a:blip r:embed="rId6">
            <a:alphaModFix/>
          </a:blip>
          <a:stretch>
            <a:fillRect/>
          </a:stretch>
        </p:blipFill>
        <p:spPr>
          <a:xfrm>
            <a:off x="7649698" y="2040970"/>
            <a:ext cx="841230" cy="133167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00" name="Shape 3600"/>
        <p:cNvGrpSpPr/>
        <p:nvPr/>
      </p:nvGrpSpPr>
      <p:grpSpPr>
        <a:xfrm>
          <a:off x="0" y="0"/>
          <a:ext cx="0" cy="0"/>
          <a:chOff x="0" y="0"/>
          <a:chExt cx="0" cy="0"/>
        </a:xfrm>
      </p:grpSpPr>
      <p:sp>
        <p:nvSpPr>
          <p:cNvPr id="3601" name="Google Shape;3601;p45"/>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MORE ABOUT THE TOPIC</a:t>
            </a:r>
            <a:endParaRPr/>
          </a:p>
        </p:txBody>
      </p:sp>
      <p:sp>
        <p:nvSpPr>
          <p:cNvPr id="3602" name="Google Shape;3602;p45"/>
          <p:cNvSpPr txBox="1"/>
          <p:nvPr>
            <p:ph idx="1" type="subTitle"/>
          </p:nvPr>
        </p:nvSpPr>
        <p:spPr>
          <a:xfrm>
            <a:off x="1237236" y="1649888"/>
            <a:ext cx="3136200" cy="234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3603" name="Google Shape;3603;p45"/>
          <p:cNvSpPr txBox="1"/>
          <p:nvPr>
            <p:ph idx="2" type="subTitle"/>
          </p:nvPr>
        </p:nvSpPr>
        <p:spPr>
          <a:xfrm>
            <a:off x="4770564" y="1649888"/>
            <a:ext cx="3136200" cy="234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in Venus, and the solar radiation is so high, Mercury has been deemed to be non-habitable for humans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07" name="Shape 3607"/>
        <p:cNvGrpSpPr/>
        <p:nvPr/>
      </p:nvGrpSpPr>
      <p:grpSpPr>
        <a:xfrm>
          <a:off x="0" y="0"/>
          <a:ext cx="0" cy="0"/>
          <a:chOff x="0" y="0"/>
          <a:chExt cx="0" cy="0"/>
        </a:xfrm>
      </p:grpSpPr>
      <p:grpSp>
        <p:nvGrpSpPr>
          <p:cNvPr id="3608" name="Google Shape;3608;p46"/>
          <p:cNvGrpSpPr/>
          <p:nvPr/>
        </p:nvGrpSpPr>
        <p:grpSpPr>
          <a:xfrm>
            <a:off x="5076988" y="1423053"/>
            <a:ext cx="1272330" cy="726522"/>
            <a:chOff x="4239254" y="-1160684"/>
            <a:chExt cx="1272330" cy="726522"/>
          </a:xfrm>
        </p:grpSpPr>
        <p:sp>
          <p:nvSpPr>
            <p:cNvPr id="3609" name="Google Shape;3609;p46"/>
            <p:cNvSpPr/>
            <p:nvPr/>
          </p:nvSpPr>
          <p:spPr>
            <a:xfrm>
              <a:off x="5385564" y="-116068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6"/>
            <p:cNvSpPr/>
            <p:nvPr/>
          </p:nvSpPr>
          <p:spPr>
            <a:xfrm>
              <a:off x="5385564" y="-560183"/>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6"/>
            <p:cNvSpPr/>
            <p:nvPr/>
          </p:nvSpPr>
          <p:spPr>
            <a:xfrm>
              <a:off x="5003460" y="-116068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6"/>
            <p:cNvSpPr/>
            <p:nvPr/>
          </p:nvSpPr>
          <p:spPr>
            <a:xfrm>
              <a:off x="5003460" y="-76035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6"/>
            <p:cNvSpPr/>
            <p:nvPr/>
          </p:nvSpPr>
          <p:spPr>
            <a:xfrm>
              <a:off x="5003460" y="-560183"/>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6"/>
            <p:cNvSpPr/>
            <p:nvPr/>
          </p:nvSpPr>
          <p:spPr>
            <a:xfrm>
              <a:off x="5194512" y="-116068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6"/>
            <p:cNvSpPr/>
            <p:nvPr/>
          </p:nvSpPr>
          <p:spPr>
            <a:xfrm>
              <a:off x="5194512" y="-96051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6"/>
            <p:cNvSpPr/>
            <p:nvPr/>
          </p:nvSpPr>
          <p:spPr>
            <a:xfrm>
              <a:off x="5194512" y="-560183"/>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6"/>
            <p:cNvSpPr/>
            <p:nvPr/>
          </p:nvSpPr>
          <p:spPr>
            <a:xfrm>
              <a:off x="4812409" y="-116068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4812409" y="-96051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6"/>
            <p:cNvSpPr/>
            <p:nvPr/>
          </p:nvSpPr>
          <p:spPr>
            <a:xfrm>
              <a:off x="4812409" y="-76035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6"/>
            <p:cNvSpPr/>
            <p:nvPr/>
          </p:nvSpPr>
          <p:spPr>
            <a:xfrm>
              <a:off x="4812409" y="-560183"/>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6"/>
            <p:cNvSpPr/>
            <p:nvPr/>
          </p:nvSpPr>
          <p:spPr>
            <a:xfrm>
              <a:off x="4430305" y="-96051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6"/>
            <p:cNvSpPr/>
            <p:nvPr/>
          </p:nvSpPr>
          <p:spPr>
            <a:xfrm>
              <a:off x="4430305" y="-76035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6"/>
            <p:cNvSpPr/>
            <p:nvPr/>
          </p:nvSpPr>
          <p:spPr>
            <a:xfrm>
              <a:off x="4430305" y="-560183"/>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6"/>
            <p:cNvSpPr/>
            <p:nvPr/>
          </p:nvSpPr>
          <p:spPr>
            <a:xfrm>
              <a:off x="4621357" y="-116068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6"/>
            <p:cNvSpPr/>
            <p:nvPr/>
          </p:nvSpPr>
          <p:spPr>
            <a:xfrm>
              <a:off x="4621357" y="-96051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6"/>
            <p:cNvSpPr/>
            <p:nvPr/>
          </p:nvSpPr>
          <p:spPr>
            <a:xfrm>
              <a:off x="4621357" y="-76035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6"/>
            <p:cNvSpPr/>
            <p:nvPr/>
          </p:nvSpPr>
          <p:spPr>
            <a:xfrm>
              <a:off x="4621357" y="-560183"/>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6"/>
            <p:cNvSpPr/>
            <p:nvPr/>
          </p:nvSpPr>
          <p:spPr>
            <a:xfrm>
              <a:off x="4239254" y="-76035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46"/>
          <p:cNvGrpSpPr/>
          <p:nvPr/>
        </p:nvGrpSpPr>
        <p:grpSpPr>
          <a:xfrm>
            <a:off x="2069705" y="1924003"/>
            <a:ext cx="1845485" cy="726522"/>
            <a:chOff x="3857800" y="1143286"/>
            <a:chExt cx="861089" cy="338989"/>
          </a:xfrm>
        </p:grpSpPr>
        <p:sp>
          <p:nvSpPr>
            <p:cNvPr id="3630" name="Google Shape;3630;p46"/>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6"/>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6"/>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6"/>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6"/>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6"/>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6"/>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6"/>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6"/>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6"/>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6"/>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6"/>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6"/>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6"/>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6"/>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6"/>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6"/>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6"/>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6"/>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6"/>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6"/>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6"/>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3" name="Google Shape;3653;p46"/>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SECURITY CONTROL</a:t>
            </a:r>
            <a:endParaRPr/>
          </a:p>
        </p:txBody>
      </p:sp>
      <p:sp>
        <p:nvSpPr>
          <p:cNvPr id="3654" name="Google Shape;3654;p46"/>
          <p:cNvSpPr txBox="1"/>
          <p:nvPr>
            <p:ph idx="2" type="title"/>
          </p:nvPr>
        </p:nvSpPr>
        <p:spPr>
          <a:xfrm>
            <a:off x="1762697" y="2785700"/>
            <a:ext cx="2304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655" name="Google Shape;3655;p46"/>
          <p:cNvSpPr txBox="1"/>
          <p:nvPr>
            <p:ph idx="1" type="subTitle"/>
          </p:nvPr>
        </p:nvSpPr>
        <p:spPr>
          <a:xfrm>
            <a:off x="1764947" y="3215250"/>
            <a:ext cx="2299800" cy="104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r>
              <a:rPr lang="en"/>
              <a:t> is the closest planet to the Sun and the smallest one in the Solar System—it’s only a bit larger than </a:t>
            </a:r>
            <a:r>
              <a:rPr lang="en"/>
              <a:t>the </a:t>
            </a:r>
            <a:r>
              <a:rPr lang="en"/>
              <a:t>Moon</a:t>
            </a:r>
            <a:endParaRPr/>
          </a:p>
        </p:txBody>
      </p:sp>
      <p:sp>
        <p:nvSpPr>
          <p:cNvPr id="3656" name="Google Shape;3656;p46"/>
          <p:cNvSpPr txBox="1"/>
          <p:nvPr>
            <p:ph idx="3" type="title"/>
          </p:nvPr>
        </p:nvSpPr>
        <p:spPr>
          <a:xfrm>
            <a:off x="5077003" y="2785700"/>
            <a:ext cx="2304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657" name="Google Shape;3657;p46"/>
          <p:cNvSpPr txBox="1"/>
          <p:nvPr>
            <p:ph idx="4" type="subTitle"/>
          </p:nvPr>
        </p:nvSpPr>
        <p:spPr>
          <a:xfrm>
            <a:off x="5079253" y="3215250"/>
            <a:ext cx="2299800" cy="104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pic>
        <p:nvPicPr>
          <p:cNvPr id="3658" name="Google Shape;3658;p46"/>
          <p:cNvPicPr preferRelativeResize="0"/>
          <p:nvPr/>
        </p:nvPicPr>
        <p:blipFill>
          <a:blip r:embed="rId3">
            <a:alphaModFix/>
          </a:blip>
          <a:stretch>
            <a:fillRect/>
          </a:stretch>
        </p:blipFill>
        <p:spPr>
          <a:xfrm>
            <a:off x="165249" y="111063"/>
            <a:ext cx="1096325" cy="786076"/>
          </a:xfrm>
          <a:prstGeom prst="rect">
            <a:avLst/>
          </a:prstGeom>
          <a:noFill/>
          <a:ln>
            <a:noFill/>
          </a:ln>
        </p:spPr>
      </p:pic>
      <p:sp>
        <p:nvSpPr>
          <p:cNvPr id="3659" name="Google Shape;3659;p46"/>
          <p:cNvSpPr/>
          <p:nvPr/>
        </p:nvSpPr>
        <p:spPr>
          <a:xfrm>
            <a:off x="2311252" y="1345394"/>
            <a:ext cx="1207200" cy="1207500"/>
          </a:xfrm>
          <a:prstGeom prst="ellipse">
            <a:avLst/>
          </a:prstGeom>
          <a:gradFill>
            <a:gsLst>
              <a:gs pos="0">
                <a:schemeClr val="lt1"/>
              </a:gs>
              <a:gs pos="100000">
                <a:schemeClr val="dk2"/>
              </a:gs>
            </a:gsLst>
            <a:path path="circle">
              <a:fillToRect b="50%" l="50%" r="50%" t="50%"/>
            </a:path>
            <a:tileRect/>
          </a:gra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6"/>
          <p:cNvSpPr/>
          <p:nvPr/>
        </p:nvSpPr>
        <p:spPr>
          <a:xfrm>
            <a:off x="5625552" y="1345394"/>
            <a:ext cx="1207200" cy="1207500"/>
          </a:xfrm>
          <a:prstGeom prst="ellipse">
            <a:avLst/>
          </a:prstGeom>
          <a:gradFill>
            <a:gsLst>
              <a:gs pos="0">
                <a:schemeClr val="lt1"/>
              </a:gs>
              <a:gs pos="100000">
                <a:schemeClr val="dk2"/>
              </a:gs>
            </a:gsLst>
            <a:path path="circle">
              <a:fillToRect b="50%" l="50%" r="50%" t="50%"/>
            </a:path>
            <a:tileRect/>
          </a:gra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1" name="Google Shape;3661;p46"/>
          <p:cNvGrpSpPr/>
          <p:nvPr/>
        </p:nvGrpSpPr>
        <p:grpSpPr>
          <a:xfrm>
            <a:off x="2668764" y="1703154"/>
            <a:ext cx="492123" cy="492080"/>
            <a:chOff x="1768938" y="3782219"/>
            <a:chExt cx="367805" cy="367773"/>
          </a:xfrm>
        </p:grpSpPr>
        <p:sp>
          <p:nvSpPr>
            <p:cNvPr id="3662" name="Google Shape;3662;p46"/>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6"/>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6"/>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6"/>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6"/>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46"/>
          <p:cNvGrpSpPr/>
          <p:nvPr/>
        </p:nvGrpSpPr>
        <p:grpSpPr>
          <a:xfrm>
            <a:off x="5983227" y="1701625"/>
            <a:ext cx="492115" cy="495108"/>
            <a:chOff x="3107608" y="3763401"/>
            <a:chExt cx="360233" cy="362451"/>
          </a:xfrm>
        </p:grpSpPr>
        <p:sp>
          <p:nvSpPr>
            <p:cNvPr id="3668" name="Google Shape;3668;p46"/>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6"/>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6"/>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4" name="Shape 3674"/>
        <p:cNvGrpSpPr/>
        <p:nvPr/>
      </p:nvGrpSpPr>
      <p:grpSpPr>
        <a:xfrm>
          <a:off x="0" y="0"/>
          <a:ext cx="0" cy="0"/>
          <a:chOff x="0" y="0"/>
          <a:chExt cx="0" cy="0"/>
        </a:xfrm>
      </p:grpSpPr>
      <p:grpSp>
        <p:nvGrpSpPr>
          <p:cNvPr id="3675" name="Google Shape;3675;p47"/>
          <p:cNvGrpSpPr/>
          <p:nvPr/>
        </p:nvGrpSpPr>
        <p:grpSpPr>
          <a:xfrm>
            <a:off x="3702004" y="1973753"/>
            <a:ext cx="1272330" cy="726958"/>
            <a:chOff x="4030253" y="-1410465"/>
            <a:chExt cx="1272330" cy="726958"/>
          </a:xfrm>
        </p:grpSpPr>
        <p:sp>
          <p:nvSpPr>
            <p:cNvPr id="3676" name="Google Shape;3676;p47"/>
            <p:cNvSpPr/>
            <p:nvPr/>
          </p:nvSpPr>
          <p:spPr>
            <a:xfrm>
              <a:off x="5176563" y="-141046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4221304" y="-141046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4412356" y="-141046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4030253" y="-141046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5176563" y="-120986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5176563" y="-100969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5176563" y="-80952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4794459" y="-120986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4794459" y="-100969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a:off x="4794459" y="-80952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7"/>
            <p:cNvSpPr/>
            <p:nvPr/>
          </p:nvSpPr>
          <p:spPr>
            <a:xfrm>
              <a:off x="4985511" y="-120986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7"/>
            <p:cNvSpPr/>
            <p:nvPr/>
          </p:nvSpPr>
          <p:spPr>
            <a:xfrm>
              <a:off x="4985511" y="-100969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7"/>
            <p:cNvSpPr/>
            <p:nvPr/>
          </p:nvSpPr>
          <p:spPr>
            <a:xfrm>
              <a:off x="4985511" y="-80952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4603408" y="-120986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4603408" y="-80952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4221304" y="-100969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4221304" y="-80952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7"/>
            <p:cNvSpPr/>
            <p:nvPr/>
          </p:nvSpPr>
          <p:spPr>
            <a:xfrm>
              <a:off x="4412356" y="-120986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7"/>
            <p:cNvSpPr/>
            <p:nvPr/>
          </p:nvSpPr>
          <p:spPr>
            <a:xfrm>
              <a:off x="4412356" y="-100969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7"/>
            <p:cNvSpPr/>
            <p:nvPr/>
          </p:nvSpPr>
          <p:spPr>
            <a:xfrm>
              <a:off x="4412356" y="-80952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4030253" y="-120986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4030253" y="-100969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4030253" y="-80952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47"/>
          <p:cNvGrpSpPr/>
          <p:nvPr/>
        </p:nvGrpSpPr>
        <p:grpSpPr>
          <a:xfrm>
            <a:off x="5929366" y="1629471"/>
            <a:ext cx="1463362" cy="726522"/>
            <a:chOff x="8172753" y="6539578"/>
            <a:chExt cx="1463362" cy="726522"/>
          </a:xfrm>
        </p:grpSpPr>
        <p:sp>
          <p:nvSpPr>
            <p:cNvPr id="3700" name="Google Shape;3700;p47"/>
            <p:cNvSpPr/>
            <p:nvPr/>
          </p:nvSpPr>
          <p:spPr>
            <a:xfrm>
              <a:off x="9510115" y="6539578"/>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9510115" y="6939912"/>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9510115" y="714007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9319063" y="6539578"/>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9319063" y="6939912"/>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9319063" y="7140079"/>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7"/>
            <p:cNvSpPr/>
            <p:nvPr/>
          </p:nvSpPr>
          <p:spPr>
            <a:xfrm>
              <a:off x="8936960" y="673974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7"/>
            <p:cNvSpPr/>
            <p:nvPr/>
          </p:nvSpPr>
          <p:spPr>
            <a:xfrm>
              <a:off x="9128011" y="673974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9128011" y="6939912"/>
              <a:ext cx="126000" cy="126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7"/>
            <p:cNvSpPr/>
            <p:nvPr/>
          </p:nvSpPr>
          <p:spPr>
            <a:xfrm>
              <a:off x="8745908" y="6539578"/>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7"/>
            <p:cNvSpPr/>
            <p:nvPr/>
          </p:nvSpPr>
          <p:spPr>
            <a:xfrm>
              <a:off x="8745908" y="673974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8745908" y="6939912"/>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8363805" y="6539578"/>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8363805" y="673974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8363805" y="714007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8554856" y="673974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7"/>
            <p:cNvSpPr/>
            <p:nvPr/>
          </p:nvSpPr>
          <p:spPr>
            <a:xfrm>
              <a:off x="8554856" y="6939912"/>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7"/>
            <p:cNvSpPr/>
            <p:nvPr/>
          </p:nvSpPr>
          <p:spPr>
            <a:xfrm>
              <a:off x="8554856" y="714007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a:off x="8172753" y="673974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a:off x="8172753" y="6939912"/>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0" name="Google Shape;3720;p47"/>
          <p:cNvGrpSpPr/>
          <p:nvPr/>
        </p:nvGrpSpPr>
        <p:grpSpPr>
          <a:xfrm>
            <a:off x="1605408" y="1310733"/>
            <a:ext cx="1654433" cy="726522"/>
            <a:chOff x="-453166" y="5813044"/>
            <a:chExt cx="1654433" cy="726522"/>
          </a:xfrm>
        </p:grpSpPr>
        <p:sp>
          <p:nvSpPr>
            <p:cNvPr id="3721" name="Google Shape;3721;p47"/>
            <p:cNvSpPr/>
            <p:nvPr/>
          </p:nvSpPr>
          <p:spPr>
            <a:xfrm>
              <a:off x="1075248" y="641354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a:off x="693144" y="581304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7"/>
            <p:cNvSpPr/>
            <p:nvPr/>
          </p:nvSpPr>
          <p:spPr>
            <a:xfrm>
              <a:off x="693144" y="621337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a:off x="693144" y="641354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884196" y="581304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884196" y="621337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502093" y="581304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a:off x="502093" y="601321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502093" y="621337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502093" y="641354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a:off x="119989" y="581304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a:off x="119989" y="601321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7"/>
            <p:cNvSpPr/>
            <p:nvPr/>
          </p:nvSpPr>
          <p:spPr>
            <a:xfrm>
              <a:off x="119989" y="621337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a:off x="119989" y="641354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7"/>
            <p:cNvSpPr/>
            <p:nvPr/>
          </p:nvSpPr>
          <p:spPr>
            <a:xfrm>
              <a:off x="311041" y="581304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7"/>
            <p:cNvSpPr/>
            <p:nvPr/>
          </p:nvSpPr>
          <p:spPr>
            <a:xfrm>
              <a:off x="311041" y="601321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311041" y="621337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311041" y="6413546"/>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7"/>
            <p:cNvSpPr/>
            <p:nvPr/>
          </p:nvSpPr>
          <p:spPr>
            <a:xfrm>
              <a:off x="-71062" y="581304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71062" y="621337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7"/>
            <p:cNvSpPr/>
            <p:nvPr/>
          </p:nvSpPr>
          <p:spPr>
            <a:xfrm>
              <a:off x="-453166" y="601321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7"/>
            <p:cNvSpPr/>
            <p:nvPr/>
          </p:nvSpPr>
          <p:spPr>
            <a:xfrm>
              <a:off x="-262114" y="581304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262114" y="6013211"/>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4" name="Google Shape;3744;p47"/>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ATTACK STAGES</a:t>
            </a:r>
            <a:endParaRPr/>
          </a:p>
        </p:txBody>
      </p:sp>
      <p:sp>
        <p:nvSpPr>
          <p:cNvPr id="3745" name="Google Shape;3745;p47"/>
          <p:cNvSpPr txBox="1"/>
          <p:nvPr>
            <p:ph idx="2" type="title"/>
          </p:nvPr>
        </p:nvSpPr>
        <p:spPr>
          <a:xfrm>
            <a:off x="1099200" y="2941050"/>
            <a:ext cx="2006700" cy="5277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746" name="Google Shape;3746;p47"/>
          <p:cNvSpPr txBox="1"/>
          <p:nvPr>
            <p:ph idx="1" type="subTitle"/>
          </p:nvPr>
        </p:nvSpPr>
        <p:spPr>
          <a:xfrm>
            <a:off x="1099200" y="3370599"/>
            <a:ext cx="2006700" cy="8313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Solar System</a:t>
            </a:r>
            <a:endParaRPr/>
          </a:p>
        </p:txBody>
      </p:sp>
      <p:sp>
        <p:nvSpPr>
          <p:cNvPr id="3747" name="Google Shape;3747;p47"/>
          <p:cNvSpPr txBox="1"/>
          <p:nvPr>
            <p:ph idx="3" type="title"/>
          </p:nvPr>
        </p:nvSpPr>
        <p:spPr>
          <a:xfrm>
            <a:off x="3528012" y="2941050"/>
            <a:ext cx="2006700" cy="5277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748" name="Google Shape;3748;p47"/>
          <p:cNvSpPr txBox="1"/>
          <p:nvPr>
            <p:ph idx="4" type="subTitle"/>
          </p:nvPr>
        </p:nvSpPr>
        <p:spPr>
          <a:xfrm>
            <a:off x="3528012" y="3370600"/>
            <a:ext cx="2006700" cy="8313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and is the second planet from the Sun</a:t>
            </a:r>
            <a:endParaRPr/>
          </a:p>
        </p:txBody>
      </p:sp>
      <p:sp>
        <p:nvSpPr>
          <p:cNvPr id="3749" name="Google Shape;3749;p47"/>
          <p:cNvSpPr txBox="1"/>
          <p:nvPr>
            <p:ph idx="5" type="title"/>
          </p:nvPr>
        </p:nvSpPr>
        <p:spPr>
          <a:xfrm>
            <a:off x="5956750" y="2941050"/>
            <a:ext cx="2006700" cy="5277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750" name="Google Shape;3750;p47"/>
          <p:cNvSpPr txBox="1"/>
          <p:nvPr>
            <p:ph idx="6" type="subTitle"/>
          </p:nvPr>
        </p:nvSpPr>
        <p:spPr>
          <a:xfrm>
            <a:off x="5956750" y="3370600"/>
            <a:ext cx="2006700" cy="8313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3751" name="Google Shape;3751;p47"/>
          <p:cNvGrpSpPr/>
          <p:nvPr/>
        </p:nvGrpSpPr>
        <p:grpSpPr>
          <a:xfrm>
            <a:off x="8375391" y="274915"/>
            <a:ext cx="485944" cy="339170"/>
            <a:chOff x="5265975" y="1869575"/>
            <a:chExt cx="269400" cy="128825"/>
          </a:xfrm>
        </p:grpSpPr>
        <p:cxnSp>
          <p:nvCxnSpPr>
            <p:cNvPr id="3752" name="Google Shape;3752;p47"/>
            <p:cNvCxnSpPr/>
            <p:nvPr/>
          </p:nvCxnSpPr>
          <p:spPr>
            <a:xfrm>
              <a:off x="5265975" y="1869575"/>
              <a:ext cx="269400" cy="0"/>
            </a:xfrm>
            <a:prstGeom prst="straightConnector1">
              <a:avLst/>
            </a:prstGeom>
            <a:noFill/>
            <a:ln cap="flat" cmpd="sng" w="9525">
              <a:solidFill>
                <a:schemeClr val="dk1"/>
              </a:solidFill>
              <a:prstDash val="solid"/>
              <a:round/>
              <a:headEnd len="med" w="med" type="none"/>
              <a:tailEnd len="med" w="med" type="none"/>
            </a:ln>
          </p:spPr>
        </p:cxnSp>
        <p:cxnSp>
          <p:nvCxnSpPr>
            <p:cNvPr id="3753" name="Google Shape;3753;p47"/>
            <p:cNvCxnSpPr/>
            <p:nvPr/>
          </p:nvCxnSpPr>
          <p:spPr>
            <a:xfrm>
              <a:off x="5265975" y="1901781"/>
              <a:ext cx="269400" cy="0"/>
            </a:xfrm>
            <a:prstGeom prst="straightConnector1">
              <a:avLst/>
            </a:prstGeom>
            <a:noFill/>
            <a:ln cap="flat" cmpd="sng" w="9525">
              <a:solidFill>
                <a:schemeClr val="dk1"/>
              </a:solidFill>
              <a:prstDash val="solid"/>
              <a:round/>
              <a:headEnd len="med" w="med" type="none"/>
              <a:tailEnd len="med" w="med" type="none"/>
            </a:ln>
          </p:spPr>
        </p:cxnSp>
        <p:cxnSp>
          <p:nvCxnSpPr>
            <p:cNvPr id="3754" name="Google Shape;3754;p47"/>
            <p:cNvCxnSpPr/>
            <p:nvPr/>
          </p:nvCxnSpPr>
          <p:spPr>
            <a:xfrm>
              <a:off x="5265975" y="1933988"/>
              <a:ext cx="269400" cy="0"/>
            </a:xfrm>
            <a:prstGeom prst="straightConnector1">
              <a:avLst/>
            </a:prstGeom>
            <a:noFill/>
            <a:ln cap="flat" cmpd="sng" w="9525">
              <a:solidFill>
                <a:schemeClr val="dk1"/>
              </a:solidFill>
              <a:prstDash val="solid"/>
              <a:round/>
              <a:headEnd len="med" w="med" type="none"/>
              <a:tailEnd len="med" w="med" type="none"/>
            </a:ln>
          </p:spPr>
        </p:cxnSp>
        <p:cxnSp>
          <p:nvCxnSpPr>
            <p:cNvPr id="3755" name="Google Shape;3755;p47"/>
            <p:cNvCxnSpPr/>
            <p:nvPr/>
          </p:nvCxnSpPr>
          <p:spPr>
            <a:xfrm>
              <a:off x="5265975" y="1966194"/>
              <a:ext cx="269400" cy="0"/>
            </a:xfrm>
            <a:prstGeom prst="straightConnector1">
              <a:avLst/>
            </a:prstGeom>
            <a:noFill/>
            <a:ln cap="flat" cmpd="sng" w="9525">
              <a:solidFill>
                <a:schemeClr val="dk1"/>
              </a:solidFill>
              <a:prstDash val="solid"/>
              <a:round/>
              <a:headEnd len="med" w="med" type="none"/>
              <a:tailEnd len="med" w="med" type="none"/>
            </a:ln>
          </p:spPr>
        </p:cxnSp>
        <p:cxnSp>
          <p:nvCxnSpPr>
            <p:cNvPr id="3756" name="Google Shape;3756;p47"/>
            <p:cNvCxnSpPr/>
            <p:nvPr/>
          </p:nvCxnSpPr>
          <p:spPr>
            <a:xfrm>
              <a:off x="5265975" y="1998400"/>
              <a:ext cx="269400" cy="0"/>
            </a:xfrm>
            <a:prstGeom prst="straightConnector1">
              <a:avLst/>
            </a:prstGeom>
            <a:noFill/>
            <a:ln cap="flat" cmpd="sng" w="9525">
              <a:solidFill>
                <a:schemeClr val="dk1"/>
              </a:solidFill>
              <a:prstDash val="solid"/>
              <a:round/>
              <a:headEnd len="med" w="med" type="none"/>
              <a:tailEnd len="med" w="med" type="none"/>
            </a:ln>
          </p:spPr>
        </p:cxnSp>
      </p:grpSp>
      <p:sp>
        <p:nvSpPr>
          <p:cNvPr id="3757" name="Google Shape;3757;p47"/>
          <p:cNvSpPr/>
          <p:nvPr/>
        </p:nvSpPr>
        <p:spPr>
          <a:xfrm>
            <a:off x="1539752" y="1564119"/>
            <a:ext cx="1207200" cy="1207500"/>
          </a:xfrm>
          <a:prstGeom prst="ellipse">
            <a:avLst/>
          </a:prstGeom>
          <a:gradFill>
            <a:gsLst>
              <a:gs pos="0">
                <a:schemeClr val="lt1"/>
              </a:gs>
              <a:gs pos="100000">
                <a:schemeClr val="dk2"/>
              </a:gs>
            </a:gsLst>
            <a:path path="circle">
              <a:fillToRect b="50%" l="50%" r="50%" t="50%"/>
            </a:path>
            <a:tileRect/>
          </a:gra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3968402" y="1564119"/>
            <a:ext cx="1207200" cy="1207500"/>
          </a:xfrm>
          <a:prstGeom prst="ellipse">
            <a:avLst/>
          </a:prstGeom>
          <a:gradFill>
            <a:gsLst>
              <a:gs pos="0">
                <a:schemeClr val="lt1"/>
              </a:gs>
              <a:gs pos="100000">
                <a:schemeClr val="dk2"/>
              </a:gs>
            </a:gsLst>
            <a:path path="circle">
              <a:fillToRect b="50%" l="50%" r="50%" t="50%"/>
            </a:path>
            <a:tileRect/>
          </a:gra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7"/>
          <p:cNvSpPr/>
          <p:nvPr/>
        </p:nvSpPr>
        <p:spPr>
          <a:xfrm>
            <a:off x="6405052" y="1564119"/>
            <a:ext cx="1207200" cy="1207500"/>
          </a:xfrm>
          <a:prstGeom prst="ellipse">
            <a:avLst/>
          </a:prstGeom>
          <a:gradFill>
            <a:gsLst>
              <a:gs pos="0">
                <a:schemeClr val="lt1"/>
              </a:gs>
              <a:gs pos="100000">
                <a:schemeClr val="dk2"/>
              </a:gs>
            </a:gsLst>
            <a:path path="circle">
              <a:fillToRect b="50%" l="50%" r="50%" t="50%"/>
            </a:path>
            <a:tileRect/>
          </a:gra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0" name="Google Shape;3760;p47"/>
          <p:cNvGrpSpPr/>
          <p:nvPr/>
        </p:nvGrpSpPr>
        <p:grpSpPr>
          <a:xfrm>
            <a:off x="6765697" y="1923616"/>
            <a:ext cx="485909" cy="488506"/>
            <a:chOff x="6069423" y="2891892"/>
            <a:chExt cx="362321" cy="364231"/>
          </a:xfrm>
        </p:grpSpPr>
        <p:sp>
          <p:nvSpPr>
            <p:cNvPr id="3761" name="Google Shape;3761;p4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 name="Google Shape;3767;p47"/>
          <p:cNvGrpSpPr/>
          <p:nvPr/>
        </p:nvGrpSpPr>
        <p:grpSpPr>
          <a:xfrm>
            <a:off x="4308152" y="1922358"/>
            <a:ext cx="527700" cy="491022"/>
            <a:chOff x="6099375" y="2456075"/>
            <a:chExt cx="337684" cy="314194"/>
          </a:xfrm>
        </p:grpSpPr>
        <p:sp>
          <p:nvSpPr>
            <p:cNvPr id="3768" name="Google Shape;3768;p4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0" name="Google Shape;3770;p47"/>
          <p:cNvGrpSpPr/>
          <p:nvPr/>
        </p:nvGrpSpPr>
        <p:grpSpPr>
          <a:xfrm>
            <a:off x="1879503" y="1904020"/>
            <a:ext cx="527697" cy="527697"/>
            <a:chOff x="1819576" y="1511679"/>
            <a:chExt cx="352103" cy="352103"/>
          </a:xfrm>
        </p:grpSpPr>
        <p:sp>
          <p:nvSpPr>
            <p:cNvPr id="3771" name="Google Shape;3771;p4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8" name="Shape 3778"/>
        <p:cNvGrpSpPr/>
        <p:nvPr/>
      </p:nvGrpSpPr>
      <p:grpSpPr>
        <a:xfrm>
          <a:off x="0" y="0"/>
          <a:ext cx="0" cy="0"/>
          <a:chOff x="0" y="0"/>
          <a:chExt cx="0" cy="0"/>
        </a:xfrm>
      </p:grpSpPr>
      <p:grpSp>
        <p:nvGrpSpPr>
          <p:cNvPr id="3779" name="Google Shape;3779;p48"/>
          <p:cNvGrpSpPr/>
          <p:nvPr/>
        </p:nvGrpSpPr>
        <p:grpSpPr>
          <a:xfrm>
            <a:off x="3305690" y="670433"/>
            <a:ext cx="326624" cy="2227589"/>
            <a:chOff x="-1754623" y="1947770"/>
            <a:chExt cx="326624" cy="2227589"/>
          </a:xfrm>
        </p:grpSpPr>
        <p:sp>
          <p:nvSpPr>
            <p:cNvPr id="3780" name="Google Shape;3780;p48"/>
            <p:cNvSpPr/>
            <p:nvPr/>
          </p:nvSpPr>
          <p:spPr>
            <a:xfrm rot="5400000">
              <a:off x="-1554019" y="404933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8"/>
            <p:cNvSpPr/>
            <p:nvPr/>
          </p:nvSpPr>
          <p:spPr>
            <a:xfrm rot="5400000">
              <a:off x="-1554019" y="366723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8"/>
            <p:cNvSpPr/>
            <p:nvPr/>
          </p:nvSpPr>
          <p:spPr>
            <a:xfrm rot="5400000">
              <a:off x="-1554019" y="3285132"/>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8"/>
            <p:cNvSpPr/>
            <p:nvPr/>
          </p:nvSpPr>
          <p:spPr>
            <a:xfrm rot="5400000">
              <a:off x="-1554019" y="309408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8"/>
            <p:cNvSpPr/>
            <p:nvPr/>
          </p:nvSpPr>
          <p:spPr>
            <a:xfrm rot="5400000">
              <a:off x="-1554019" y="2138822"/>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8"/>
            <p:cNvSpPr/>
            <p:nvPr/>
          </p:nvSpPr>
          <p:spPr>
            <a:xfrm rot="5400000">
              <a:off x="-1554019" y="232987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8"/>
            <p:cNvSpPr/>
            <p:nvPr/>
          </p:nvSpPr>
          <p:spPr>
            <a:xfrm rot="5400000">
              <a:off x="-1554019" y="194777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8"/>
            <p:cNvSpPr/>
            <p:nvPr/>
          </p:nvSpPr>
          <p:spPr>
            <a:xfrm rot="5400000">
              <a:off x="-1754623" y="385828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8"/>
            <p:cNvSpPr/>
            <p:nvPr/>
          </p:nvSpPr>
          <p:spPr>
            <a:xfrm rot="5400000">
              <a:off x="-1754623" y="404933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8"/>
            <p:cNvSpPr/>
            <p:nvPr/>
          </p:nvSpPr>
          <p:spPr>
            <a:xfrm rot="5400000">
              <a:off x="-1754623" y="3285132"/>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8"/>
            <p:cNvSpPr/>
            <p:nvPr/>
          </p:nvSpPr>
          <p:spPr>
            <a:xfrm rot="5400000">
              <a:off x="-1754623" y="347618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8"/>
            <p:cNvSpPr/>
            <p:nvPr/>
          </p:nvSpPr>
          <p:spPr>
            <a:xfrm rot="5400000">
              <a:off x="-1754623" y="309408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8"/>
            <p:cNvSpPr/>
            <p:nvPr/>
          </p:nvSpPr>
          <p:spPr>
            <a:xfrm rot="5400000">
              <a:off x="-1754623" y="2711977"/>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8"/>
            <p:cNvSpPr/>
            <p:nvPr/>
          </p:nvSpPr>
          <p:spPr>
            <a:xfrm rot="5400000">
              <a:off x="-1754623" y="2903029"/>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8"/>
            <p:cNvSpPr/>
            <p:nvPr/>
          </p:nvSpPr>
          <p:spPr>
            <a:xfrm rot="5400000">
              <a:off x="-1754623" y="2520925"/>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8"/>
            <p:cNvSpPr/>
            <p:nvPr/>
          </p:nvSpPr>
          <p:spPr>
            <a:xfrm rot="5400000">
              <a:off x="-1754623" y="2329874"/>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8"/>
            <p:cNvSpPr/>
            <p:nvPr/>
          </p:nvSpPr>
          <p:spPr>
            <a:xfrm rot="5400000">
              <a:off x="-1754623" y="1947770"/>
              <a:ext cx="126020" cy="1260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797" name="Google Shape;3797;p48"/>
          <p:cNvPicPr preferRelativeResize="0"/>
          <p:nvPr/>
        </p:nvPicPr>
        <p:blipFill>
          <a:blip r:embed="rId3">
            <a:alphaModFix/>
          </a:blip>
          <a:stretch>
            <a:fillRect/>
          </a:stretch>
        </p:blipFill>
        <p:spPr>
          <a:xfrm>
            <a:off x="2952099" y="2176379"/>
            <a:ext cx="1030518" cy="738901"/>
          </a:xfrm>
          <a:prstGeom prst="rect">
            <a:avLst/>
          </a:prstGeom>
          <a:noFill/>
          <a:ln>
            <a:noFill/>
          </a:ln>
        </p:spPr>
      </p:pic>
      <p:pic>
        <p:nvPicPr>
          <p:cNvPr id="3798" name="Google Shape;3798;p48"/>
          <p:cNvPicPr preferRelativeResize="0"/>
          <p:nvPr/>
        </p:nvPicPr>
        <p:blipFill>
          <a:blip r:embed="rId4">
            <a:alphaModFix/>
          </a:blip>
          <a:stretch>
            <a:fillRect/>
          </a:stretch>
        </p:blipFill>
        <p:spPr>
          <a:xfrm>
            <a:off x="922512" y="2481175"/>
            <a:ext cx="2878150" cy="1916850"/>
          </a:xfrm>
          <a:prstGeom prst="rect">
            <a:avLst/>
          </a:prstGeom>
          <a:noFill/>
          <a:ln>
            <a:noFill/>
          </a:ln>
        </p:spPr>
      </p:pic>
      <p:sp>
        <p:nvSpPr>
          <p:cNvPr id="3799" name="Google Shape;3799;p48"/>
          <p:cNvSpPr txBox="1"/>
          <p:nvPr>
            <p:ph type="title"/>
          </p:nvPr>
        </p:nvSpPr>
        <p:spPr>
          <a:xfrm>
            <a:off x="4567401" y="445025"/>
            <a:ext cx="3863400" cy="73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CYBER ATTACK STAGES</a:t>
            </a:r>
            <a:endParaRPr/>
          </a:p>
        </p:txBody>
      </p:sp>
      <p:sp>
        <p:nvSpPr>
          <p:cNvPr id="3800" name="Google Shape;3800;p48"/>
          <p:cNvSpPr txBox="1"/>
          <p:nvPr>
            <p:ph idx="2" type="title"/>
          </p:nvPr>
        </p:nvSpPr>
        <p:spPr>
          <a:xfrm>
            <a:off x="5368999" y="1240325"/>
            <a:ext cx="28782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3801" name="Google Shape;3801;p48"/>
          <p:cNvSpPr txBox="1"/>
          <p:nvPr>
            <p:ph idx="1" type="subTitle"/>
          </p:nvPr>
        </p:nvSpPr>
        <p:spPr>
          <a:xfrm>
            <a:off x="5369002" y="1669875"/>
            <a:ext cx="2878200" cy="39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3802" name="Google Shape;3802;p48"/>
          <p:cNvSpPr txBox="1"/>
          <p:nvPr>
            <p:ph idx="3" type="title"/>
          </p:nvPr>
        </p:nvSpPr>
        <p:spPr>
          <a:xfrm>
            <a:off x="5369000" y="2905671"/>
            <a:ext cx="28782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3803" name="Google Shape;3803;p48"/>
          <p:cNvSpPr txBox="1"/>
          <p:nvPr>
            <p:ph idx="4" type="subTitle"/>
          </p:nvPr>
        </p:nvSpPr>
        <p:spPr>
          <a:xfrm>
            <a:off x="5369002" y="3335220"/>
            <a:ext cx="2878200" cy="39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3804" name="Google Shape;3804;p48"/>
          <p:cNvSpPr txBox="1"/>
          <p:nvPr>
            <p:ph idx="5" type="title"/>
          </p:nvPr>
        </p:nvSpPr>
        <p:spPr>
          <a:xfrm>
            <a:off x="5368999" y="2073008"/>
            <a:ext cx="28782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805" name="Google Shape;3805;p48"/>
          <p:cNvSpPr txBox="1"/>
          <p:nvPr>
            <p:ph idx="6" type="subTitle"/>
          </p:nvPr>
        </p:nvSpPr>
        <p:spPr>
          <a:xfrm>
            <a:off x="5369002" y="2502560"/>
            <a:ext cx="2878200" cy="39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3806" name="Google Shape;3806;p48"/>
          <p:cNvSpPr txBox="1"/>
          <p:nvPr>
            <p:ph idx="7" type="title"/>
          </p:nvPr>
        </p:nvSpPr>
        <p:spPr>
          <a:xfrm>
            <a:off x="5369000" y="3735832"/>
            <a:ext cx="28782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807" name="Google Shape;3807;p48"/>
          <p:cNvSpPr txBox="1"/>
          <p:nvPr>
            <p:ph idx="8" type="subTitle"/>
          </p:nvPr>
        </p:nvSpPr>
        <p:spPr>
          <a:xfrm>
            <a:off x="5369000" y="4165381"/>
            <a:ext cx="2878200" cy="38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 is a gas giant and has several rings</a:t>
            </a:r>
            <a:endParaRPr/>
          </a:p>
        </p:txBody>
      </p:sp>
      <p:sp>
        <p:nvSpPr>
          <p:cNvPr id="3808" name="Google Shape;3808;p48"/>
          <p:cNvSpPr/>
          <p:nvPr/>
        </p:nvSpPr>
        <p:spPr>
          <a:xfrm>
            <a:off x="4568590" y="1410775"/>
            <a:ext cx="527700" cy="527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8"/>
          <p:cNvSpPr/>
          <p:nvPr/>
        </p:nvSpPr>
        <p:spPr>
          <a:xfrm>
            <a:off x="4567240" y="3062728"/>
            <a:ext cx="530400" cy="5304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8"/>
          <p:cNvSpPr/>
          <p:nvPr/>
        </p:nvSpPr>
        <p:spPr>
          <a:xfrm>
            <a:off x="4567240" y="2233141"/>
            <a:ext cx="530400" cy="5304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8"/>
          <p:cNvSpPr/>
          <p:nvPr/>
        </p:nvSpPr>
        <p:spPr>
          <a:xfrm>
            <a:off x="4567240" y="3908635"/>
            <a:ext cx="530400" cy="5304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8"/>
          <p:cNvSpPr txBox="1"/>
          <p:nvPr>
            <p:ph idx="15" type="title"/>
          </p:nvPr>
        </p:nvSpPr>
        <p:spPr>
          <a:xfrm>
            <a:off x="4503190" y="3977185"/>
            <a:ext cx="6585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sz="2400"/>
          </a:p>
        </p:txBody>
      </p:sp>
      <p:pic>
        <p:nvPicPr>
          <p:cNvPr id="3813" name="Google Shape;3813;p48"/>
          <p:cNvPicPr preferRelativeResize="0"/>
          <p:nvPr/>
        </p:nvPicPr>
        <p:blipFill>
          <a:blip r:embed="rId5">
            <a:alphaModFix/>
          </a:blip>
          <a:stretch>
            <a:fillRect/>
          </a:stretch>
        </p:blipFill>
        <p:spPr>
          <a:xfrm>
            <a:off x="578150" y="1417472"/>
            <a:ext cx="759000" cy="960151"/>
          </a:xfrm>
          <a:prstGeom prst="rect">
            <a:avLst/>
          </a:prstGeom>
          <a:noFill/>
          <a:ln>
            <a:noFill/>
          </a:ln>
        </p:spPr>
      </p:pic>
      <p:pic>
        <p:nvPicPr>
          <p:cNvPr id="3814" name="Google Shape;3814;p48"/>
          <p:cNvPicPr preferRelativeResize="0"/>
          <p:nvPr/>
        </p:nvPicPr>
        <p:blipFill>
          <a:blip r:embed="rId6">
            <a:alphaModFix/>
          </a:blip>
          <a:stretch>
            <a:fillRect/>
          </a:stretch>
        </p:blipFill>
        <p:spPr>
          <a:xfrm>
            <a:off x="1422700" y="1384178"/>
            <a:ext cx="1647000" cy="2607154"/>
          </a:xfrm>
          <a:prstGeom prst="rect">
            <a:avLst/>
          </a:prstGeom>
          <a:noFill/>
          <a:ln>
            <a:noFill/>
          </a:ln>
        </p:spPr>
      </p:pic>
      <p:pic>
        <p:nvPicPr>
          <p:cNvPr id="3815" name="Google Shape;3815;p48"/>
          <p:cNvPicPr preferRelativeResize="0"/>
          <p:nvPr/>
        </p:nvPicPr>
        <p:blipFill>
          <a:blip r:embed="rId7">
            <a:alphaModFix/>
          </a:blip>
          <a:stretch>
            <a:fillRect/>
          </a:stretch>
        </p:blipFill>
        <p:spPr>
          <a:xfrm>
            <a:off x="614362" y="2656625"/>
            <a:ext cx="1006125" cy="1327069"/>
          </a:xfrm>
          <a:prstGeom prst="rect">
            <a:avLst/>
          </a:prstGeom>
          <a:noFill/>
          <a:ln>
            <a:noFill/>
          </a:ln>
        </p:spPr>
      </p:pic>
      <p:pic>
        <p:nvPicPr>
          <p:cNvPr id="3816" name="Google Shape;3816;p48"/>
          <p:cNvPicPr preferRelativeResize="0"/>
          <p:nvPr/>
        </p:nvPicPr>
        <p:blipFill>
          <a:blip r:embed="rId3">
            <a:alphaModFix/>
          </a:blip>
          <a:stretch>
            <a:fillRect/>
          </a:stretch>
        </p:blipFill>
        <p:spPr>
          <a:xfrm>
            <a:off x="1807121" y="673637"/>
            <a:ext cx="1602225" cy="1148801"/>
          </a:xfrm>
          <a:prstGeom prst="rect">
            <a:avLst/>
          </a:prstGeom>
          <a:noFill/>
          <a:ln>
            <a:noFill/>
          </a:ln>
        </p:spPr>
      </p:pic>
      <p:sp>
        <p:nvSpPr>
          <p:cNvPr id="3817" name="Google Shape;3817;p48"/>
          <p:cNvSpPr txBox="1"/>
          <p:nvPr>
            <p:ph idx="9" type="title"/>
          </p:nvPr>
        </p:nvSpPr>
        <p:spPr>
          <a:xfrm>
            <a:off x="4503190" y="1477975"/>
            <a:ext cx="6585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818" name="Google Shape;3818;p48"/>
          <p:cNvSpPr txBox="1"/>
          <p:nvPr>
            <p:ph idx="13" type="title"/>
          </p:nvPr>
        </p:nvSpPr>
        <p:spPr>
          <a:xfrm>
            <a:off x="4503190" y="2301691"/>
            <a:ext cx="6585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819" name="Google Shape;3819;p48"/>
          <p:cNvSpPr txBox="1"/>
          <p:nvPr>
            <p:ph idx="14" type="title"/>
          </p:nvPr>
        </p:nvSpPr>
        <p:spPr>
          <a:xfrm>
            <a:off x="4503190" y="3131278"/>
            <a:ext cx="6585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3" name="Shape 3823"/>
        <p:cNvGrpSpPr/>
        <p:nvPr/>
      </p:nvGrpSpPr>
      <p:grpSpPr>
        <a:xfrm>
          <a:off x="0" y="0"/>
          <a:ext cx="0" cy="0"/>
          <a:chOff x="0" y="0"/>
          <a:chExt cx="0" cy="0"/>
        </a:xfrm>
      </p:grpSpPr>
      <p:sp>
        <p:nvSpPr>
          <p:cNvPr id="3824" name="Google Shape;3824;p49"/>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BREAKING THE CHAIN</a:t>
            </a:r>
            <a:endParaRPr/>
          </a:p>
        </p:txBody>
      </p:sp>
      <p:sp>
        <p:nvSpPr>
          <p:cNvPr id="3825" name="Google Shape;3825;p49"/>
          <p:cNvSpPr txBox="1"/>
          <p:nvPr>
            <p:ph idx="2" type="title"/>
          </p:nvPr>
        </p:nvSpPr>
        <p:spPr>
          <a:xfrm>
            <a:off x="1015475" y="3267050"/>
            <a:ext cx="1801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826" name="Google Shape;3826;p49"/>
          <p:cNvSpPr txBox="1"/>
          <p:nvPr>
            <p:ph idx="1" type="subTitle"/>
          </p:nvPr>
        </p:nvSpPr>
        <p:spPr>
          <a:xfrm>
            <a:off x="1015475" y="3696599"/>
            <a:ext cx="18012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3827" name="Google Shape;3827;p49"/>
          <p:cNvSpPr txBox="1"/>
          <p:nvPr>
            <p:ph idx="3" type="title"/>
          </p:nvPr>
        </p:nvSpPr>
        <p:spPr>
          <a:xfrm>
            <a:off x="3671479" y="3267050"/>
            <a:ext cx="1801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828" name="Google Shape;3828;p49"/>
          <p:cNvSpPr txBox="1"/>
          <p:nvPr>
            <p:ph idx="4" type="subTitle"/>
          </p:nvPr>
        </p:nvSpPr>
        <p:spPr>
          <a:xfrm>
            <a:off x="3671479" y="3696600"/>
            <a:ext cx="18012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3829" name="Google Shape;3829;p49"/>
          <p:cNvSpPr txBox="1"/>
          <p:nvPr>
            <p:ph idx="5" type="title"/>
          </p:nvPr>
        </p:nvSpPr>
        <p:spPr>
          <a:xfrm>
            <a:off x="6327467" y="3267050"/>
            <a:ext cx="1801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830" name="Google Shape;3830;p49"/>
          <p:cNvSpPr txBox="1"/>
          <p:nvPr>
            <p:ph idx="6" type="subTitle"/>
          </p:nvPr>
        </p:nvSpPr>
        <p:spPr>
          <a:xfrm>
            <a:off x="6327467" y="3696600"/>
            <a:ext cx="18012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3831" name="Google Shape;3831;p49"/>
          <p:cNvSpPr txBox="1"/>
          <p:nvPr>
            <p:ph idx="7" type="title"/>
          </p:nvPr>
        </p:nvSpPr>
        <p:spPr>
          <a:xfrm>
            <a:off x="1015475" y="1689375"/>
            <a:ext cx="1801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832" name="Google Shape;3832;p49"/>
          <p:cNvSpPr txBox="1"/>
          <p:nvPr>
            <p:ph idx="8" type="subTitle"/>
          </p:nvPr>
        </p:nvSpPr>
        <p:spPr>
          <a:xfrm>
            <a:off x="1015475" y="2118925"/>
            <a:ext cx="18012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3833" name="Google Shape;3833;p49"/>
          <p:cNvSpPr txBox="1"/>
          <p:nvPr>
            <p:ph idx="9" type="title"/>
          </p:nvPr>
        </p:nvSpPr>
        <p:spPr>
          <a:xfrm>
            <a:off x="3671479" y="1689375"/>
            <a:ext cx="1801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834" name="Google Shape;3834;p49"/>
          <p:cNvSpPr txBox="1"/>
          <p:nvPr>
            <p:ph idx="13" type="subTitle"/>
          </p:nvPr>
        </p:nvSpPr>
        <p:spPr>
          <a:xfrm>
            <a:off x="3671479" y="2118925"/>
            <a:ext cx="18012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835" name="Google Shape;3835;p49"/>
          <p:cNvSpPr txBox="1"/>
          <p:nvPr>
            <p:ph idx="14" type="title"/>
          </p:nvPr>
        </p:nvSpPr>
        <p:spPr>
          <a:xfrm>
            <a:off x="6327467" y="1689375"/>
            <a:ext cx="1801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836" name="Google Shape;3836;p49"/>
          <p:cNvSpPr txBox="1"/>
          <p:nvPr>
            <p:ph idx="15" type="subTitle"/>
          </p:nvPr>
        </p:nvSpPr>
        <p:spPr>
          <a:xfrm>
            <a:off x="6327467" y="2118925"/>
            <a:ext cx="18012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3837" name="Google Shape;3837;p49"/>
          <p:cNvSpPr/>
          <p:nvPr/>
        </p:nvSpPr>
        <p:spPr>
          <a:xfrm>
            <a:off x="4789508" y="1525348"/>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9"/>
          <p:cNvSpPr/>
          <p:nvPr/>
        </p:nvSpPr>
        <p:spPr>
          <a:xfrm>
            <a:off x="4975306" y="1525348"/>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9"/>
          <p:cNvSpPr/>
          <p:nvPr/>
        </p:nvSpPr>
        <p:spPr>
          <a:xfrm>
            <a:off x="4603711" y="1525348"/>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9"/>
          <p:cNvSpPr/>
          <p:nvPr/>
        </p:nvSpPr>
        <p:spPr>
          <a:xfrm>
            <a:off x="4232115" y="1525348"/>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9"/>
          <p:cNvSpPr/>
          <p:nvPr/>
        </p:nvSpPr>
        <p:spPr>
          <a:xfrm>
            <a:off x="4417913" y="1525348"/>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9"/>
          <p:cNvSpPr/>
          <p:nvPr/>
        </p:nvSpPr>
        <p:spPr>
          <a:xfrm>
            <a:off x="4046317" y="1525348"/>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9"/>
          <p:cNvSpPr/>
          <p:nvPr/>
        </p:nvSpPr>
        <p:spPr>
          <a:xfrm>
            <a:off x="7445496" y="1525348"/>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9"/>
          <p:cNvSpPr/>
          <p:nvPr/>
        </p:nvSpPr>
        <p:spPr>
          <a:xfrm>
            <a:off x="7631293" y="1525348"/>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9"/>
          <p:cNvSpPr/>
          <p:nvPr/>
        </p:nvSpPr>
        <p:spPr>
          <a:xfrm>
            <a:off x="7259698" y="1525348"/>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9"/>
          <p:cNvSpPr/>
          <p:nvPr/>
        </p:nvSpPr>
        <p:spPr>
          <a:xfrm>
            <a:off x="6888102" y="1525348"/>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9"/>
          <p:cNvSpPr/>
          <p:nvPr/>
        </p:nvSpPr>
        <p:spPr>
          <a:xfrm>
            <a:off x="7073900" y="1525348"/>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9"/>
          <p:cNvSpPr/>
          <p:nvPr/>
        </p:nvSpPr>
        <p:spPr>
          <a:xfrm>
            <a:off x="6702305" y="1525348"/>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9"/>
          <p:cNvSpPr/>
          <p:nvPr/>
        </p:nvSpPr>
        <p:spPr>
          <a:xfrm>
            <a:off x="2134134" y="1549426"/>
            <a:ext cx="122989" cy="123001"/>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9"/>
          <p:cNvSpPr/>
          <p:nvPr/>
        </p:nvSpPr>
        <p:spPr>
          <a:xfrm>
            <a:off x="2320620" y="1549426"/>
            <a:ext cx="122989" cy="123001"/>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9"/>
          <p:cNvSpPr/>
          <p:nvPr/>
        </p:nvSpPr>
        <p:spPr>
          <a:xfrm>
            <a:off x="1947649" y="1549426"/>
            <a:ext cx="122989" cy="123001"/>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9"/>
          <p:cNvSpPr/>
          <p:nvPr/>
        </p:nvSpPr>
        <p:spPr>
          <a:xfrm>
            <a:off x="1574678" y="1549426"/>
            <a:ext cx="122989" cy="123001"/>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9"/>
          <p:cNvSpPr/>
          <p:nvPr/>
        </p:nvSpPr>
        <p:spPr>
          <a:xfrm>
            <a:off x="1761163" y="1549426"/>
            <a:ext cx="122989" cy="123001"/>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9"/>
          <p:cNvSpPr/>
          <p:nvPr/>
        </p:nvSpPr>
        <p:spPr>
          <a:xfrm>
            <a:off x="1388192" y="1549426"/>
            <a:ext cx="122989" cy="123001"/>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9"/>
          <p:cNvSpPr/>
          <p:nvPr/>
        </p:nvSpPr>
        <p:spPr>
          <a:xfrm>
            <a:off x="2135276" y="3098985"/>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9"/>
          <p:cNvSpPr/>
          <p:nvPr/>
        </p:nvSpPr>
        <p:spPr>
          <a:xfrm>
            <a:off x="2321073" y="3098985"/>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9"/>
          <p:cNvSpPr/>
          <p:nvPr/>
        </p:nvSpPr>
        <p:spPr>
          <a:xfrm>
            <a:off x="1949478"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9"/>
          <p:cNvSpPr/>
          <p:nvPr/>
        </p:nvSpPr>
        <p:spPr>
          <a:xfrm>
            <a:off x="1577882"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9"/>
          <p:cNvSpPr/>
          <p:nvPr/>
        </p:nvSpPr>
        <p:spPr>
          <a:xfrm>
            <a:off x="1763680"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9"/>
          <p:cNvSpPr/>
          <p:nvPr/>
        </p:nvSpPr>
        <p:spPr>
          <a:xfrm>
            <a:off x="1392085"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9"/>
          <p:cNvSpPr/>
          <p:nvPr/>
        </p:nvSpPr>
        <p:spPr>
          <a:xfrm>
            <a:off x="7445496"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9"/>
          <p:cNvSpPr/>
          <p:nvPr/>
        </p:nvSpPr>
        <p:spPr>
          <a:xfrm>
            <a:off x="7631293"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9"/>
          <p:cNvSpPr/>
          <p:nvPr/>
        </p:nvSpPr>
        <p:spPr>
          <a:xfrm>
            <a:off x="7259698"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9"/>
          <p:cNvSpPr/>
          <p:nvPr/>
        </p:nvSpPr>
        <p:spPr>
          <a:xfrm>
            <a:off x="6888102"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9"/>
          <p:cNvSpPr/>
          <p:nvPr/>
        </p:nvSpPr>
        <p:spPr>
          <a:xfrm>
            <a:off x="7073900"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9"/>
          <p:cNvSpPr/>
          <p:nvPr/>
        </p:nvSpPr>
        <p:spPr>
          <a:xfrm>
            <a:off x="6702305"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9"/>
          <p:cNvSpPr/>
          <p:nvPr/>
        </p:nvSpPr>
        <p:spPr>
          <a:xfrm>
            <a:off x="4789508"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9"/>
          <p:cNvSpPr/>
          <p:nvPr/>
        </p:nvSpPr>
        <p:spPr>
          <a:xfrm>
            <a:off x="4975306" y="3098985"/>
            <a:ext cx="122535" cy="124097"/>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9"/>
          <p:cNvSpPr/>
          <p:nvPr/>
        </p:nvSpPr>
        <p:spPr>
          <a:xfrm>
            <a:off x="4603711"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9"/>
          <p:cNvSpPr/>
          <p:nvPr/>
        </p:nvSpPr>
        <p:spPr>
          <a:xfrm>
            <a:off x="4232115"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9"/>
          <p:cNvSpPr/>
          <p:nvPr/>
        </p:nvSpPr>
        <p:spPr>
          <a:xfrm>
            <a:off x="4417913"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9"/>
          <p:cNvSpPr/>
          <p:nvPr/>
        </p:nvSpPr>
        <p:spPr>
          <a:xfrm>
            <a:off x="4046317" y="3098985"/>
            <a:ext cx="122535" cy="124097"/>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6" name="Shape 3876"/>
        <p:cNvGrpSpPr/>
        <p:nvPr/>
      </p:nvGrpSpPr>
      <p:grpSpPr>
        <a:xfrm>
          <a:off x="0" y="0"/>
          <a:ext cx="0" cy="0"/>
          <a:chOff x="0" y="0"/>
          <a:chExt cx="0" cy="0"/>
        </a:xfrm>
      </p:grpSpPr>
      <p:sp>
        <p:nvSpPr>
          <p:cNvPr id="3877" name="Google Shape;3877;p50"/>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TASKS</a:t>
            </a:r>
            <a:endParaRPr/>
          </a:p>
        </p:txBody>
      </p:sp>
      <p:graphicFrame>
        <p:nvGraphicFramePr>
          <p:cNvPr id="3878" name="Google Shape;3878;p50"/>
          <p:cNvGraphicFramePr/>
          <p:nvPr/>
        </p:nvGraphicFramePr>
        <p:xfrm>
          <a:off x="713400" y="1383088"/>
          <a:ext cx="3000000" cy="3000000"/>
        </p:xfrm>
        <a:graphic>
          <a:graphicData uri="http://schemas.openxmlformats.org/drawingml/2006/table">
            <a:tbl>
              <a:tblPr>
                <a:noFill/>
                <a:tableStyleId>{4580D939-D9AB-4F44-AB16-41BFB12781F4}</a:tableStyleId>
              </a:tblPr>
              <a:tblGrid>
                <a:gridCol w="2320550"/>
                <a:gridCol w="1798975"/>
                <a:gridCol w="1798975"/>
                <a:gridCol w="1798975"/>
              </a:tblGrid>
              <a:tr h="681500">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TASK</a:t>
                      </a:r>
                      <a:endParaRPr b="1">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TO DO</a:t>
                      </a:r>
                      <a:endParaRPr b="1">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DOING</a:t>
                      </a:r>
                      <a:endParaRPr b="1">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DONE</a:t>
                      </a:r>
                      <a:endParaRPr b="1">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757250">
                <a:tc>
                  <a:txBody>
                    <a:bodyPr/>
                    <a:lstStyle/>
                    <a:p>
                      <a:pPr indent="0" lvl="0" marL="0" rtl="0" algn="l">
                        <a:spcBef>
                          <a:spcPts val="0"/>
                        </a:spcBef>
                        <a:spcAft>
                          <a:spcPts val="0"/>
                        </a:spcAft>
                        <a:buNone/>
                      </a:pPr>
                      <a:r>
                        <a:rPr lang="en">
                          <a:solidFill>
                            <a:schemeClr val="dk1"/>
                          </a:solidFill>
                          <a:latin typeface="Advent Pro"/>
                          <a:ea typeface="Advent Pro"/>
                          <a:cs typeface="Advent Pro"/>
                          <a:sym typeface="Advent Pro"/>
                        </a:rPr>
                        <a:t>Mercury the closest planet to the Sun</a:t>
                      </a:r>
                      <a:endParaRPr>
                        <a:solidFill>
                          <a:schemeClr val="dk1"/>
                        </a:solidFill>
                        <a:latin typeface="Advent Pro"/>
                        <a:ea typeface="Advent Pro"/>
                        <a:cs typeface="Advent Pro"/>
                        <a:sym typeface="Advent Pro"/>
                      </a:endParaRPr>
                    </a:p>
                  </a:txBody>
                  <a:tcPr marT="91425" marB="91425" marR="182875" marL="18287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757250">
                <a:tc>
                  <a:txBody>
                    <a:bodyPr/>
                    <a:lstStyle/>
                    <a:p>
                      <a:pPr indent="0" lvl="0" marL="0" rtl="0" algn="l">
                        <a:spcBef>
                          <a:spcPts val="0"/>
                        </a:spcBef>
                        <a:spcAft>
                          <a:spcPts val="0"/>
                        </a:spcAft>
                        <a:buNone/>
                      </a:pPr>
                      <a:r>
                        <a:rPr lang="en">
                          <a:solidFill>
                            <a:schemeClr val="dk1"/>
                          </a:solidFill>
                          <a:latin typeface="Advent Pro"/>
                          <a:ea typeface="Advent Pro"/>
                          <a:cs typeface="Advent Pro"/>
                          <a:sym typeface="Advent Pro"/>
                        </a:rPr>
                        <a:t>Venus has a beautiful name but it’s very hot</a:t>
                      </a:r>
                      <a:endParaRPr>
                        <a:solidFill>
                          <a:schemeClr val="dk1"/>
                        </a:solidFill>
                        <a:latin typeface="Advent Pro"/>
                        <a:ea typeface="Advent Pro"/>
                        <a:cs typeface="Advent Pro"/>
                        <a:sym typeface="Advent Pro"/>
                      </a:endParaRPr>
                    </a:p>
                  </a:txBody>
                  <a:tcPr marT="91425" marB="91425" marR="182875" marL="18287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757250">
                <a:tc>
                  <a:txBody>
                    <a:bodyPr/>
                    <a:lstStyle/>
                    <a:p>
                      <a:pPr indent="0" lvl="0" marL="0" rtl="0" algn="l">
                        <a:spcBef>
                          <a:spcPts val="0"/>
                        </a:spcBef>
                        <a:spcAft>
                          <a:spcPts val="0"/>
                        </a:spcAft>
                        <a:buNone/>
                      </a:pPr>
                      <a:r>
                        <a:rPr lang="en">
                          <a:solidFill>
                            <a:schemeClr val="dk1"/>
                          </a:solidFill>
                          <a:latin typeface="Advent Pro"/>
                          <a:ea typeface="Advent Pro"/>
                          <a:cs typeface="Advent Pro"/>
                          <a:sym typeface="Advent Pro"/>
                        </a:rPr>
                        <a:t>Jupiter is the biggest planet in the Solar System</a:t>
                      </a:r>
                      <a:endParaRPr>
                        <a:solidFill>
                          <a:schemeClr val="dk1"/>
                        </a:solidFill>
                        <a:latin typeface="Advent Pro"/>
                        <a:ea typeface="Advent Pro"/>
                        <a:cs typeface="Advent Pro"/>
                        <a:sym typeface="Advent Pro"/>
                      </a:endParaRPr>
                    </a:p>
                  </a:txBody>
                  <a:tcPr marT="91425" marB="91425" marR="182875" marL="18287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3879" name="Google Shape;3879;p50"/>
          <p:cNvSpPr/>
          <p:nvPr/>
        </p:nvSpPr>
        <p:spPr>
          <a:xfrm>
            <a:off x="3744750" y="2245500"/>
            <a:ext cx="378900" cy="378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0"/>
          <p:cNvSpPr/>
          <p:nvPr/>
        </p:nvSpPr>
        <p:spPr>
          <a:xfrm>
            <a:off x="7341250" y="2245500"/>
            <a:ext cx="378900" cy="378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0"/>
          <p:cNvSpPr/>
          <p:nvPr/>
        </p:nvSpPr>
        <p:spPr>
          <a:xfrm>
            <a:off x="3744750" y="3002738"/>
            <a:ext cx="378900" cy="378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0"/>
          <p:cNvSpPr/>
          <p:nvPr/>
        </p:nvSpPr>
        <p:spPr>
          <a:xfrm>
            <a:off x="7341250" y="3760000"/>
            <a:ext cx="378900" cy="378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0"/>
          <p:cNvSpPr/>
          <p:nvPr/>
        </p:nvSpPr>
        <p:spPr>
          <a:xfrm>
            <a:off x="5542275" y="3002738"/>
            <a:ext cx="378900" cy="378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0"/>
          <p:cNvSpPr/>
          <p:nvPr/>
        </p:nvSpPr>
        <p:spPr>
          <a:xfrm>
            <a:off x="5542275" y="3760000"/>
            <a:ext cx="378900" cy="378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0"/>
          <p:cNvSpPr/>
          <p:nvPr/>
        </p:nvSpPr>
        <p:spPr>
          <a:xfrm>
            <a:off x="3744750" y="3760000"/>
            <a:ext cx="378900" cy="378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0"/>
          <p:cNvSpPr/>
          <p:nvPr/>
        </p:nvSpPr>
        <p:spPr>
          <a:xfrm>
            <a:off x="5542275" y="2245500"/>
            <a:ext cx="378900" cy="378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0"/>
          <p:cNvSpPr/>
          <p:nvPr/>
        </p:nvSpPr>
        <p:spPr>
          <a:xfrm>
            <a:off x="7341250" y="3002738"/>
            <a:ext cx="378900" cy="378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1" name="Shape 3891"/>
        <p:cNvGrpSpPr/>
        <p:nvPr/>
      </p:nvGrpSpPr>
      <p:grpSpPr>
        <a:xfrm>
          <a:off x="0" y="0"/>
          <a:ext cx="0" cy="0"/>
          <a:chOff x="0" y="0"/>
          <a:chExt cx="0" cy="0"/>
        </a:xfrm>
      </p:grpSpPr>
      <p:grpSp>
        <p:nvGrpSpPr>
          <p:cNvPr id="3892" name="Google Shape;3892;p51"/>
          <p:cNvGrpSpPr/>
          <p:nvPr/>
        </p:nvGrpSpPr>
        <p:grpSpPr>
          <a:xfrm rot="5400000">
            <a:off x="2024953" y="4192723"/>
            <a:ext cx="2227589" cy="726958"/>
            <a:chOff x="6972150" y="711750"/>
            <a:chExt cx="1039375" cy="339193"/>
          </a:xfrm>
        </p:grpSpPr>
        <p:sp>
          <p:nvSpPr>
            <p:cNvPr id="3893" name="Google Shape;3893;p51"/>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1"/>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1"/>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1"/>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1"/>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1"/>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1"/>
            <p:cNvSpPr/>
            <p:nvPr/>
          </p:nvSpPr>
          <p:spPr>
            <a:xfrm>
              <a:off x="6972150"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1"/>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1"/>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1"/>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1"/>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1"/>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1"/>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1"/>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1"/>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1"/>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1"/>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1"/>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1"/>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1"/>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1"/>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1"/>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1"/>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1"/>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1"/>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1"/>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1"/>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1"/>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1"/>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1"/>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1"/>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1"/>
            <p:cNvSpPr/>
            <p:nvPr/>
          </p:nvSpPr>
          <p:spPr>
            <a:xfrm>
              <a:off x="6972150"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5" name="Google Shape;3925;p51"/>
          <p:cNvSpPr txBox="1"/>
          <p:nvPr>
            <p:ph type="title"/>
          </p:nvPr>
        </p:nvSpPr>
        <p:spPr>
          <a:xfrm>
            <a:off x="4301775" y="1027300"/>
            <a:ext cx="4146600" cy="308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3926" name="Google Shape;3926;p51"/>
          <p:cNvGrpSpPr/>
          <p:nvPr/>
        </p:nvGrpSpPr>
        <p:grpSpPr>
          <a:xfrm flipH="1">
            <a:off x="620905" y="607928"/>
            <a:ext cx="2227589" cy="1527191"/>
            <a:chOff x="5519300" y="372750"/>
            <a:chExt cx="1039375" cy="712575"/>
          </a:xfrm>
        </p:grpSpPr>
        <p:sp>
          <p:nvSpPr>
            <p:cNvPr id="3927" name="Google Shape;3927;p51"/>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1"/>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1"/>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1"/>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1"/>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1"/>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1"/>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1"/>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1"/>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1"/>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1"/>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1"/>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1"/>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1"/>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1"/>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1"/>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1"/>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1"/>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1"/>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1"/>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1"/>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1"/>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1"/>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1"/>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1"/>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1"/>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1"/>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1"/>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1"/>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1"/>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1"/>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1"/>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1"/>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1"/>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1"/>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1"/>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1"/>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1"/>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1"/>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1"/>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1"/>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1"/>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1"/>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1"/>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1"/>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1"/>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1"/>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1"/>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1"/>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1"/>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1"/>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1"/>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1"/>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1"/>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1"/>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1"/>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1"/>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1"/>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1"/>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1"/>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1"/>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1"/>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1"/>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1"/>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1"/>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1"/>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1"/>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994" name="Google Shape;3994;p51"/>
          <p:cNvPicPr preferRelativeResize="0"/>
          <p:nvPr/>
        </p:nvPicPr>
        <p:blipFill>
          <a:blip r:embed="rId3">
            <a:alphaModFix/>
          </a:blip>
          <a:stretch>
            <a:fillRect/>
          </a:stretch>
        </p:blipFill>
        <p:spPr>
          <a:xfrm>
            <a:off x="1732774" y="1635148"/>
            <a:ext cx="1602225" cy="2026830"/>
          </a:xfrm>
          <a:prstGeom prst="rect">
            <a:avLst/>
          </a:prstGeom>
          <a:noFill/>
          <a:ln>
            <a:noFill/>
          </a:ln>
        </p:spPr>
      </p:pic>
      <p:pic>
        <p:nvPicPr>
          <p:cNvPr id="3995" name="Google Shape;3995;p51"/>
          <p:cNvPicPr preferRelativeResize="0"/>
          <p:nvPr/>
        </p:nvPicPr>
        <p:blipFill>
          <a:blip r:embed="rId4">
            <a:alphaModFix/>
          </a:blip>
          <a:stretch>
            <a:fillRect/>
          </a:stretch>
        </p:blipFill>
        <p:spPr>
          <a:xfrm>
            <a:off x="768550" y="2909200"/>
            <a:ext cx="1006125" cy="1327069"/>
          </a:xfrm>
          <a:prstGeom prst="rect">
            <a:avLst/>
          </a:prstGeom>
          <a:noFill/>
          <a:ln>
            <a:noFill/>
          </a:ln>
        </p:spPr>
      </p:pic>
      <p:pic>
        <p:nvPicPr>
          <p:cNvPr id="3996" name="Google Shape;3996;p51"/>
          <p:cNvPicPr preferRelativeResize="0"/>
          <p:nvPr/>
        </p:nvPicPr>
        <p:blipFill>
          <a:blip r:embed="rId5">
            <a:alphaModFix/>
          </a:blip>
          <a:stretch>
            <a:fillRect/>
          </a:stretch>
        </p:blipFill>
        <p:spPr>
          <a:xfrm>
            <a:off x="2044851" y="3877792"/>
            <a:ext cx="1209725" cy="867412"/>
          </a:xfrm>
          <a:prstGeom prst="rect">
            <a:avLst/>
          </a:prstGeom>
          <a:noFill/>
          <a:ln>
            <a:noFill/>
          </a:ln>
        </p:spPr>
      </p:pic>
      <p:pic>
        <p:nvPicPr>
          <p:cNvPr id="3997" name="Google Shape;3997;p51"/>
          <p:cNvPicPr preferRelativeResize="0"/>
          <p:nvPr/>
        </p:nvPicPr>
        <p:blipFill>
          <a:blip r:embed="rId5">
            <a:alphaModFix/>
          </a:blip>
          <a:stretch>
            <a:fillRect/>
          </a:stretch>
        </p:blipFill>
        <p:spPr>
          <a:xfrm>
            <a:off x="362050" y="1593172"/>
            <a:ext cx="1209725" cy="867400"/>
          </a:xfrm>
          <a:prstGeom prst="rect">
            <a:avLst/>
          </a:prstGeom>
          <a:noFill/>
          <a:ln>
            <a:noFill/>
          </a:ln>
        </p:spPr>
      </p:pic>
      <p:pic>
        <p:nvPicPr>
          <p:cNvPr id="3998" name="Google Shape;3998;p51"/>
          <p:cNvPicPr preferRelativeResize="0"/>
          <p:nvPr/>
        </p:nvPicPr>
        <p:blipFill>
          <a:blip r:embed="rId5">
            <a:alphaModFix/>
          </a:blip>
          <a:stretch>
            <a:fillRect/>
          </a:stretch>
        </p:blipFill>
        <p:spPr>
          <a:xfrm>
            <a:off x="2275471" y="736700"/>
            <a:ext cx="1602225" cy="1148801"/>
          </a:xfrm>
          <a:prstGeom prst="rect">
            <a:avLst/>
          </a:prstGeom>
          <a:noFill/>
          <a:ln>
            <a:noFill/>
          </a:ln>
        </p:spPr>
      </p:pic>
      <p:grpSp>
        <p:nvGrpSpPr>
          <p:cNvPr id="3999" name="Google Shape;3999;p51"/>
          <p:cNvGrpSpPr/>
          <p:nvPr/>
        </p:nvGrpSpPr>
        <p:grpSpPr>
          <a:xfrm>
            <a:off x="7721255" y="539314"/>
            <a:ext cx="709249" cy="339196"/>
            <a:chOff x="5265975" y="1869575"/>
            <a:chExt cx="269400" cy="128825"/>
          </a:xfrm>
        </p:grpSpPr>
        <p:cxnSp>
          <p:nvCxnSpPr>
            <p:cNvPr id="4000" name="Google Shape;4000;p51"/>
            <p:cNvCxnSpPr/>
            <p:nvPr/>
          </p:nvCxnSpPr>
          <p:spPr>
            <a:xfrm>
              <a:off x="5265975" y="1869575"/>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001" name="Google Shape;4001;p51"/>
            <p:cNvCxnSpPr/>
            <p:nvPr/>
          </p:nvCxnSpPr>
          <p:spPr>
            <a:xfrm>
              <a:off x="5265975" y="1901781"/>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002" name="Google Shape;4002;p51"/>
            <p:cNvCxnSpPr/>
            <p:nvPr/>
          </p:nvCxnSpPr>
          <p:spPr>
            <a:xfrm>
              <a:off x="5265975" y="1933988"/>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003" name="Google Shape;4003;p51"/>
            <p:cNvCxnSpPr/>
            <p:nvPr/>
          </p:nvCxnSpPr>
          <p:spPr>
            <a:xfrm>
              <a:off x="5265975" y="1966194"/>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004" name="Google Shape;4004;p51"/>
            <p:cNvCxnSpPr/>
            <p:nvPr/>
          </p:nvCxnSpPr>
          <p:spPr>
            <a:xfrm>
              <a:off x="5265975" y="1998400"/>
              <a:ext cx="269400" cy="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8" name="Shape 4008"/>
        <p:cNvGrpSpPr/>
        <p:nvPr/>
      </p:nvGrpSpPr>
      <p:grpSpPr>
        <a:xfrm>
          <a:off x="0" y="0"/>
          <a:ext cx="0" cy="0"/>
          <a:chOff x="0" y="0"/>
          <a:chExt cx="0" cy="0"/>
        </a:xfrm>
      </p:grpSpPr>
      <p:sp>
        <p:nvSpPr>
          <p:cNvPr id="4009" name="Google Shape;4009;p52"/>
          <p:cNvSpPr/>
          <p:nvPr/>
        </p:nvSpPr>
        <p:spPr>
          <a:xfrm>
            <a:off x="6976799" y="-154018"/>
            <a:ext cx="3360600" cy="3360600"/>
          </a:xfrm>
          <a:prstGeom prst="blockArc">
            <a:avLst>
              <a:gd fmla="val 2830785" name="adj1"/>
              <a:gd fmla="val 18189627" name="adj2"/>
              <a:gd fmla="val 10260"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10" name="Google Shape;4010;p52"/>
          <p:cNvPicPr preferRelativeResize="0"/>
          <p:nvPr/>
        </p:nvPicPr>
        <p:blipFill>
          <a:blip r:embed="rId3">
            <a:alphaModFix/>
          </a:blip>
          <a:stretch>
            <a:fillRect/>
          </a:stretch>
        </p:blipFill>
        <p:spPr>
          <a:xfrm>
            <a:off x="5539525" y="2862637"/>
            <a:ext cx="2878150" cy="1916850"/>
          </a:xfrm>
          <a:prstGeom prst="rect">
            <a:avLst/>
          </a:prstGeom>
          <a:noFill/>
          <a:ln>
            <a:noFill/>
          </a:ln>
        </p:spPr>
      </p:pic>
      <p:sp>
        <p:nvSpPr>
          <p:cNvPr id="4011" name="Google Shape;4011;p52"/>
          <p:cNvSpPr txBox="1"/>
          <p:nvPr>
            <p:ph type="title"/>
          </p:nvPr>
        </p:nvSpPr>
        <p:spPr>
          <a:xfrm>
            <a:off x="713425" y="2785350"/>
            <a:ext cx="5532300" cy="55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SOMEONE FAMOUS</a:t>
            </a:r>
            <a:endParaRPr/>
          </a:p>
        </p:txBody>
      </p:sp>
      <p:sp>
        <p:nvSpPr>
          <p:cNvPr id="4012" name="Google Shape;4012;p52"/>
          <p:cNvSpPr txBox="1"/>
          <p:nvPr>
            <p:ph idx="1" type="subTitle"/>
          </p:nvPr>
        </p:nvSpPr>
        <p:spPr>
          <a:xfrm>
            <a:off x="713400" y="1220875"/>
            <a:ext cx="5532300" cy="156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pic>
        <p:nvPicPr>
          <p:cNvPr id="4013" name="Google Shape;4013;p52"/>
          <p:cNvPicPr preferRelativeResize="0"/>
          <p:nvPr/>
        </p:nvPicPr>
        <p:blipFill>
          <a:blip r:embed="rId4">
            <a:alphaModFix/>
          </a:blip>
          <a:stretch>
            <a:fillRect/>
          </a:stretch>
        </p:blipFill>
        <p:spPr>
          <a:xfrm>
            <a:off x="6253577" y="2195272"/>
            <a:ext cx="1450050" cy="2295457"/>
          </a:xfrm>
          <a:prstGeom prst="rect">
            <a:avLst/>
          </a:prstGeom>
          <a:noFill/>
          <a:ln>
            <a:noFill/>
          </a:ln>
        </p:spPr>
      </p:pic>
      <p:grpSp>
        <p:nvGrpSpPr>
          <p:cNvPr id="4014" name="Google Shape;4014;p52"/>
          <p:cNvGrpSpPr/>
          <p:nvPr/>
        </p:nvGrpSpPr>
        <p:grpSpPr>
          <a:xfrm>
            <a:off x="393883" y="4234869"/>
            <a:ext cx="2227588" cy="726522"/>
            <a:chOff x="3799000" y="1820400"/>
            <a:chExt cx="1039375" cy="338989"/>
          </a:xfrm>
        </p:grpSpPr>
        <p:sp>
          <p:nvSpPr>
            <p:cNvPr id="4015" name="Google Shape;4015;p52"/>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2"/>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2"/>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2"/>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2"/>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2"/>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2"/>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2"/>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2"/>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2"/>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2"/>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2"/>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2"/>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2"/>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2"/>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2"/>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2"/>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2"/>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2"/>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2"/>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2"/>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2"/>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2"/>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2"/>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2"/>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2"/>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2"/>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2"/>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2"/>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2"/>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2"/>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2"/>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2"/>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2"/>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2"/>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2"/>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1" name="Google Shape;4051;p52"/>
          <p:cNvSpPr/>
          <p:nvPr/>
        </p:nvSpPr>
        <p:spPr>
          <a:xfrm rot="-5400000">
            <a:off x="1706050" y="-1820377"/>
            <a:ext cx="2353500" cy="2353500"/>
          </a:xfrm>
          <a:prstGeom prst="blockArc">
            <a:avLst>
              <a:gd fmla="val 2830785" name="adj1"/>
              <a:gd fmla="val 18113610" name="adj2"/>
              <a:gd fmla="val 14852"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2"/>
          <p:cNvSpPr/>
          <p:nvPr/>
        </p:nvSpPr>
        <p:spPr>
          <a:xfrm>
            <a:off x="1688700" y="-1820500"/>
            <a:ext cx="2071200" cy="2071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53" name="Google Shape;4053;p52"/>
          <p:cNvPicPr preferRelativeResize="0"/>
          <p:nvPr/>
        </p:nvPicPr>
        <p:blipFill>
          <a:blip r:embed="rId5">
            <a:alphaModFix/>
          </a:blip>
          <a:stretch>
            <a:fillRect/>
          </a:stretch>
        </p:blipFill>
        <p:spPr>
          <a:xfrm>
            <a:off x="4107900" y="3470700"/>
            <a:ext cx="1362425" cy="976900"/>
          </a:xfrm>
          <a:prstGeom prst="rect">
            <a:avLst/>
          </a:prstGeom>
          <a:noFill/>
          <a:ln>
            <a:noFill/>
          </a:ln>
        </p:spPr>
      </p:pic>
      <p:sp>
        <p:nvSpPr>
          <p:cNvPr id="4054" name="Google Shape;4054;p52"/>
          <p:cNvSpPr/>
          <p:nvPr/>
        </p:nvSpPr>
        <p:spPr>
          <a:xfrm>
            <a:off x="6952026" y="-154026"/>
            <a:ext cx="2957400" cy="2958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55" name="Google Shape;4055;p52"/>
          <p:cNvPicPr preferRelativeResize="0"/>
          <p:nvPr/>
        </p:nvPicPr>
        <p:blipFill>
          <a:blip r:embed="rId6">
            <a:alphaModFix/>
          </a:blip>
          <a:stretch>
            <a:fillRect/>
          </a:stretch>
        </p:blipFill>
        <p:spPr>
          <a:xfrm>
            <a:off x="7668350" y="1683350"/>
            <a:ext cx="1052702" cy="1331675"/>
          </a:xfrm>
          <a:prstGeom prst="rect">
            <a:avLst/>
          </a:prstGeom>
          <a:noFill/>
          <a:ln>
            <a:noFill/>
          </a:ln>
        </p:spPr>
      </p:pic>
      <p:pic>
        <p:nvPicPr>
          <p:cNvPr id="4056" name="Google Shape;4056;p52"/>
          <p:cNvPicPr preferRelativeResize="0"/>
          <p:nvPr/>
        </p:nvPicPr>
        <p:blipFill>
          <a:blip r:embed="rId7">
            <a:alphaModFix/>
          </a:blip>
          <a:stretch>
            <a:fillRect/>
          </a:stretch>
        </p:blipFill>
        <p:spPr>
          <a:xfrm>
            <a:off x="6790800" y="356287"/>
            <a:ext cx="1006125" cy="1327069"/>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060" name="Shape 4060"/>
        <p:cNvGrpSpPr/>
        <p:nvPr/>
      </p:nvGrpSpPr>
      <p:grpSpPr>
        <a:xfrm>
          <a:off x="0" y="0"/>
          <a:ext cx="0" cy="0"/>
          <a:chOff x="0" y="0"/>
          <a:chExt cx="0" cy="0"/>
        </a:xfrm>
      </p:grpSpPr>
      <p:sp>
        <p:nvSpPr>
          <p:cNvPr id="4061" name="Google Shape;4061;p53"/>
          <p:cNvSpPr/>
          <p:nvPr/>
        </p:nvSpPr>
        <p:spPr>
          <a:xfrm>
            <a:off x="-331600" y="2039050"/>
            <a:ext cx="4550700" cy="4550700"/>
          </a:xfrm>
          <a:prstGeom prst="ellipse">
            <a:avLst/>
          </a:prstGeom>
          <a:gradFill>
            <a:gsLst>
              <a:gs pos="0">
                <a:schemeClr val="l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3"/>
          <p:cNvSpPr/>
          <p:nvPr/>
        </p:nvSpPr>
        <p:spPr>
          <a:xfrm flipH="1">
            <a:off x="-1917975" y="4169032"/>
            <a:ext cx="3358200" cy="3358200"/>
          </a:xfrm>
          <a:prstGeom prst="blockArc">
            <a:avLst>
              <a:gd fmla="val 7189467" name="adj1"/>
              <a:gd fmla="val 18700203" name="adj2"/>
              <a:gd fmla="val 16539"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3"/>
          <p:cNvSpPr txBox="1"/>
          <p:nvPr>
            <p:ph type="title"/>
          </p:nvPr>
        </p:nvSpPr>
        <p:spPr>
          <a:xfrm>
            <a:off x="713400" y="3110425"/>
            <a:ext cx="2941500" cy="133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grpSp>
        <p:nvGrpSpPr>
          <p:cNvPr id="4064" name="Google Shape;4064;p53"/>
          <p:cNvGrpSpPr/>
          <p:nvPr/>
        </p:nvGrpSpPr>
        <p:grpSpPr>
          <a:xfrm>
            <a:off x="-162272" y="2121965"/>
            <a:ext cx="2227588" cy="726522"/>
            <a:chOff x="3857800" y="1143286"/>
            <a:chExt cx="1039375" cy="338989"/>
          </a:xfrm>
        </p:grpSpPr>
        <p:sp>
          <p:nvSpPr>
            <p:cNvPr id="4065" name="Google Shape;4065;p53"/>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3"/>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3"/>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3"/>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3"/>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3"/>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3"/>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3"/>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3"/>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3"/>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3"/>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3"/>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3"/>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3"/>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3"/>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3"/>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3"/>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3"/>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3"/>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3"/>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3"/>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3"/>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3"/>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3"/>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3"/>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3"/>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3"/>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3"/>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3"/>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3"/>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5" name="Google Shape;4095;p53"/>
          <p:cNvSpPr/>
          <p:nvPr/>
        </p:nvSpPr>
        <p:spPr>
          <a:xfrm>
            <a:off x="413588" y="4604100"/>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6" name="Google Shape;4096;p53"/>
          <p:cNvGrpSpPr/>
          <p:nvPr/>
        </p:nvGrpSpPr>
        <p:grpSpPr>
          <a:xfrm>
            <a:off x="7721255" y="539314"/>
            <a:ext cx="709249" cy="339196"/>
            <a:chOff x="5265975" y="1869575"/>
            <a:chExt cx="269400" cy="128825"/>
          </a:xfrm>
        </p:grpSpPr>
        <p:cxnSp>
          <p:nvCxnSpPr>
            <p:cNvPr id="4097" name="Google Shape;4097;p53"/>
            <p:cNvCxnSpPr/>
            <p:nvPr/>
          </p:nvCxnSpPr>
          <p:spPr>
            <a:xfrm>
              <a:off x="5265975" y="1869575"/>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098" name="Google Shape;4098;p53"/>
            <p:cNvCxnSpPr/>
            <p:nvPr/>
          </p:nvCxnSpPr>
          <p:spPr>
            <a:xfrm>
              <a:off x="5265975" y="1901781"/>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099" name="Google Shape;4099;p53"/>
            <p:cNvCxnSpPr/>
            <p:nvPr/>
          </p:nvCxnSpPr>
          <p:spPr>
            <a:xfrm>
              <a:off x="5265975" y="1933988"/>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100" name="Google Shape;4100;p53"/>
            <p:cNvCxnSpPr/>
            <p:nvPr/>
          </p:nvCxnSpPr>
          <p:spPr>
            <a:xfrm>
              <a:off x="5265975" y="1966194"/>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101" name="Google Shape;4101;p53"/>
            <p:cNvCxnSpPr/>
            <p:nvPr/>
          </p:nvCxnSpPr>
          <p:spPr>
            <a:xfrm>
              <a:off x="5265975" y="1998400"/>
              <a:ext cx="269400" cy="0"/>
            </a:xfrm>
            <a:prstGeom prst="straightConnector1">
              <a:avLst/>
            </a:prstGeom>
            <a:noFill/>
            <a:ln cap="flat" cmpd="sng" w="9525">
              <a:solidFill>
                <a:schemeClr val="dk1"/>
              </a:solidFill>
              <a:prstDash val="solid"/>
              <a:round/>
              <a:headEnd len="med" w="med" type="none"/>
              <a:tailEnd len="med" w="med" type="none"/>
            </a:ln>
          </p:spPr>
        </p:cxnSp>
      </p:grpSp>
      <p:sp>
        <p:nvSpPr>
          <p:cNvPr id="4102" name="Google Shape;4102;p53"/>
          <p:cNvSpPr/>
          <p:nvPr/>
        </p:nvSpPr>
        <p:spPr>
          <a:xfrm>
            <a:off x="3609738" y="4011450"/>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06" name="Shape 4106"/>
        <p:cNvGrpSpPr/>
        <p:nvPr/>
      </p:nvGrpSpPr>
      <p:grpSpPr>
        <a:xfrm>
          <a:off x="0" y="0"/>
          <a:ext cx="0" cy="0"/>
          <a:chOff x="0" y="0"/>
          <a:chExt cx="0" cy="0"/>
        </a:xfrm>
      </p:grpSpPr>
      <p:pic>
        <p:nvPicPr>
          <p:cNvPr id="4107" name="Google Shape;4107;p54"/>
          <p:cNvPicPr preferRelativeResize="0"/>
          <p:nvPr>
            <p:ph idx="2" type="pic"/>
          </p:nvPr>
        </p:nvPicPr>
        <p:blipFill rotWithShape="1">
          <a:blip r:embed="rId3">
            <a:alphaModFix/>
          </a:blip>
          <a:srcRect b="0" l="13833" r="19500" t="0"/>
          <a:stretch/>
        </p:blipFill>
        <p:spPr>
          <a:xfrm>
            <a:off x="-597325" y="-973050"/>
            <a:ext cx="5239500" cy="5239500"/>
          </a:xfrm>
          <a:prstGeom prst="ellipse">
            <a:avLst/>
          </a:prstGeom>
        </p:spPr>
      </p:pic>
      <p:sp>
        <p:nvSpPr>
          <p:cNvPr id="4108" name="Google Shape;4108;p54"/>
          <p:cNvSpPr txBox="1"/>
          <p:nvPr>
            <p:ph type="title"/>
          </p:nvPr>
        </p:nvSpPr>
        <p:spPr>
          <a:xfrm>
            <a:off x="5406338" y="847788"/>
            <a:ext cx="2345700" cy="2401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a:t>
            </a:r>
            <a:r>
              <a:rPr lang="en"/>
              <a:t> PICTURE ALWAYS REINFORCES THE CONCEPT</a:t>
            </a:r>
            <a:endParaRPr/>
          </a:p>
        </p:txBody>
      </p:sp>
      <p:sp>
        <p:nvSpPr>
          <p:cNvPr id="4109" name="Google Shape;4109;p54"/>
          <p:cNvSpPr txBox="1"/>
          <p:nvPr>
            <p:ph idx="1" type="subTitle"/>
          </p:nvPr>
        </p:nvSpPr>
        <p:spPr>
          <a:xfrm>
            <a:off x="5406338" y="3248988"/>
            <a:ext cx="2345700" cy="104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grpSp>
        <p:nvGrpSpPr>
          <p:cNvPr id="4110" name="Google Shape;4110;p54"/>
          <p:cNvGrpSpPr/>
          <p:nvPr/>
        </p:nvGrpSpPr>
        <p:grpSpPr>
          <a:xfrm>
            <a:off x="-193317" y="-187156"/>
            <a:ext cx="2227588" cy="726522"/>
            <a:chOff x="3799000" y="1820400"/>
            <a:chExt cx="1039375" cy="338989"/>
          </a:xfrm>
        </p:grpSpPr>
        <p:sp>
          <p:nvSpPr>
            <p:cNvPr id="4111" name="Google Shape;4111;p54"/>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7" name="Google Shape;4147;p54"/>
          <p:cNvSpPr/>
          <p:nvPr/>
        </p:nvSpPr>
        <p:spPr>
          <a:xfrm>
            <a:off x="2465179" y="3316650"/>
            <a:ext cx="2574900" cy="2574900"/>
          </a:xfrm>
          <a:prstGeom prst="blockArc">
            <a:avLst>
              <a:gd fmla="val 7989223" name="adj1"/>
              <a:gd fmla="val 2513188" name="adj2"/>
              <a:gd fmla="val 19034"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1739138" y="4295700"/>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3446588" y="-367075"/>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3" name="Shape 4153"/>
        <p:cNvGrpSpPr/>
        <p:nvPr/>
      </p:nvGrpSpPr>
      <p:grpSpPr>
        <a:xfrm>
          <a:off x="0" y="0"/>
          <a:ext cx="0" cy="0"/>
          <a:chOff x="0" y="0"/>
          <a:chExt cx="0" cy="0"/>
        </a:xfrm>
      </p:grpSpPr>
      <p:sp>
        <p:nvSpPr>
          <p:cNvPr id="4154" name="Google Shape;4154;p55"/>
          <p:cNvSpPr txBox="1"/>
          <p:nvPr>
            <p:ph type="title"/>
          </p:nvPr>
        </p:nvSpPr>
        <p:spPr>
          <a:xfrm>
            <a:off x="1000772" y="2773363"/>
            <a:ext cx="35676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SECURITY CONTROL</a:t>
            </a:r>
            <a:endParaRPr/>
          </a:p>
        </p:txBody>
      </p:sp>
      <p:sp>
        <p:nvSpPr>
          <p:cNvPr id="4155" name="Google Shape;4155;p55"/>
          <p:cNvSpPr txBox="1"/>
          <p:nvPr>
            <p:ph idx="1" type="subTitle"/>
          </p:nvPr>
        </p:nvSpPr>
        <p:spPr>
          <a:xfrm>
            <a:off x="1410216" y="3586944"/>
            <a:ext cx="27486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4156" name="Google Shape;4156;p55"/>
          <p:cNvSpPr/>
          <p:nvPr/>
        </p:nvSpPr>
        <p:spPr>
          <a:xfrm>
            <a:off x="1862616" y="843150"/>
            <a:ext cx="1843800" cy="1843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7" name="Google Shape;4157;p55"/>
          <p:cNvGrpSpPr/>
          <p:nvPr/>
        </p:nvGrpSpPr>
        <p:grpSpPr>
          <a:xfrm>
            <a:off x="5221371" y="4023580"/>
            <a:ext cx="2227588" cy="726522"/>
            <a:chOff x="5608450" y="1680311"/>
            <a:chExt cx="1039375" cy="338989"/>
          </a:xfrm>
        </p:grpSpPr>
        <p:sp>
          <p:nvSpPr>
            <p:cNvPr id="4158" name="Google Shape;4158;p55"/>
            <p:cNvSpPr/>
            <p:nvPr/>
          </p:nvSpPr>
          <p:spPr>
            <a:xfrm>
              <a:off x="649988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649988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649988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6589025"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658902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6410738"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6410738"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6410738"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623245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623245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6321595"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6321595"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6321595"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614330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614330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6143309"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614330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5965022"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5965022"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5965022"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605416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605416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605416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5875879"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5875879"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5697593"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5697593"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5697593"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5697593"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5786736" y="1773707"/>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5786736"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5786736" y="19605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5608450" y="1867104"/>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55"/>
          <p:cNvGrpSpPr/>
          <p:nvPr/>
        </p:nvGrpSpPr>
        <p:grpSpPr>
          <a:xfrm rot="5400000">
            <a:off x="7190880" y="809566"/>
            <a:ext cx="2227589" cy="1527191"/>
            <a:chOff x="5519300" y="372750"/>
            <a:chExt cx="1039375" cy="712575"/>
          </a:xfrm>
        </p:grpSpPr>
        <p:sp>
          <p:nvSpPr>
            <p:cNvPr id="4195" name="Google Shape;4195;p55"/>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2" name="Google Shape;4262;p55"/>
          <p:cNvSpPr txBox="1"/>
          <p:nvPr>
            <p:ph idx="2" type="title"/>
          </p:nvPr>
        </p:nvSpPr>
        <p:spPr>
          <a:xfrm>
            <a:off x="2160366" y="1306338"/>
            <a:ext cx="1248300" cy="91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pic>
        <p:nvPicPr>
          <p:cNvPr id="4263" name="Google Shape;4263;p55"/>
          <p:cNvPicPr preferRelativeResize="0"/>
          <p:nvPr/>
        </p:nvPicPr>
        <p:blipFill>
          <a:blip r:embed="rId3">
            <a:alphaModFix/>
          </a:blip>
          <a:stretch>
            <a:fillRect/>
          </a:stretch>
        </p:blipFill>
        <p:spPr>
          <a:xfrm>
            <a:off x="6897946" y="680500"/>
            <a:ext cx="1602225" cy="1148801"/>
          </a:xfrm>
          <a:prstGeom prst="rect">
            <a:avLst/>
          </a:prstGeom>
          <a:noFill/>
          <a:ln>
            <a:noFill/>
          </a:ln>
        </p:spPr>
      </p:pic>
      <p:pic>
        <p:nvPicPr>
          <p:cNvPr id="4264" name="Google Shape;4264;p55"/>
          <p:cNvPicPr preferRelativeResize="0"/>
          <p:nvPr/>
        </p:nvPicPr>
        <p:blipFill>
          <a:blip r:embed="rId3">
            <a:alphaModFix/>
          </a:blip>
          <a:stretch>
            <a:fillRect/>
          </a:stretch>
        </p:blipFill>
        <p:spPr>
          <a:xfrm>
            <a:off x="7314025" y="3596918"/>
            <a:ext cx="1527200" cy="1095008"/>
          </a:xfrm>
          <a:prstGeom prst="rect">
            <a:avLst/>
          </a:prstGeom>
          <a:noFill/>
          <a:ln>
            <a:noFill/>
          </a:ln>
        </p:spPr>
      </p:pic>
      <p:pic>
        <p:nvPicPr>
          <p:cNvPr id="4265" name="Google Shape;4265;p55"/>
          <p:cNvPicPr preferRelativeResize="0"/>
          <p:nvPr/>
        </p:nvPicPr>
        <p:blipFill>
          <a:blip r:embed="rId3">
            <a:alphaModFix/>
          </a:blip>
          <a:stretch>
            <a:fillRect/>
          </a:stretch>
        </p:blipFill>
        <p:spPr>
          <a:xfrm>
            <a:off x="4808150" y="1944682"/>
            <a:ext cx="841200" cy="603144"/>
          </a:xfrm>
          <a:prstGeom prst="rect">
            <a:avLst/>
          </a:prstGeom>
          <a:noFill/>
          <a:ln>
            <a:noFill/>
          </a:ln>
        </p:spPr>
      </p:pic>
      <p:pic>
        <p:nvPicPr>
          <p:cNvPr id="4266" name="Google Shape;4266;p55"/>
          <p:cNvPicPr preferRelativeResize="0"/>
          <p:nvPr/>
        </p:nvPicPr>
        <p:blipFill>
          <a:blip r:embed="rId4">
            <a:alphaModFix/>
          </a:blip>
          <a:stretch>
            <a:fillRect/>
          </a:stretch>
        </p:blipFill>
        <p:spPr>
          <a:xfrm flipH="1">
            <a:off x="6171477" y="1465850"/>
            <a:ext cx="1743550" cy="2910855"/>
          </a:xfrm>
          <a:prstGeom prst="rect">
            <a:avLst/>
          </a:prstGeom>
          <a:noFill/>
          <a:ln>
            <a:noFill/>
          </a:ln>
        </p:spPr>
      </p:pic>
      <p:pic>
        <p:nvPicPr>
          <p:cNvPr id="4267" name="Google Shape;4267;p55"/>
          <p:cNvPicPr preferRelativeResize="0"/>
          <p:nvPr/>
        </p:nvPicPr>
        <p:blipFill>
          <a:blip r:embed="rId5">
            <a:alphaModFix/>
          </a:blip>
          <a:stretch>
            <a:fillRect/>
          </a:stretch>
        </p:blipFill>
        <p:spPr>
          <a:xfrm>
            <a:off x="5649349" y="2720712"/>
            <a:ext cx="936775" cy="1235613"/>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1" name="Shape 4271"/>
        <p:cNvGrpSpPr/>
        <p:nvPr/>
      </p:nvGrpSpPr>
      <p:grpSpPr>
        <a:xfrm>
          <a:off x="0" y="0"/>
          <a:ext cx="0" cy="0"/>
          <a:chOff x="0" y="0"/>
          <a:chExt cx="0" cy="0"/>
        </a:xfrm>
      </p:grpSpPr>
      <p:sp>
        <p:nvSpPr>
          <p:cNvPr id="4272" name="Google Shape;4272;p56"/>
          <p:cNvSpPr txBox="1"/>
          <p:nvPr>
            <p:ph type="title"/>
          </p:nvPr>
        </p:nvSpPr>
        <p:spPr>
          <a:xfrm>
            <a:off x="1256050" y="1205625"/>
            <a:ext cx="6632100" cy="188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10,520,000</a:t>
            </a:r>
            <a:endParaRPr/>
          </a:p>
        </p:txBody>
      </p:sp>
      <p:sp>
        <p:nvSpPr>
          <p:cNvPr id="4273" name="Google Shape;4273;p56"/>
          <p:cNvSpPr txBox="1"/>
          <p:nvPr>
            <p:ph idx="1" type="subTitle"/>
          </p:nvPr>
        </p:nvSpPr>
        <p:spPr>
          <a:xfrm>
            <a:off x="1912038" y="3167400"/>
            <a:ext cx="5319900" cy="46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4274" name="Google Shape;4274;p56"/>
          <p:cNvGrpSpPr/>
          <p:nvPr/>
        </p:nvGrpSpPr>
        <p:grpSpPr>
          <a:xfrm>
            <a:off x="2020591" y="3899251"/>
            <a:ext cx="508123" cy="126020"/>
            <a:chOff x="5786736" y="1680311"/>
            <a:chExt cx="237086" cy="58800"/>
          </a:xfrm>
        </p:grpSpPr>
        <p:sp>
          <p:nvSpPr>
            <p:cNvPr id="4275" name="Google Shape;4275;p56"/>
            <p:cNvSpPr/>
            <p:nvPr/>
          </p:nvSpPr>
          <p:spPr>
            <a:xfrm>
              <a:off x="5965022"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6"/>
            <p:cNvSpPr/>
            <p:nvPr/>
          </p:nvSpPr>
          <p:spPr>
            <a:xfrm>
              <a:off x="5875879"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5786736" y="1680311"/>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1" name="Shape 4281"/>
        <p:cNvGrpSpPr/>
        <p:nvPr/>
      </p:nvGrpSpPr>
      <p:grpSpPr>
        <a:xfrm>
          <a:off x="0" y="0"/>
          <a:ext cx="0" cy="0"/>
          <a:chOff x="0" y="0"/>
          <a:chExt cx="0" cy="0"/>
        </a:xfrm>
      </p:grpSpPr>
      <p:sp>
        <p:nvSpPr>
          <p:cNvPr id="4282" name="Google Shape;4282;p57"/>
          <p:cNvSpPr/>
          <p:nvPr/>
        </p:nvSpPr>
        <p:spPr>
          <a:xfrm>
            <a:off x="1450163" y="1220607"/>
            <a:ext cx="1469400" cy="1469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7"/>
          <p:cNvSpPr/>
          <p:nvPr/>
        </p:nvSpPr>
        <p:spPr>
          <a:xfrm>
            <a:off x="3837300" y="1220607"/>
            <a:ext cx="1469400" cy="1469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6224432" y="1220607"/>
            <a:ext cx="1469400" cy="14697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txBox="1"/>
          <p:nvPr>
            <p:ph type="title"/>
          </p:nvPr>
        </p:nvSpPr>
        <p:spPr>
          <a:xfrm>
            <a:off x="1122713" y="1460457"/>
            <a:ext cx="2124300" cy="87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723</a:t>
            </a:r>
            <a:endParaRPr/>
          </a:p>
        </p:txBody>
      </p:sp>
      <p:sp>
        <p:nvSpPr>
          <p:cNvPr id="4286" name="Google Shape;4286;p57"/>
          <p:cNvSpPr txBox="1"/>
          <p:nvPr>
            <p:ph idx="1" type="subTitle"/>
          </p:nvPr>
        </p:nvSpPr>
        <p:spPr>
          <a:xfrm>
            <a:off x="1122713" y="2898176"/>
            <a:ext cx="2124300" cy="76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a:t>
            </a:r>
            <a:endParaRPr/>
          </a:p>
        </p:txBody>
      </p:sp>
      <p:sp>
        <p:nvSpPr>
          <p:cNvPr id="4287" name="Google Shape;4287;p57"/>
          <p:cNvSpPr txBox="1"/>
          <p:nvPr>
            <p:ph idx="2" type="title"/>
          </p:nvPr>
        </p:nvSpPr>
        <p:spPr>
          <a:xfrm>
            <a:off x="3509850" y="1460457"/>
            <a:ext cx="2124300" cy="87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320</a:t>
            </a:r>
            <a:endParaRPr/>
          </a:p>
        </p:txBody>
      </p:sp>
      <p:sp>
        <p:nvSpPr>
          <p:cNvPr id="4288" name="Google Shape;4288;p57"/>
          <p:cNvSpPr txBox="1"/>
          <p:nvPr>
            <p:ph idx="3" type="subTitle"/>
          </p:nvPr>
        </p:nvSpPr>
        <p:spPr>
          <a:xfrm>
            <a:off x="3509850" y="2899076"/>
            <a:ext cx="21243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r>
              <a:rPr lang="en"/>
              <a:t> is the second planet from the Sun</a:t>
            </a:r>
            <a:endParaRPr/>
          </a:p>
        </p:txBody>
      </p:sp>
      <p:sp>
        <p:nvSpPr>
          <p:cNvPr id="4289" name="Google Shape;4289;p57"/>
          <p:cNvSpPr txBox="1"/>
          <p:nvPr>
            <p:ph idx="4" type="title"/>
          </p:nvPr>
        </p:nvSpPr>
        <p:spPr>
          <a:xfrm>
            <a:off x="5896982" y="1460457"/>
            <a:ext cx="2124300" cy="87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125</a:t>
            </a:r>
            <a:endParaRPr/>
          </a:p>
        </p:txBody>
      </p:sp>
      <p:sp>
        <p:nvSpPr>
          <p:cNvPr id="4290" name="Google Shape;4290;p57"/>
          <p:cNvSpPr txBox="1"/>
          <p:nvPr>
            <p:ph idx="5" type="subTitle"/>
          </p:nvPr>
        </p:nvSpPr>
        <p:spPr>
          <a:xfrm>
            <a:off x="5896982" y="2899076"/>
            <a:ext cx="21243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 to live on</a:t>
            </a:r>
            <a:endParaRPr/>
          </a:p>
        </p:txBody>
      </p:sp>
      <p:grpSp>
        <p:nvGrpSpPr>
          <p:cNvPr id="4291" name="Google Shape;4291;p57"/>
          <p:cNvGrpSpPr/>
          <p:nvPr/>
        </p:nvGrpSpPr>
        <p:grpSpPr>
          <a:xfrm rot="-5400000">
            <a:off x="11039953" y="968610"/>
            <a:ext cx="2227589" cy="726958"/>
            <a:chOff x="6972150" y="711750"/>
            <a:chExt cx="1039375" cy="339193"/>
          </a:xfrm>
        </p:grpSpPr>
        <p:sp>
          <p:nvSpPr>
            <p:cNvPr id="4292" name="Google Shape;4292;p57"/>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6972150"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7"/>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7"/>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6972150"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324" name="Google Shape;4324;p57"/>
          <p:cNvPicPr preferRelativeResize="0"/>
          <p:nvPr/>
        </p:nvPicPr>
        <p:blipFill>
          <a:blip r:embed="rId3">
            <a:alphaModFix/>
          </a:blip>
          <a:stretch>
            <a:fillRect/>
          </a:stretch>
        </p:blipFill>
        <p:spPr>
          <a:xfrm>
            <a:off x="6956100" y="1066227"/>
            <a:ext cx="797650" cy="571922"/>
          </a:xfrm>
          <a:prstGeom prst="rect">
            <a:avLst/>
          </a:prstGeom>
          <a:noFill/>
          <a:ln>
            <a:noFill/>
          </a:ln>
        </p:spPr>
      </p:pic>
      <p:pic>
        <p:nvPicPr>
          <p:cNvPr id="4325" name="Google Shape;4325;p57"/>
          <p:cNvPicPr preferRelativeResize="0"/>
          <p:nvPr/>
        </p:nvPicPr>
        <p:blipFill>
          <a:blip r:embed="rId4">
            <a:alphaModFix/>
          </a:blip>
          <a:stretch>
            <a:fillRect/>
          </a:stretch>
        </p:blipFill>
        <p:spPr>
          <a:xfrm>
            <a:off x="5058863" y="1939512"/>
            <a:ext cx="626475" cy="826324"/>
          </a:xfrm>
          <a:prstGeom prst="rect">
            <a:avLst/>
          </a:prstGeom>
          <a:noFill/>
          <a:ln>
            <a:noFill/>
          </a:ln>
        </p:spPr>
      </p:pic>
      <p:pic>
        <p:nvPicPr>
          <p:cNvPr id="4326" name="Google Shape;4326;p57"/>
          <p:cNvPicPr preferRelativeResize="0"/>
          <p:nvPr/>
        </p:nvPicPr>
        <p:blipFill>
          <a:blip r:embed="rId5">
            <a:alphaModFix/>
          </a:blip>
          <a:stretch>
            <a:fillRect/>
          </a:stretch>
        </p:blipFill>
        <p:spPr>
          <a:xfrm>
            <a:off x="2487639" y="1081975"/>
            <a:ext cx="692247" cy="875699"/>
          </a:xfrm>
          <a:prstGeom prst="rect">
            <a:avLst/>
          </a:prstGeom>
          <a:noFill/>
          <a:ln>
            <a:noFill/>
          </a:ln>
        </p:spPr>
      </p:pic>
      <p:grpSp>
        <p:nvGrpSpPr>
          <p:cNvPr id="4327" name="Google Shape;4327;p57"/>
          <p:cNvGrpSpPr/>
          <p:nvPr/>
        </p:nvGrpSpPr>
        <p:grpSpPr>
          <a:xfrm rot="5400000">
            <a:off x="2121871" y="3542812"/>
            <a:ext cx="126020" cy="526355"/>
            <a:chOff x="5519300" y="839732"/>
            <a:chExt cx="58800" cy="245593"/>
          </a:xfrm>
        </p:grpSpPr>
        <p:sp>
          <p:nvSpPr>
            <p:cNvPr id="4328" name="Google Shape;4328;p57"/>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57"/>
          <p:cNvGrpSpPr/>
          <p:nvPr/>
        </p:nvGrpSpPr>
        <p:grpSpPr>
          <a:xfrm rot="5400000">
            <a:off x="4508996" y="3542812"/>
            <a:ext cx="126020" cy="526355"/>
            <a:chOff x="5519300" y="839732"/>
            <a:chExt cx="58800" cy="245593"/>
          </a:xfrm>
        </p:grpSpPr>
        <p:sp>
          <p:nvSpPr>
            <p:cNvPr id="4332" name="Google Shape;4332;p57"/>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57"/>
          <p:cNvGrpSpPr/>
          <p:nvPr/>
        </p:nvGrpSpPr>
        <p:grpSpPr>
          <a:xfrm rot="5400000">
            <a:off x="6896121" y="3542812"/>
            <a:ext cx="126020" cy="526355"/>
            <a:chOff x="5519300" y="839732"/>
            <a:chExt cx="58800" cy="245593"/>
          </a:xfrm>
        </p:grpSpPr>
        <p:sp>
          <p:nvSpPr>
            <p:cNvPr id="4336" name="Google Shape;4336;p57"/>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7"/>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2" name="Shape 4342"/>
        <p:cNvGrpSpPr/>
        <p:nvPr/>
      </p:nvGrpSpPr>
      <p:grpSpPr>
        <a:xfrm>
          <a:off x="0" y="0"/>
          <a:ext cx="0" cy="0"/>
          <a:chOff x="0" y="0"/>
          <a:chExt cx="0" cy="0"/>
        </a:xfrm>
      </p:grpSpPr>
      <p:sp>
        <p:nvSpPr>
          <p:cNvPr id="4343" name="Google Shape;4343;p58"/>
          <p:cNvSpPr txBox="1"/>
          <p:nvPr>
            <p:ph idx="3"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SURVEY RESULTS</a:t>
            </a:r>
            <a:endParaRPr/>
          </a:p>
        </p:txBody>
      </p:sp>
      <p:sp>
        <p:nvSpPr>
          <p:cNvPr id="4344" name="Google Shape;4344;p58"/>
          <p:cNvSpPr txBox="1"/>
          <p:nvPr>
            <p:ph idx="4" type="title"/>
          </p:nvPr>
        </p:nvSpPr>
        <p:spPr>
          <a:xfrm>
            <a:off x="1337487" y="3182925"/>
            <a:ext cx="1807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345" name="Google Shape;4345;p58"/>
          <p:cNvSpPr txBox="1"/>
          <p:nvPr>
            <p:ph idx="1" type="subTitle"/>
          </p:nvPr>
        </p:nvSpPr>
        <p:spPr>
          <a:xfrm>
            <a:off x="1337487" y="3612475"/>
            <a:ext cx="18072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4346" name="Google Shape;4346;p58"/>
          <p:cNvSpPr txBox="1"/>
          <p:nvPr>
            <p:ph idx="5" type="title"/>
          </p:nvPr>
        </p:nvSpPr>
        <p:spPr>
          <a:xfrm>
            <a:off x="3668399" y="3182925"/>
            <a:ext cx="1807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347" name="Google Shape;4347;p58"/>
          <p:cNvSpPr txBox="1"/>
          <p:nvPr>
            <p:ph idx="6" type="subTitle"/>
          </p:nvPr>
        </p:nvSpPr>
        <p:spPr>
          <a:xfrm>
            <a:off x="3668399" y="3612475"/>
            <a:ext cx="18072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4348" name="Google Shape;4348;p58"/>
          <p:cNvSpPr txBox="1"/>
          <p:nvPr>
            <p:ph idx="8" type="title"/>
          </p:nvPr>
        </p:nvSpPr>
        <p:spPr>
          <a:xfrm>
            <a:off x="5999315" y="3182925"/>
            <a:ext cx="18072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349" name="Google Shape;4349;p58"/>
          <p:cNvSpPr txBox="1"/>
          <p:nvPr>
            <p:ph idx="9" type="subTitle"/>
          </p:nvPr>
        </p:nvSpPr>
        <p:spPr>
          <a:xfrm>
            <a:off x="5999315" y="3612475"/>
            <a:ext cx="18072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350" name="Google Shape;4350;p58"/>
          <p:cNvSpPr/>
          <p:nvPr/>
        </p:nvSpPr>
        <p:spPr>
          <a:xfrm rot="-5400000">
            <a:off x="1443688" y="1392110"/>
            <a:ext cx="1594800" cy="1594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8"/>
          <p:cNvSpPr/>
          <p:nvPr/>
        </p:nvSpPr>
        <p:spPr>
          <a:xfrm flipH="1">
            <a:off x="1443694" y="1392105"/>
            <a:ext cx="1594800" cy="1594800"/>
          </a:xfrm>
          <a:prstGeom prst="pie">
            <a:avLst>
              <a:gd fmla="val 10797209" name="adj1"/>
              <a:gd fmla="val 16209633"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8"/>
          <p:cNvSpPr/>
          <p:nvPr/>
        </p:nvSpPr>
        <p:spPr>
          <a:xfrm>
            <a:off x="1765017" y="1713298"/>
            <a:ext cx="952200" cy="9522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8"/>
          <p:cNvSpPr/>
          <p:nvPr/>
        </p:nvSpPr>
        <p:spPr>
          <a:xfrm rot="-5400000">
            <a:off x="3774613" y="1392110"/>
            <a:ext cx="1594800" cy="1594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8"/>
          <p:cNvSpPr/>
          <p:nvPr/>
        </p:nvSpPr>
        <p:spPr>
          <a:xfrm flipH="1">
            <a:off x="3774619" y="1392105"/>
            <a:ext cx="1594800" cy="1594800"/>
          </a:xfrm>
          <a:prstGeom prst="pie">
            <a:avLst>
              <a:gd fmla="val 5427793" name="adj1"/>
              <a:gd fmla="val 16209633"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8"/>
          <p:cNvSpPr/>
          <p:nvPr/>
        </p:nvSpPr>
        <p:spPr>
          <a:xfrm>
            <a:off x="4095942" y="1713298"/>
            <a:ext cx="952200" cy="9522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8"/>
          <p:cNvSpPr/>
          <p:nvPr/>
        </p:nvSpPr>
        <p:spPr>
          <a:xfrm rot="-5400000">
            <a:off x="6105538" y="1392110"/>
            <a:ext cx="1594800" cy="1594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8"/>
          <p:cNvSpPr/>
          <p:nvPr/>
        </p:nvSpPr>
        <p:spPr>
          <a:xfrm flipH="1">
            <a:off x="6105544" y="1392105"/>
            <a:ext cx="1594800" cy="1594800"/>
          </a:xfrm>
          <a:prstGeom prst="pie">
            <a:avLst>
              <a:gd fmla="val 2357" name="adj1"/>
              <a:gd fmla="val 16209633" name="adj2"/>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8"/>
          <p:cNvSpPr/>
          <p:nvPr/>
        </p:nvSpPr>
        <p:spPr>
          <a:xfrm>
            <a:off x="6426867" y="1713298"/>
            <a:ext cx="952200" cy="9522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8"/>
          <p:cNvSpPr txBox="1"/>
          <p:nvPr>
            <p:ph type="title"/>
          </p:nvPr>
        </p:nvSpPr>
        <p:spPr>
          <a:xfrm>
            <a:off x="1610554" y="1906200"/>
            <a:ext cx="1261200" cy="56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4360" name="Google Shape;4360;p58"/>
          <p:cNvSpPr txBox="1"/>
          <p:nvPr>
            <p:ph idx="2" type="title"/>
          </p:nvPr>
        </p:nvSpPr>
        <p:spPr>
          <a:xfrm>
            <a:off x="3941400" y="1906200"/>
            <a:ext cx="1261200" cy="56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4361" name="Google Shape;4361;p58"/>
          <p:cNvSpPr txBox="1"/>
          <p:nvPr>
            <p:ph idx="7" type="title"/>
          </p:nvPr>
        </p:nvSpPr>
        <p:spPr>
          <a:xfrm>
            <a:off x="6319176" y="1906200"/>
            <a:ext cx="1167600" cy="56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5" name="Shape 4365"/>
        <p:cNvGrpSpPr/>
        <p:nvPr/>
      </p:nvGrpSpPr>
      <p:grpSpPr>
        <a:xfrm>
          <a:off x="0" y="0"/>
          <a:ext cx="0" cy="0"/>
          <a:chOff x="0" y="0"/>
          <a:chExt cx="0" cy="0"/>
        </a:xfrm>
      </p:grpSpPr>
      <p:grpSp>
        <p:nvGrpSpPr>
          <p:cNvPr id="4366" name="Google Shape;4366;p59"/>
          <p:cNvGrpSpPr/>
          <p:nvPr/>
        </p:nvGrpSpPr>
        <p:grpSpPr>
          <a:xfrm flipH="1" rot="5400000">
            <a:off x="1501053" y="1861698"/>
            <a:ext cx="2227589" cy="726958"/>
            <a:chOff x="6972150" y="711750"/>
            <a:chExt cx="1039375" cy="339193"/>
          </a:xfrm>
        </p:grpSpPr>
        <p:sp>
          <p:nvSpPr>
            <p:cNvPr id="4367" name="Google Shape;4367;p59"/>
            <p:cNvSpPr/>
            <p:nvPr/>
          </p:nvSpPr>
          <p:spPr>
            <a:xfrm>
              <a:off x="7952725"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9"/>
            <p:cNvSpPr/>
            <p:nvPr/>
          </p:nvSpPr>
          <p:spPr>
            <a:xfrm>
              <a:off x="7774438"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9"/>
            <p:cNvSpPr/>
            <p:nvPr/>
          </p:nvSpPr>
          <p:spPr>
            <a:xfrm>
              <a:off x="7596152"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9"/>
            <p:cNvSpPr/>
            <p:nvPr/>
          </p:nvSpPr>
          <p:spPr>
            <a:xfrm>
              <a:off x="7507009"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9"/>
            <p:cNvSpPr/>
            <p:nvPr/>
          </p:nvSpPr>
          <p:spPr>
            <a:xfrm>
              <a:off x="7061293"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9"/>
            <p:cNvSpPr/>
            <p:nvPr/>
          </p:nvSpPr>
          <p:spPr>
            <a:xfrm>
              <a:off x="7150436"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9"/>
            <p:cNvSpPr/>
            <p:nvPr/>
          </p:nvSpPr>
          <p:spPr>
            <a:xfrm>
              <a:off x="6972150" y="711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9"/>
            <p:cNvSpPr/>
            <p:nvPr/>
          </p:nvSpPr>
          <p:spPr>
            <a:xfrm>
              <a:off x="786358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9"/>
            <p:cNvSpPr/>
            <p:nvPr/>
          </p:nvSpPr>
          <p:spPr>
            <a:xfrm>
              <a:off x="795272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9"/>
            <p:cNvSpPr/>
            <p:nvPr/>
          </p:nvSpPr>
          <p:spPr>
            <a:xfrm>
              <a:off x="759615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9"/>
            <p:cNvSpPr/>
            <p:nvPr/>
          </p:nvSpPr>
          <p:spPr>
            <a:xfrm>
              <a:off x="759615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9"/>
            <p:cNvSpPr/>
            <p:nvPr/>
          </p:nvSpPr>
          <p:spPr>
            <a:xfrm>
              <a:off x="7685295"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9"/>
            <p:cNvSpPr/>
            <p:nvPr/>
          </p:nvSpPr>
          <p:spPr>
            <a:xfrm>
              <a:off x="7685295"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9"/>
            <p:cNvSpPr/>
            <p:nvPr/>
          </p:nvSpPr>
          <p:spPr>
            <a:xfrm>
              <a:off x="750700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9"/>
            <p:cNvSpPr/>
            <p:nvPr/>
          </p:nvSpPr>
          <p:spPr>
            <a:xfrm>
              <a:off x="7507009"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9"/>
            <p:cNvSpPr/>
            <p:nvPr/>
          </p:nvSpPr>
          <p:spPr>
            <a:xfrm>
              <a:off x="750700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9"/>
            <p:cNvSpPr/>
            <p:nvPr/>
          </p:nvSpPr>
          <p:spPr>
            <a:xfrm>
              <a:off x="7328722"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9"/>
            <p:cNvSpPr/>
            <p:nvPr/>
          </p:nvSpPr>
          <p:spPr>
            <a:xfrm>
              <a:off x="7328722"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9"/>
            <p:cNvSpPr/>
            <p:nvPr/>
          </p:nvSpPr>
          <p:spPr>
            <a:xfrm>
              <a:off x="7328722"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9"/>
            <p:cNvSpPr/>
            <p:nvPr/>
          </p:nvSpPr>
          <p:spPr>
            <a:xfrm>
              <a:off x="741786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9"/>
            <p:cNvSpPr/>
            <p:nvPr/>
          </p:nvSpPr>
          <p:spPr>
            <a:xfrm>
              <a:off x="741786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9"/>
            <p:cNvSpPr/>
            <p:nvPr/>
          </p:nvSpPr>
          <p:spPr>
            <a:xfrm>
              <a:off x="741786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9"/>
            <p:cNvSpPr/>
            <p:nvPr/>
          </p:nvSpPr>
          <p:spPr>
            <a:xfrm>
              <a:off x="7239579"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9"/>
            <p:cNvSpPr/>
            <p:nvPr/>
          </p:nvSpPr>
          <p:spPr>
            <a:xfrm>
              <a:off x="7239579"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9"/>
            <p:cNvSpPr/>
            <p:nvPr/>
          </p:nvSpPr>
          <p:spPr>
            <a:xfrm>
              <a:off x="7061293"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9"/>
            <p:cNvSpPr/>
            <p:nvPr/>
          </p:nvSpPr>
          <p:spPr>
            <a:xfrm>
              <a:off x="7061293"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9"/>
            <p:cNvSpPr/>
            <p:nvPr/>
          </p:nvSpPr>
          <p:spPr>
            <a:xfrm>
              <a:off x="7150436"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9"/>
            <p:cNvSpPr/>
            <p:nvPr/>
          </p:nvSpPr>
          <p:spPr>
            <a:xfrm>
              <a:off x="7150436"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9"/>
            <p:cNvSpPr/>
            <p:nvPr/>
          </p:nvSpPr>
          <p:spPr>
            <a:xfrm>
              <a:off x="7150436"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9"/>
            <p:cNvSpPr/>
            <p:nvPr/>
          </p:nvSpPr>
          <p:spPr>
            <a:xfrm>
              <a:off x="6972150" y="8053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9"/>
            <p:cNvSpPr/>
            <p:nvPr/>
          </p:nvSpPr>
          <p:spPr>
            <a:xfrm>
              <a:off x="6972150" y="8987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9"/>
            <p:cNvSpPr/>
            <p:nvPr/>
          </p:nvSpPr>
          <p:spPr>
            <a:xfrm>
              <a:off x="6972150" y="9921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59"/>
          <p:cNvGrpSpPr/>
          <p:nvPr/>
        </p:nvGrpSpPr>
        <p:grpSpPr>
          <a:xfrm rot="-5400000">
            <a:off x="-37142" y="1504819"/>
            <a:ext cx="2227588" cy="726522"/>
            <a:chOff x="3799000" y="1820400"/>
            <a:chExt cx="1039375" cy="338989"/>
          </a:xfrm>
        </p:grpSpPr>
        <p:sp>
          <p:nvSpPr>
            <p:cNvPr id="4400" name="Google Shape;4400;p59"/>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9"/>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9"/>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9"/>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9"/>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9"/>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9"/>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9"/>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9"/>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9"/>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9"/>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9"/>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9"/>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9"/>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9"/>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9"/>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9"/>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9"/>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9"/>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9"/>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9"/>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9"/>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9"/>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9"/>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9"/>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9"/>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9"/>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9"/>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9"/>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9"/>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9"/>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9"/>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9"/>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436" name="Google Shape;4436;p59"/>
          <p:cNvPicPr preferRelativeResize="0"/>
          <p:nvPr/>
        </p:nvPicPr>
        <p:blipFill>
          <a:blip r:embed="rId3">
            <a:alphaModFix/>
          </a:blip>
          <a:stretch>
            <a:fillRect/>
          </a:stretch>
        </p:blipFill>
        <p:spPr>
          <a:xfrm>
            <a:off x="536425" y="2687250"/>
            <a:ext cx="2878150" cy="1916850"/>
          </a:xfrm>
          <a:prstGeom prst="rect">
            <a:avLst/>
          </a:prstGeom>
          <a:noFill/>
          <a:ln>
            <a:noFill/>
          </a:ln>
        </p:spPr>
      </p:pic>
      <p:sp>
        <p:nvSpPr>
          <p:cNvPr id="4437" name="Google Shape;4437;p59"/>
          <p:cNvSpPr txBox="1"/>
          <p:nvPr>
            <p:ph type="title"/>
          </p:nvPr>
        </p:nvSpPr>
        <p:spPr>
          <a:xfrm>
            <a:off x="3970800" y="445025"/>
            <a:ext cx="4483800" cy="74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QUESTION AND ANSWER</a:t>
            </a:r>
            <a:endParaRPr/>
          </a:p>
        </p:txBody>
      </p:sp>
      <p:sp>
        <p:nvSpPr>
          <p:cNvPr id="4438" name="Google Shape;4438;p59"/>
          <p:cNvSpPr txBox="1"/>
          <p:nvPr>
            <p:ph idx="2" type="title"/>
          </p:nvPr>
        </p:nvSpPr>
        <p:spPr>
          <a:xfrm>
            <a:off x="5277829" y="1379975"/>
            <a:ext cx="2858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439" name="Google Shape;4439;p59"/>
          <p:cNvSpPr txBox="1"/>
          <p:nvPr>
            <p:ph idx="1" type="subTitle"/>
          </p:nvPr>
        </p:nvSpPr>
        <p:spPr>
          <a:xfrm>
            <a:off x="5277829" y="1809524"/>
            <a:ext cx="28584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also the smallest one in the entire Solar System</a:t>
            </a:r>
            <a:endParaRPr/>
          </a:p>
        </p:txBody>
      </p:sp>
      <p:sp>
        <p:nvSpPr>
          <p:cNvPr id="4440" name="Google Shape;4440;p59"/>
          <p:cNvSpPr txBox="1"/>
          <p:nvPr>
            <p:ph idx="3" type="title"/>
          </p:nvPr>
        </p:nvSpPr>
        <p:spPr>
          <a:xfrm>
            <a:off x="5277825" y="3050476"/>
            <a:ext cx="2858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441" name="Google Shape;4441;p59"/>
          <p:cNvSpPr txBox="1"/>
          <p:nvPr>
            <p:ph idx="4" type="subTitle"/>
          </p:nvPr>
        </p:nvSpPr>
        <p:spPr>
          <a:xfrm>
            <a:off x="5277825" y="3480025"/>
            <a:ext cx="28584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pic>
        <p:nvPicPr>
          <p:cNvPr id="4442" name="Google Shape;4442;p59"/>
          <p:cNvPicPr preferRelativeResize="0"/>
          <p:nvPr/>
        </p:nvPicPr>
        <p:blipFill>
          <a:blip r:embed="rId4">
            <a:alphaModFix/>
          </a:blip>
          <a:stretch>
            <a:fillRect/>
          </a:stretch>
        </p:blipFill>
        <p:spPr>
          <a:xfrm>
            <a:off x="4104720" y="3244149"/>
            <a:ext cx="736150" cy="970946"/>
          </a:xfrm>
          <a:prstGeom prst="rect">
            <a:avLst/>
          </a:prstGeom>
          <a:noFill/>
          <a:ln>
            <a:noFill/>
          </a:ln>
        </p:spPr>
      </p:pic>
      <p:pic>
        <p:nvPicPr>
          <p:cNvPr id="4443" name="Google Shape;4443;p59"/>
          <p:cNvPicPr preferRelativeResize="0"/>
          <p:nvPr/>
        </p:nvPicPr>
        <p:blipFill>
          <a:blip r:embed="rId5">
            <a:alphaModFix/>
          </a:blip>
          <a:stretch>
            <a:fillRect/>
          </a:stretch>
        </p:blipFill>
        <p:spPr>
          <a:xfrm>
            <a:off x="4154275" y="1641946"/>
            <a:ext cx="736150" cy="931236"/>
          </a:xfrm>
          <a:prstGeom prst="rect">
            <a:avLst/>
          </a:prstGeom>
          <a:noFill/>
          <a:ln>
            <a:noFill/>
          </a:ln>
        </p:spPr>
      </p:pic>
      <p:pic>
        <p:nvPicPr>
          <p:cNvPr id="4444" name="Google Shape;4444;p59"/>
          <p:cNvPicPr preferRelativeResize="0"/>
          <p:nvPr/>
        </p:nvPicPr>
        <p:blipFill>
          <a:blip r:embed="rId6">
            <a:alphaModFix/>
          </a:blip>
          <a:stretch>
            <a:fillRect/>
          </a:stretch>
        </p:blipFill>
        <p:spPr>
          <a:xfrm>
            <a:off x="877049" y="1263353"/>
            <a:ext cx="525135" cy="831301"/>
          </a:xfrm>
          <a:prstGeom prst="rect">
            <a:avLst/>
          </a:prstGeom>
          <a:noFill/>
          <a:ln>
            <a:noFill/>
          </a:ln>
        </p:spPr>
      </p:pic>
      <p:pic>
        <p:nvPicPr>
          <p:cNvPr id="4445" name="Google Shape;4445;p59"/>
          <p:cNvPicPr preferRelativeResize="0"/>
          <p:nvPr/>
        </p:nvPicPr>
        <p:blipFill>
          <a:blip r:embed="rId7">
            <a:alphaModFix/>
          </a:blip>
          <a:stretch>
            <a:fillRect/>
          </a:stretch>
        </p:blipFill>
        <p:spPr>
          <a:xfrm>
            <a:off x="972652" y="2094650"/>
            <a:ext cx="2005675" cy="2099965"/>
          </a:xfrm>
          <a:prstGeom prst="rect">
            <a:avLst/>
          </a:prstGeom>
          <a:noFill/>
          <a:ln>
            <a:noFill/>
          </a:ln>
        </p:spPr>
      </p:pic>
      <p:sp>
        <p:nvSpPr>
          <p:cNvPr id="4446" name="Google Shape;4446;p59"/>
          <p:cNvSpPr/>
          <p:nvPr/>
        </p:nvSpPr>
        <p:spPr>
          <a:xfrm>
            <a:off x="10487588" y="2407875"/>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47" name="Google Shape;4447;p59"/>
          <p:cNvPicPr preferRelativeResize="0"/>
          <p:nvPr/>
        </p:nvPicPr>
        <p:blipFill>
          <a:blip r:embed="rId4">
            <a:alphaModFix/>
          </a:blip>
          <a:stretch>
            <a:fillRect/>
          </a:stretch>
        </p:blipFill>
        <p:spPr>
          <a:xfrm>
            <a:off x="911362" y="2245199"/>
            <a:ext cx="870965" cy="1148800"/>
          </a:xfrm>
          <a:prstGeom prst="rect">
            <a:avLst/>
          </a:prstGeom>
          <a:noFill/>
          <a:ln>
            <a:noFill/>
          </a:ln>
        </p:spPr>
      </p:pic>
      <p:pic>
        <p:nvPicPr>
          <p:cNvPr id="4448" name="Google Shape;4448;p59"/>
          <p:cNvPicPr preferRelativeResize="0"/>
          <p:nvPr/>
        </p:nvPicPr>
        <p:blipFill>
          <a:blip r:embed="rId6">
            <a:alphaModFix/>
          </a:blip>
          <a:stretch>
            <a:fillRect/>
          </a:stretch>
        </p:blipFill>
        <p:spPr>
          <a:xfrm>
            <a:off x="1675876" y="671474"/>
            <a:ext cx="870975" cy="1378797"/>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2" name="Shape 4452"/>
        <p:cNvGrpSpPr/>
        <p:nvPr/>
      </p:nvGrpSpPr>
      <p:grpSpPr>
        <a:xfrm>
          <a:off x="0" y="0"/>
          <a:ext cx="0" cy="0"/>
          <a:chOff x="0" y="0"/>
          <a:chExt cx="0" cy="0"/>
        </a:xfrm>
      </p:grpSpPr>
      <p:sp>
        <p:nvSpPr>
          <p:cNvPr id="4453" name="Google Shape;4453;p60"/>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SCHEDULE</a:t>
            </a:r>
            <a:endParaRPr/>
          </a:p>
        </p:txBody>
      </p:sp>
      <p:graphicFrame>
        <p:nvGraphicFramePr>
          <p:cNvPr id="4454" name="Google Shape;4454;p60"/>
          <p:cNvGraphicFramePr/>
          <p:nvPr/>
        </p:nvGraphicFramePr>
        <p:xfrm>
          <a:off x="720000" y="1352225"/>
          <a:ext cx="3000000" cy="3000000"/>
        </p:xfrm>
        <a:graphic>
          <a:graphicData uri="http://schemas.openxmlformats.org/drawingml/2006/table">
            <a:tbl>
              <a:tblPr>
                <a:noFill/>
                <a:tableStyleId>{4580D939-D9AB-4F44-AB16-41BFB12781F4}</a:tableStyleId>
              </a:tblPr>
              <a:tblGrid>
                <a:gridCol w="674400"/>
                <a:gridCol w="674400"/>
                <a:gridCol w="674400"/>
                <a:gridCol w="674400"/>
                <a:gridCol w="674400"/>
                <a:gridCol w="674400"/>
                <a:gridCol w="674400"/>
              </a:tblGrid>
              <a:tr h="580150">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SU</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M</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T</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W</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TH</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F</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S</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r>
              <a:tr h="516500">
                <a:tc>
                  <a:txBody>
                    <a:bodyPr/>
                    <a:lstStyle/>
                    <a:p>
                      <a:pPr indent="0" lvl="0" marL="0" rtl="0" algn="r">
                        <a:spcBef>
                          <a:spcPts val="0"/>
                        </a:spcBef>
                        <a:spcAft>
                          <a:spcPts val="0"/>
                        </a:spcAft>
                        <a:buNone/>
                      </a:pPr>
                      <a:r>
                        <a:rPr lang="en">
                          <a:solidFill>
                            <a:schemeClr val="accent1"/>
                          </a:solidFill>
                          <a:latin typeface="Advent Pro"/>
                          <a:ea typeface="Advent Pro"/>
                          <a:cs typeface="Advent Pro"/>
                          <a:sym typeface="Advent Pro"/>
                        </a:rPr>
                        <a:t>30</a:t>
                      </a:r>
                      <a:endParaRPr>
                        <a:solidFill>
                          <a:schemeClr val="accent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3</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4</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5</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6</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516500">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7</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8</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9</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10</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11</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12</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13</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516500">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14</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15</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16</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17</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18</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19</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20</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516500">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21</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22</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23</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24</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25</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26</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27</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516500">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28</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29</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30</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dk1"/>
                          </a:solidFill>
                          <a:latin typeface="Advent Pro"/>
                          <a:ea typeface="Advent Pro"/>
                          <a:cs typeface="Advent Pro"/>
                          <a:sym typeface="Advent Pro"/>
                        </a:rPr>
                        <a:t>31</a:t>
                      </a:r>
                      <a:endParaRPr>
                        <a:solidFill>
                          <a:schemeClr val="dk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a:solidFill>
                            <a:schemeClr val="accent1"/>
                          </a:solidFill>
                          <a:latin typeface="Advent Pro"/>
                          <a:ea typeface="Advent Pro"/>
                          <a:cs typeface="Advent Pro"/>
                          <a:sym typeface="Advent Pro"/>
                        </a:rPr>
                        <a:t>1</a:t>
                      </a:r>
                      <a:endParaRPr>
                        <a:solidFill>
                          <a:schemeClr val="accent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a:solidFill>
                            <a:schemeClr val="accent1"/>
                          </a:solidFill>
                          <a:latin typeface="Advent Pro"/>
                          <a:ea typeface="Advent Pro"/>
                          <a:cs typeface="Advent Pro"/>
                          <a:sym typeface="Advent Pro"/>
                        </a:rPr>
                        <a:t>2</a:t>
                      </a:r>
                      <a:endParaRPr>
                        <a:solidFill>
                          <a:schemeClr val="accent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a:solidFill>
                            <a:schemeClr val="accent1"/>
                          </a:solidFill>
                          <a:latin typeface="Advent Pro"/>
                          <a:ea typeface="Advent Pro"/>
                          <a:cs typeface="Advent Pro"/>
                          <a:sym typeface="Advent Pro"/>
                        </a:rPr>
                        <a:t>3</a:t>
                      </a:r>
                      <a:endParaRPr>
                        <a:solidFill>
                          <a:schemeClr val="accent1"/>
                        </a:solidFill>
                        <a:latin typeface="Advent Pro"/>
                        <a:ea typeface="Advent Pro"/>
                        <a:cs typeface="Advent Pro"/>
                        <a:sym typeface="Advent Pr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bl>
          </a:graphicData>
        </a:graphic>
      </p:graphicFrame>
      <p:sp>
        <p:nvSpPr>
          <p:cNvPr id="4455" name="Google Shape;4455;p60"/>
          <p:cNvSpPr/>
          <p:nvPr/>
        </p:nvSpPr>
        <p:spPr>
          <a:xfrm>
            <a:off x="6111475" y="3484010"/>
            <a:ext cx="202200" cy="202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0"/>
          <p:cNvSpPr txBox="1"/>
          <p:nvPr/>
        </p:nvSpPr>
        <p:spPr>
          <a:xfrm>
            <a:off x="6466075" y="2099875"/>
            <a:ext cx="1760700" cy="554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VENUS</a:t>
            </a:r>
            <a:endParaRPr b="1" sz="2400">
              <a:solidFill>
                <a:schemeClr val="dk1"/>
              </a:solidFill>
              <a:latin typeface="Alumni Sans Pinstripe"/>
              <a:ea typeface="Alumni Sans Pinstripe"/>
              <a:cs typeface="Alumni Sans Pinstripe"/>
              <a:sym typeface="Alumni Sans Pinstripe"/>
            </a:endParaRPr>
          </a:p>
        </p:txBody>
      </p:sp>
      <p:sp>
        <p:nvSpPr>
          <p:cNvPr id="4457" name="Google Shape;4457;p60"/>
          <p:cNvSpPr txBox="1"/>
          <p:nvPr/>
        </p:nvSpPr>
        <p:spPr>
          <a:xfrm>
            <a:off x="6466075" y="3291786"/>
            <a:ext cx="1760700" cy="554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MARS</a:t>
            </a:r>
            <a:endParaRPr b="1" sz="2400">
              <a:solidFill>
                <a:schemeClr val="dk1"/>
              </a:solidFill>
              <a:latin typeface="Alumni Sans Pinstripe"/>
              <a:ea typeface="Alumni Sans Pinstripe"/>
              <a:cs typeface="Alumni Sans Pinstripe"/>
              <a:sym typeface="Alumni Sans Pinstripe"/>
            </a:endParaRPr>
          </a:p>
        </p:txBody>
      </p:sp>
      <p:sp>
        <p:nvSpPr>
          <p:cNvPr id="4458" name="Google Shape;4458;p60"/>
          <p:cNvSpPr txBox="1"/>
          <p:nvPr/>
        </p:nvSpPr>
        <p:spPr>
          <a:xfrm>
            <a:off x="6466075" y="2552144"/>
            <a:ext cx="1760700" cy="61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dvent Pro"/>
                <a:ea typeface="Advent Pro"/>
                <a:cs typeface="Advent Pro"/>
                <a:sym typeface="Advent Pro"/>
              </a:rPr>
              <a:t>Venus has a beautiful name and it’s very hot</a:t>
            </a:r>
            <a:endParaRPr>
              <a:solidFill>
                <a:schemeClr val="dk1"/>
              </a:solidFill>
              <a:latin typeface="Advent Pro"/>
              <a:ea typeface="Advent Pro"/>
              <a:cs typeface="Advent Pro"/>
              <a:sym typeface="Advent Pro"/>
            </a:endParaRPr>
          </a:p>
        </p:txBody>
      </p:sp>
      <p:sp>
        <p:nvSpPr>
          <p:cNvPr id="4459" name="Google Shape;4459;p60"/>
          <p:cNvSpPr txBox="1"/>
          <p:nvPr/>
        </p:nvSpPr>
        <p:spPr>
          <a:xfrm>
            <a:off x="6466075" y="3736999"/>
            <a:ext cx="1760700" cy="61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dvent Pro"/>
                <a:ea typeface="Advent Pro"/>
                <a:cs typeface="Advent Pro"/>
                <a:sym typeface="Advent Pro"/>
              </a:rPr>
              <a:t>Despite being red, Mars is a cold place</a:t>
            </a:r>
            <a:endParaRPr sz="1600">
              <a:solidFill>
                <a:schemeClr val="dk1"/>
              </a:solidFill>
              <a:latin typeface="Advent Pro"/>
              <a:ea typeface="Advent Pro"/>
              <a:cs typeface="Advent Pro"/>
              <a:sym typeface="Advent Pro"/>
            </a:endParaRPr>
          </a:p>
        </p:txBody>
      </p:sp>
      <p:sp>
        <p:nvSpPr>
          <p:cNvPr id="4460" name="Google Shape;4460;p60"/>
          <p:cNvSpPr/>
          <p:nvPr/>
        </p:nvSpPr>
        <p:spPr>
          <a:xfrm>
            <a:off x="2068742" y="2785778"/>
            <a:ext cx="674400" cy="178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0"/>
          <p:cNvSpPr/>
          <p:nvPr/>
        </p:nvSpPr>
        <p:spPr>
          <a:xfrm>
            <a:off x="2743119" y="3779407"/>
            <a:ext cx="674400" cy="218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0"/>
          <p:cNvSpPr/>
          <p:nvPr/>
        </p:nvSpPr>
        <p:spPr>
          <a:xfrm>
            <a:off x="719987" y="4336083"/>
            <a:ext cx="674400" cy="178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0"/>
          <p:cNvSpPr/>
          <p:nvPr/>
        </p:nvSpPr>
        <p:spPr>
          <a:xfrm>
            <a:off x="4766250" y="2785778"/>
            <a:ext cx="674400" cy="178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0"/>
          <p:cNvSpPr/>
          <p:nvPr/>
        </p:nvSpPr>
        <p:spPr>
          <a:xfrm>
            <a:off x="6111475" y="2299160"/>
            <a:ext cx="202200" cy="202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8" name="Shape 4468"/>
        <p:cNvGrpSpPr/>
        <p:nvPr/>
      </p:nvGrpSpPr>
      <p:grpSpPr>
        <a:xfrm>
          <a:off x="0" y="0"/>
          <a:ext cx="0" cy="0"/>
          <a:chOff x="0" y="0"/>
          <a:chExt cx="0" cy="0"/>
        </a:xfrm>
      </p:grpSpPr>
      <p:pic>
        <p:nvPicPr>
          <p:cNvPr id="4469" name="Google Shape;4469;p61"/>
          <p:cNvPicPr preferRelativeResize="0"/>
          <p:nvPr/>
        </p:nvPicPr>
        <p:blipFill rotWithShape="1">
          <a:blip r:embed="rId3">
            <a:alphaModFix/>
          </a:blip>
          <a:srcRect b="0" l="0" r="0" t="9264"/>
          <a:stretch/>
        </p:blipFill>
        <p:spPr>
          <a:xfrm>
            <a:off x="5681475" y="683425"/>
            <a:ext cx="2777525" cy="3786999"/>
          </a:xfrm>
          <a:prstGeom prst="rect">
            <a:avLst/>
          </a:prstGeom>
          <a:noFill/>
          <a:ln>
            <a:noFill/>
          </a:ln>
        </p:spPr>
      </p:pic>
      <p:sp>
        <p:nvSpPr>
          <p:cNvPr id="4470" name="Google Shape;4470;p61"/>
          <p:cNvSpPr txBox="1"/>
          <p:nvPr>
            <p:ph type="title"/>
          </p:nvPr>
        </p:nvSpPr>
        <p:spPr>
          <a:xfrm>
            <a:off x="1261600" y="2754425"/>
            <a:ext cx="3045600" cy="783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TABLET</a:t>
            </a:r>
            <a:r>
              <a:rPr lang="en"/>
              <a:t> SCREENSHOT</a:t>
            </a:r>
            <a:endParaRPr/>
          </a:p>
        </p:txBody>
      </p:sp>
      <p:sp>
        <p:nvSpPr>
          <p:cNvPr id="4471" name="Google Shape;4471;p61"/>
          <p:cNvSpPr txBox="1"/>
          <p:nvPr>
            <p:ph idx="1" type="subTitle"/>
          </p:nvPr>
        </p:nvSpPr>
        <p:spPr>
          <a:xfrm>
            <a:off x="1261600" y="3442625"/>
            <a:ext cx="3045600" cy="84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grpSp>
        <p:nvGrpSpPr>
          <p:cNvPr id="4472" name="Google Shape;4472;p61"/>
          <p:cNvGrpSpPr/>
          <p:nvPr/>
        </p:nvGrpSpPr>
        <p:grpSpPr>
          <a:xfrm>
            <a:off x="5562184" y="539412"/>
            <a:ext cx="3000711" cy="4064752"/>
            <a:chOff x="2641950" y="3481825"/>
            <a:chExt cx="469125" cy="635475"/>
          </a:xfrm>
        </p:grpSpPr>
        <p:sp>
          <p:nvSpPr>
            <p:cNvPr id="4473" name="Google Shape;4473;p61"/>
            <p:cNvSpPr/>
            <p:nvPr/>
          </p:nvSpPr>
          <p:spPr>
            <a:xfrm>
              <a:off x="2641950" y="3481825"/>
              <a:ext cx="469125" cy="635475"/>
            </a:xfrm>
            <a:custGeom>
              <a:rect b="b" l="l" r="r" t="t"/>
              <a:pathLst>
                <a:path extrusionOk="0" h="25419" w="18765">
                  <a:moveTo>
                    <a:pt x="17861" y="1055"/>
                  </a:moveTo>
                  <a:lnTo>
                    <a:pt x="17861" y="24364"/>
                  </a:lnTo>
                  <a:lnTo>
                    <a:pt x="896" y="24364"/>
                  </a:lnTo>
                  <a:lnTo>
                    <a:pt x="896" y="1055"/>
                  </a:lnTo>
                  <a:close/>
                  <a:moveTo>
                    <a:pt x="419" y="1"/>
                  </a:moveTo>
                  <a:cubicBezTo>
                    <a:pt x="185" y="1"/>
                    <a:pt x="1" y="193"/>
                    <a:pt x="1" y="428"/>
                  </a:cubicBezTo>
                  <a:lnTo>
                    <a:pt x="1" y="24992"/>
                  </a:lnTo>
                  <a:cubicBezTo>
                    <a:pt x="1" y="25226"/>
                    <a:pt x="185" y="25418"/>
                    <a:pt x="419" y="25418"/>
                  </a:cubicBezTo>
                  <a:lnTo>
                    <a:pt x="18338" y="25418"/>
                  </a:lnTo>
                  <a:cubicBezTo>
                    <a:pt x="18572" y="25418"/>
                    <a:pt x="18764" y="25226"/>
                    <a:pt x="18764" y="24992"/>
                  </a:cubicBezTo>
                  <a:lnTo>
                    <a:pt x="18764" y="428"/>
                  </a:lnTo>
                  <a:cubicBezTo>
                    <a:pt x="18764" y="193"/>
                    <a:pt x="18572" y="1"/>
                    <a:pt x="18338" y="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1"/>
            <p:cNvSpPr/>
            <p:nvPr/>
          </p:nvSpPr>
          <p:spPr>
            <a:xfrm>
              <a:off x="2872325" y="3491050"/>
              <a:ext cx="8175" cy="7975"/>
            </a:xfrm>
            <a:custGeom>
              <a:rect b="b" l="l" r="r" t="t"/>
              <a:pathLst>
                <a:path extrusionOk="0" h="319" w="327">
                  <a:moveTo>
                    <a:pt x="168" y="0"/>
                  </a:moveTo>
                  <a:cubicBezTo>
                    <a:pt x="75" y="0"/>
                    <a:pt x="0" y="76"/>
                    <a:pt x="0" y="159"/>
                  </a:cubicBezTo>
                  <a:cubicBezTo>
                    <a:pt x="0" y="251"/>
                    <a:pt x="75" y="318"/>
                    <a:pt x="168" y="318"/>
                  </a:cubicBezTo>
                  <a:cubicBezTo>
                    <a:pt x="251" y="318"/>
                    <a:pt x="327" y="251"/>
                    <a:pt x="327" y="159"/>
                  </a:cubicBezTo>
                  <a:cubicBezTo>
                    <a:pt x="327" y="76"/>
                    <a:pt x="251" y="0"/>
                    <a:pt x="16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475" name="Google Shape;4475;p61"/>
          <p:cNvPicPr preferRelativeResize="0"/>
          <p:nvPr/>
        </p:nvPicPr>
        <p:blipFill>
          <a:blip r:embed="rId4">
            <a:alphaModFix/>
          </a:blip>
          <a:stretch>
            <a:fillRect/>
          </a:stretch>
        </p:blipFill>
        <p:spPr>
          <a:xfrm>
            <a:off x="7113302" y="402375"/>
            <a:ext cx="562275" cy="403149"/>
          </a:xfrm>
          <a:prstGeom prst="rect">
            <a:avLst/>
          </a:prstGeom>
          <a:noFill/>
          <a:ln>
            <a:noFill/>
          </a:ln>
        </p:spPr>
      </p:pic>
      <p:pic>
        <p:nvPicPr>
          <p:cNvPr id="4476" name="Google Shape;4476;p61"/>
          <p:cNvPicPr preferRelativeResize="0"/>
          <p:nvPr/>
        </p:nvPicPr>
        <p:blipFill>
          <a:blip r:embed="rId5">
            <a:alphaModFix/>
          </a:blip>
          <a:stretch>
            <a:fillRect/>
          </a:stretch>
        </p:blipFill>
        <p:spPr>
          <a:xfrm>
            <a:off x="1952925" y="1613275"/>
            <a:ext cx="1662950" cy="1107550"/>
          </a:xfrm>
          <a:prstGeom prst="rect">
            <a:avLst/>
          </a:prstGeom>
          <a:noFill/>
          <a:ln>
            <a:noFill/>
          </a:ln>
        </p:spPr>
      </p:pic>
      <p:pic>
        <p:nvPicPr>
          <p:cNvPr id="4477" name="Google Shape;4477;p61"/>
          <p:cNvPicPr preferRelativeResize="0"/>
          <p:nvPr/>
        </p:nvPicPr>
        <p:blipFill>
          <a:blip r:embed="rId6">
            <a:alphaModFix/>
          </a:blip>
          <a:stretch>
            <a:fillRect/>
          </a:stretch>
        </p:blipFill>
        <p:spPr>
          <a:xfrm>
            <a:off x="2281338" y="1073250"/>
            <a:ext cx="1006125" cy="1327069"/>
          </a:xfrm>
          <a:prstGeom prst="rect">
            <a:avLst/>
          </a:prstGeom>
          <a:noFill/>
          <a:ln>
            <a:noFill/>
          </a:ln>
        </p:spPr>
      </p:pic>
      <p:pic>
        <p:nvPicPr>
          <p:cNvPr id="4478" name="Google Shape;4478;p61"/>
          <p:cNvPicPr preferRelativeResize="0"/>
          <p:nvPr/>
        </p:nvPicPr>
        <p:blipFill>
          <a:blip r:embed="rId4">
            <a:alphaModFix/>
          </a:blip>
          <a:stretch>
            <a:fillRect/>
          </a:stretch>
        </p:blipFill>
        <p:spPr>
          <a:xfrm>
            <a:off x="7750801" y="355399"/>
            <a:ext cx="1092950" cy="783651"/>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82" name="Shape 4482"/>
        <p:cNvGrpSpPr/>
        <p:nvPr/>
      </p:nvGrpSpPr>
      <p:grpSpPr>
        <a:xfrm>
          <a:off x="0" y="0"/>
          <a:ext cx="0" cy="0"/>
          <a:chOff x="0" y="0"/>
          <a:chExt cx="0" cy="0"/>
        </a:xfrm>
      </p:grpSpPr>
      <p:grpSp>
        <p:nvGrpSpPr>
          <p:cNvPr id="4483" name="Google Shape;4483;p62"/>
          <p:cNvGrpSpPr/>
          <p:nvPr/>
        </p:nvGrpSpPr>
        <p:grpSpPr>
          <a:xfrm>
            <a:off x="6378328" y="426065"/>
            <a:ext cx="2227588" cy="726522"/>
            <a:chOff x="3857800" y="1143286"/>
            <a:chExt cx="1039375" cy="338989"/>
          </a:xfrm>
        </p:grpSpPr>
        <p:sp>
          <p:nvSpPr>
            <p:cNvPr id="4484" name="Google Shape;4484;p62"/>
            <p:cNvSpPr/>
            <p:nvPr/>
          </p:nvSpPr>
          <p:spPr>
            <a:xfrm>
              <a:off x="474923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2"/>
            <p:cNvSpPr/>
            <p:nvPr/>
          </p:nvSpPr>
          <p:spPr>
            <a:xfrm>
              <a:off x="483837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2"/>
            <p:cNvSpPr/>
            <p:nvPr/>
          </p:nvSpPr>
          <p:spPr>
            <a:xfrm>
              <a:off x="483837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2"/>
            <p:cNvSpPr/>
            <p:nvPr/>
          </p:nvSpPr>
          <p:spPr>
            <a:xfrm>
              <a:off x="4838375"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2"/>
            <p:cNvSpPr/>
            <p:nvPr/>
          </p:nvSpPr>
          <p:spPr>
            <a:xfrm>
              <a:off x="4660088"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4660088"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2"/>
            <p:cNvSpPr/>
            <p:nvPr/>
          </p:nvSpPr>
          <p:spPr>
            <a:xfrm>
              <a:off x="4481802"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2"/>
            <p:cNvSpPr/>
            <p:nvPr/>
          </p:nvSpPr>
          <p:spPr>
            <a:xfrm>
              <a:off x="4481802"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4481802"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2"/>
            <p:cNvSpPr/>
            <p:nvPr/>
          </p:nvSpPr>
          <p:spPr>
            <a:xfrm>
              <a:off x="4570945"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2"/>
            <p:cNvSpPr/>
            <p:nvPr/>
          </p:nvSpPr>
          <p:spPr>
            <a:xfrm>
              <a:off x="4570945"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2"/>
            <p:cNvSpPr/>
            <p:nvPr/>
          </p:nvSpPr>
          <p:spPr>
            <a:xfrm>
              <a:off x="439265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2"/>
            <p:cNvSpPr/>
            <p:nvPr/>
          </p:nvSpPr>
          <p:spPr>
            <a:xfrm>
              <a:off x="439265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2"/>
            <p:cNvSpPr/>
            <p:nvPr/>
          </p:nvSpPr>
          <p:spPr>
            <a:xfrm>
              <a:off x="4392659"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4214372"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2"/>
            <p:cNvSpPr/>
            <p:nvPr/>
          </p:nvSpPr>
          <p:spPr>
            <a:xfrm>
              <a:off x="430351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2"/>
            <p:cNvSpPr/>
            <p:nvPr/>
          </p:nvSpPr>
          <p:spPr>
            <a:xfrm>
              <a:off x="430351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4125229"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2"/>
            <p:cNvSpPr/>
            <p:nvPr/>
          </p:nvSpPr>
          <p:spPr>
            <a:xfrm>
              <a:off x="4125229"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2"/>
            <p:cNvSpPr/>
            <p:nvPr/>
          </p:nvSpPr>
          <p:spPr>
            <a:xfrm>
              <a:off x="4125229"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3946943"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2"/>
            <p:cNvSpPr/>
            <p:nvPr/>
          </p:nvSpPr>
          <p:spPr>
            <a:xfrm>
              <a:off x="3946943"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2"/>
            <p:cNvSpPr/>
            <p:nvPr/>
          </p:nvSpPr>
          <p:spPr>
            <a:xfrm>
              <a:off x="3946943"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4036086"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2"/>
            <p:cNvSpPr/>
            <p:nvPr/>
          </p:nvSpPr>
          <p:spPr>
            <a:xfrm>
              <a:off x="4036086"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2"/>
            <p:cNvSpPr/>
            <p:nvPr/>
          </p:nvSpPr>
          <p:spPr>
            <a:xfrm>
              <a:off x="4036086"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3857800" y="114328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3857800" y="123668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3857800" y="133007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3857800" y="142347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514" name="Google Shape;4514;p62"/>
          <p:cNvPicPr preferRelativeResize="0"/>
          <p:nvPr/>
        </p:nvPicPr>
        <p:blipFill rotWithShape="1">
          <a:blip r:embed="rId3">
            <a:alphaModFix/>
          </a:blip>
          <a:srcRect b="0" l="8690" r="13300" t="0"/>
          <a:stretch/>
        </p:blipFill>
        <p:spPr>
          <a:xfrm>
            <a:off x="1730250" y="710075"/>
            <a:ext cx="1833400" cy="3522176"/>
          </a:xfrm>
          <a:prstGeom prst="rect">
            <a:avLst/>
          </a:prstGeom>
          <a:noFill/>
          <a:ln>
            <a:noFill/>
          </a:ln>
        </p:spPr>
      </p:pic>
      <p:sp>
        <p:nvSpPr>
          <p:cNvPr id="4515" name="Google Shape;4515;p62"/>
          <p:cNvSpPr txBox="1"/>
          <p:nvPr>
            <p:ph type="title"/>
          </p:nvPr>
        </p:nvSpPr>
        <p:spPr>
          <a:xfrm>
            <a:off x="4742550" y="1786650"/>
            <a:ext cx="3278400" cy="73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a:t>
            </a:r>
            <a:r>
              <a:rPr lang="en"/>
              <a:t> SCREENSHOT</a:t>
            </a:r>
            <a:endParaRPr/>
          </a:p>
        </p:txBody>
      </p:sp>
      <p:sp>
        <p:nvSpPr>
          <p:cNvPr id="4516" name="Google Shape;4516;p62"/>
          <p:cNvSpPr txBox="1"/>
          <p:nvPr>
            <p:ph idx="1" type="subTitle"/>
          </p:nvPr>
        </p:nvSpPr>
        <p:spPr>
          <a:xfrm>
            <a:off x="4742550" y="2525550"/>
            <a:ext cx="32784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4517" name="Google Shape;4517;p62"/>
          <p:cNvGrpSpPr/>
          <p:nvPr/>
        </p:nvGrpSpPr>
        <p:grpSpPr>
          <a:xfrm>
            <a:off x="1685268" y="668565"/>
            <a:ext cx="1915078" cy="3806369"/>
            <a:chOff x="1390843" y="668565"/>
            <a:chExt cx="1915078" cy="3806369"/>
          </a:xfrm>
        </p:grpSpPr>
        <p:sp>
          <p:nvSpPr>
            <p:cNvPr id="4518" name="Google Shape;4518;p62"/>
            <p:cNvSpPr/>
            <p:nvPr/>
          </p:nvSpPr>
          <p:spPr>
            <a:xfrm>
              <a:off x="1390843" y="668565"/>
              <a:ext cx="1915078" cy="3806369"/>
            </a:xfrm>
            <a:custGeom>
              <a:rect b="b" l="l" r="r" t="t"/>
              <a:pathLst>
                <a:path extrusionOk="0" h="26732" w="13450">
                  <a:moveTo>
                    <a:pt x="12354" y="461"/>
                  </a:moveTo>
                  <a:cubicBezTo>
                    <a:pt x="12730" y="461"/>
                    <a:pt x="13031" y="762"/>
                    <a:pt x="13031" y="1139"/>
                  </a:cubicBezTo>
                  <a:lnTo>
                    <a:pt x="13031" y="24221"/>
                  </a:lnTo>
                  <a:cubicBezTo>
                    <a:pt x="13031" y="24598"/>
                    <a:pt x="12730" y="24899"/>
                    <a:pt x="12354" y="24899"/>
                  </a:cubicBezTo>
                  <a:lnTo>
                    <a:pt x="1097" y="24899"/>
                  </a:lnTo>
                  <a:cubicBezTo>
                    <a:pt x="720" y="24899"/>
                    <a:pt x="419" y="24598"/>
                    <a:pt x="419" y="24221"/>
                  </a:cubicBezTo>
                  <a:lnTo>
                    <a:pt x="419" y="1139"/>
                  </a:lnTo>
                  <a:cubicBezTo>
                    <a:pt x="419" y="762"/>
                    <a:pt x="720" y="461"/>
                    <a:pt x="1097" y="461"/>
                  </a:cubicBezTo>
                  <a:close/>
                  <a:moveTo>
                    <a:pt x="1022" y="0"/>
                  </a:moveTo>
                  <a:cubicBezTo>
                    <a:pt x="461" y="0"/>
                    <a:pt x="1" y="452"/>
                    <a:pt x="1" y="1021"/>
                  </a:cubicBezTo>
                  <a:lnTo>
                    <a:pt x="1" y="25711"/>
                  </a:lnTo>
                  <a:cubicBezTo>
                    <a:pt x="1" y="26280"/>
                    <a:pt x="461" y="26732"/>
                    <a:pt x="1022" y="26732"/>
                  </a:cubicBezTo>
                  <a:lnTo>
                    <a:pt x="12429" y="26732"/>
                  </a:lnTo>
                  <a:cubicBezTo>
                    <a:pt x="12998" y="26732"/>
                    <a:pt x="13450" y="26271"/>
                    <a:pt x="13450" y="25711"/>
                  </a:cubicBezTo>
                  <a:lnTo>
                    <a:pt x="13450" y="1021"/>
                  </a:lnTo>
                  <a:cubicBezTo>
                    <a:pt x="13450" y="452"/>
                    <a:pt x="12998" y="0"/>
                    <a:pt x="12429"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2296411" y="4296093"/>
              <a:ext cx="103941" cy="103802"/>
            </a:xfrm>
            <a:custGeom>
              <a:rect b="b" l="l" r="r" t="t"/>
              <a:pathLst>
                <a:path extrusionOk="0" h="729" w="730">
                  <a:moveTo>
                    <a:pt x="511" y="84"/>
                  </a:moveTo>
                  <a:cubicBezTo>
                    <a:pt x="587" y="84"/>
                    <a:pt x="645" y="143"/>
                    <a:pt x="645" y="218"/>
                  </a:cubicBezTo>
                  <a:lnTo>
                    <a:pt x="645" y="511"/>
                  </a:lnTo>
                  <a:cubicBezTo>
                    <a:pt x="645" y="586"/>
                    <a:pt x="587" y="653"/>
                    <a:pt x="511" y="653"/>
                  </a:cubicBezTo>
                  <a:lnTo>
                    <a:pt x="219" y="653"/>
                  </a:lnTo>
                  <a:cubicBezTo>
                    <a:pt x="143" y="653"/>
                    <a:pt x="76" y="586"/>
                    <a:pt x="76" y="511"/>
                  </a:cubicBezTo>
                  <a:lnTo>
                    <a:pt x="76" y="218"/>
                  </a:lnTo>
                  <a:cubicBezTo>
                    <a:pt x="76" y="143"/>
                    <a:pt x="143" y="84"/>
                    <a:pt x="219" y="84"/>
                  </a:cubicBezTo>
                  <a:close/>
                  <a:moveTo>
                    <a:pt x="219" y="0"/>
                  </a:moveTo>
                  <a:cubicBezTo>
                    <a:pt x="101" y="0"/>
                    <a:pt x="1" y="101"/>
                    <a:pt x="1" y="218"/>
                  </a:cubicBezTo>
                  <a:lnTo>
                    <a:pt x="1" y="511"/>
                  </a:lnTo>
                  <a:cubicBezTo>
                    <a:pt x="1" y="628"/>
                    <a:pt x="101" y="729"/>
                    <a:pt x="219" y="729"/>
                  </a:cubicBezTo>
                  <a:lnTo>
                    <a:pt x="511" y="729"/>
                  </a:lnTo>
                  <a:cubicBezTo>
                    <a:pt x="629" y="729"/>
                    <a:pt x="729" y="628"/>
                    <a:pt x="729" y="511"/>
                  </a:cubicBezTo>
                  <a:lnTo>
                    <a:pt x="729" y="218"/>
                  </a:lnTo>
                  <a:cubicBezTo>
                    <a:pt x="729" y="101"/>
                    <a:pt x="629" y="0"/>
                    <a:pt x="5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520" name="Google Shape;4520;p62"/>
          <p:cNvPicPr preferRelativeResize="0"/>
          <p:nvPr/>
        </p:nvPicPr>
        <p:blipFill>
          <a:blip r:embed="rId4">
            <a:alphaModFix/>
          </a:blip>
          <a:stretch>
            <a:fillRect/>
          </a:stretch>
        </p:blipFill>
        <p:spPr>
          <a:xfrm>
            <a:off x="1259875" y="158526"/>
            <a:ext cx="860425" cy="1362065"/>
          </a:xfrm>
          <a:prstGeom prst="rect">
            <a:avLst/>
          </a:prstGeom>
          <a:noFill/>
          <a:ln>
            <a:noFill/>
          </a:ln>
        </p:spPr>
      </p:pic>
      <p:sp>
        <p:nvSpPr>
          <p:cNvPr id="4521" name="Google Shape;4521;p62"/>
          <p:cNvSpPr/>
          <p:nvPr/>
        </p:nvSpPr>
        <p:spPr>
          <a:xfrm rot="-5400000">
            <a:off x="3049625" y="3554875"/>
            <a:ext cx="1876500" cy="18771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2" name="Google Shape;4522;p62"/>
          <p:cNvGrpSpPr/>
          <p:nvPr/>
        </p:nvGrpSpPr>
        <p:grpSpPr>
          <a:xfrm rot="-5400000">
            <a:off x="3776692" y="4320453"/>
            <a:ext cx="2227589" cy="1527191"/>
            <a:chOff x="5519300" y="372750"/>
            <a:chExt cx="1039375" cy="712575"/>
          </a:xfrm>
        </p:grpSpPr>
        <p:sp>
          <p:nvSpPr>
            <p:cNvPr id="4523" name="Google Shape;4523;p62"/>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2"/>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2"/>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2"/>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2"/>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2"/>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2"/>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2"/>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2"/>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2"/>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2"/>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2"/>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2"/>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2"/>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2"/>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2"/>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2"/>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2"/>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2"/>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2"/>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2"/>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2"/>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2"/>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2"/>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2"/>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2"/>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2"/>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2"/>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2"/>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2"/>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2"/>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2"/>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2"/>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2"/>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2"/>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2"/>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2"/>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2"/>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2"/>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2"/>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2"/>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2"/>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2"/>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2"/>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2"/>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2"/>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2"/>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2"/>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2"/>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2"/>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2"/>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2"/>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2"/>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2"/>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2"/>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2"/>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2"/>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2"/>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2"/>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2"/>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3" name="Shape 4593"/>
        <p:cNvGrpSpPr/>
        <p:nvPr/>
      </p:nvGrpSpPr>
      <p:grpSpPr>
        <a:xfrm>
          <a:off x="0" y="0"/>
          <a:ext cx="0" cy="0"/>
          <a:chOff x="0" y="0"/>
          <a:chExt cx="0" cy="0"/>
        </a:xfrm>
      </p:grpSpPr>
      <p:sp>
        <p:nvSpPr>
          <p:cNvPr id="4594" name="Google Shape;4594;p63"/>
          <p:cNvSpPr/>
          <p:nvPr/>
        </p:nvSpPr>
        <p:spPr>
          <a:xfrm rot="3742678">
            <a:off x="2622931" y="3953594"/>
            <a:ext cx="2574644" cy="2574644"/>
          </a:xfrm>
          <a:prstGeom prst="blockArc">
            <a:avLst>
              <a:gd fmla="val 5958233" name="adj1"/>
              <a:gd fmla="val 18863090" name="adj2"/>
              <a:gd fmla="val 10047"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3"/>
          <p:cNvSpPr/>
          <p:nvPr/>
        </p:nvSpPr>
        <p:spPr>
          <a:xfrm>
            <a:off x="3203553" y="3617725"/>
            <a:ext cx="2193600" cy="21942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596" name="Google Shape;4596;p63"/>
          <p:cNvPicPr preferRelativeResize="0"/>
          <p:nvPr/>
        </p:nvPicPr>
        <p:blipFill rotWithShape="1">
          <a:blip r:embed="rId3">
            <a:alphaModFix/>
          </a:blip>
          <a:srcRect b="5988" l="0" r="0" t="0"/>
          <a:stretch/>
        </p:blipFill>
        <p:spPr>
          <a:xfrm>
            <a:off x="4239273" y="629833"/>
            <a:ext cx="5058376" cy="3170320"/>
          </a:xfrm>
          <a:prstGeom prst="rect">
            <a:avLst/>
          </a:prstGeom>
          <a:noFill/>
          <a:ln>
            <a:noFill/>
          </a:ln>
        </p:spPr>
      </p:pic>
      <p:grpSp>
        <p:nvGrpSpPr>
          <p:cNvPr id="4597" name="Google Shape;4597;p63"/>
          <p:cNvGrpSpPr/>
          <p:nvPr/>
        </p:nvGrpSpPr>
        <p:grpSpPr>
          <a:xfrm>
            <a:off x="4086872" y="539363"/>
            <a:ext cx="5362806" cy="4064615"/>
            <a:chOff x="4539559" y="1097136"/>
            <a:chExt cx="3891167" cy="2949220"/>
          </a:xfrm>
        </p:grpSpPr>
        <p:sp>
          <p:nvSpPr>
            <p:cNvPr id="4598" name="Google Shape;4598;p63"/>
            <p:cNvSpPr/>
            <p:nvPr/>
          </p:nvSpPr>
          <p:spPr>
            <a:xfrm>
              <a:off x="6070025" y="3527623"/>
              <a:ext cx="830099" cy="518709"/>
            </a:xfrm>
            <a:custGeom>
              <a:rect b="b" l="l" r="r" t="t"/>
              <a:pathLst>
                <a:path extrusionOk="0" h="4194" w="7199">
                  <a:moveTo>
                    <a:pt x="1" y="1"/>
                  </a:moveTo>
                  <a:lnTo>
                    <a:pt x="1" y="4194"/>
                  </a:lnTo>
                  <a:lnTo>
                    <a:pt x="7198" y="4194"/>
                  </a:lnTo>
                  <a:lnTo>
                    <a:pt x="719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3"/>
            <p:cNvSpPr/>
            <p:nvPr/>
          </p:nvSpPr>
          <p:spPr>
            <a:xfrm>
              <a:off x="5832733" y="4003807"/>
              <a:ext cx="1305742" cy="42548"/>
            </a:xfrm>
            <a:custGeom>
              <a:rect b="b" l="l" r="r" t="t"/>
              <a:pathLst>
                <a:path extrusionOk="0" h="369" w="11324">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3"/>
            <p:cNvSpPr/>
            <p:nvPr/>
          </p:nvSpPr>
          <p:spPr>
            <a:xfrm>
              <a:off x="4539559" y="1097136"/>
              <a:ext cx="3891167" cy="2465736"/>
            </a:xfrm>
            <a:custGeom>
              <a:rect b="b" l="l" r="r" t="t"/>
              <a:pathLst>
                <a:path extrusionOk="0" h="21384" w="33746">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1" name="Google Shape;4601;p63"/>
          <p:cNvSpPr txBox="1"/>
          <p:nvPr>
            <p:ph idx="1" type="subTitle"/>
          </p:nvPr>
        </p:nvSpPr>
        <p:spPr>
          <a:xfrm>
            <a:off x="1379100" y="2694888"/>
            <a:ext cx="2337000" cy="104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4602" name="Google Shape;4602;p63"/>
          <p:cNvSpPr txBox="1"/>
          <p:nvPr>
            <p:ph type="title"/>
          </p:nvPr>
        </p:nvSpPr>
        <p:spPr>
          <a:xfrm>
            <a:off x="1379100" y="1401888"/>
            <a:ext cx="2337000" cy="129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a:t>
            </a:r>
            <a:r>
              <a:rPr lang="en"/>
              <a:t> SCREENSHOT</a:t>
            </a:r>
            <a:endParaRPr/>
          </a:p>
        </p:txBody>
      </p:sp>
      <p:pic>
        <p:nvPicPr>
          <p:cNvPr id="4603" name="Google Shape;4603;p63"/>
          <p:cNvPicPr preferRelativeResize="0"/>
          <p:nvPr/>
        </p:nvPicPr>
        <p:blipFill>
          <a:blip r:embed="rId4">
            <a:alphaModFix/>
          </a:blip>
          <a:stretch>
            <a:fillRect/>
          </a:stretch>
        </p:blipFill>
        <p:spPr>
          <a:xfrm>
            <a:off x="7796930" y="707913"/>
            <a:ext cx="832740" cy="1053426"/>
          </a:xfrm>
          <a:prstGeom prst="rect">
            <a:avLst/>
          </a:prstGeom>
          <a:noFill/>
          <a:ln>
            <a:noFill/>
          </a:ln>
        </p:spPr>
      </p:pic>
      <p:pic>
        <p:nvPicPr>
          <p:cNvPr id="4604" name="Google Shape;4604;p63"/>
          <p:cNvPicPr preferRelativeResize="0"/>
          <p:nvPr/>
        </p:nvPicPr>
        <p:blipFill>
          <a:blip r:embed="rId5">
            <a:alphaModFix/>
          </a:blip>
          <a:stretch>
            <a:fillRect/>
          </a:stretch>
        </p:blipFill>
        <p:spPr>
          <a:xfrm>
            <a:off x="4283406" y="1596705"/>
            <a:ext cx="577182" cy="76130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8" name="Shape 4608"/>
        <p:cNvGrpSpPr/>
        <p:nvPr/>
      </p:nvGrpSpPr>
      <p:grpSpPr>
        <a:xfrm>
          <a:off x="0" y="0"/>
          <a:ext cx="0" cy="0"/>
          <a:chOff x="0" y="0"/>
          <a:chExt cx="0" cy="0"/>
        </a:xfrm>
      </p:grpSpPr>
      <p:grpSp>
        <p:nvGrpSpPr>
          <p:cNvPr id="4609" name="Google Shape;4609;p64"/>
          <p:cNvGrpSpPr/>
          <p:nvPr/>
        </p:nvGrpSpPr>
        <p:grpSpPr>
          <a:xfrm>
            <a:off x="3476334" y="1703607"/>
            <a:ext cx="4820532" cy="2568073"/>
            <a:chOff x="233350" y="949250"/>
            <a:chExt cx="7137300" cy="3802300"/>
          </a:xfrm>
        </p:grpSpPr>
        <p:sp>
          <p:nvSpPr>
            <p:cNvPr id="4610" name="Google Shape;4610;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661" name="Google Shape;4661;p64"/>
          <p:cNvCxnSpPr/>
          <p:nvPr/>
        </p:nvCxnSpPr>
        <p:spPr>
          <a:xfrm>
            <a:off x="4019550" y="2228850"/>
            <a:ext cx="752400" cy="1181100"/>
          </a:xfrm>
          <a:prstGeom prst="straightConnector1">
            <a:avLst/>
          </a:prstGeom>
          <a:noFill/>
          <a:ln cap="flat" cmpd="sng" w="9525">
            <a:solidFill>
              <a:schemeClr val="dk1"/>
            </a:solidFill>
            <a:prstDash val="solid"/>
            <a:round/>
            <a:headEnd len="med" w="med" type="none"/>
            <a:tailEnd len="med" w="med" type="none"/>
          </a:ln>
        </p:spPr>
      </p:cxnSp>
      <p:cxnSp>
        <p:nvCxnSpPr>
          <p:cNvPr id="4662" name="Google Shape;4662;p64"/>
          <p:cNvCxnSpPr/>
          <p:nvPr/>
        </p:nvCxnSpPr>
        <p:spPr>
          <a:xfrm flipH="1" rot="10800000">
            <a:off x="4000500" y="1828875"/>
            <a:ext cx="1266900" cy="409500"/>
          </a:xfrm>
          <a:prstGeom prst="straightConnector1">
            <a:avLst/>
          </a:prstGeom>
          <a:noFill/>
          <a:ln cap="flat" cmpd="sng" w="9525">
            <a:solidFill>
              <a:schemeClr val="dk1"/>
            </a:solidFill>
            <a:prstDash val="solid"/>
            <a:round/>
            <a:headEnd len="med" w="med" type="none"/>
            <a:tailEnd len="med" w="med" type="none"/>
          </a:ln>
        </p:spPr>
      </p:cxnSp>
      <p:cxnSp>
        <p:nvCxnSpPr>
          <p:cNvPr id="4663" name="Google Shape;4663;p64"/>
          <p:cNvCxnSpPr/>
          <p:nvPr/>
        </p:nvCxnSpPr>
        <p:spPr>
          <a:xfrm flipH="1" rot="10800000">
            <a:off x="4733925" y="2876475"/>
            <a:ext cx="1181100" cy="543000"/>
          </a:xfrm>
          <a:prstGeom prst="straightConnector1">
            <a:avLst/>
          </a:prstGeom>
          <a:noFill/>
          <a:ln cap="flat" cmpd="sng" w="9525">
            <a:solidFill>
              <a:schemeClr val="dk1"/>
            </a:solidFill>
            <a:prstDash val="solid"/>
            <a:round/>
            <a:headEnd len="med" w="med" type="none"/>
            <a:tailEnd len="med" w="med" type="none"/>
          </a:ln>
        </p:spPr>
      </p:cxnSp>
      <p:cxnSp>
        <p:nvCxnSpPr>
          <p:cNvPr id="4664" name="Google Shape;4664;p64"/>
          <p:cNvCxnSpPr/>
          <p:nvPr/>
        </p:nvCxnSpPr>
        <p:spPr>
          <a:xfrm>
            <a:off x="5886450" y="2876550"/>
            <a:ext cx="1838400" cy="847800"/>
          </a:xfrm>
          <a:prstGeom prst="straightConnector1">
            <a:avLst/>
          </a:prstGeom>
          <a:noFill/>
          <a:ln cap="flat" cmpd="sng" w="9525">
            <a:solidFill>
              <a:schemeClr val="dk1"/>
            </a:solidFill>
            <a:prstDash val="solid"/>
            <a:round/>
            <a:headEnd len="med" w="med" type="none"/>
            <a:tailEnd len="med" w="med" type="none"/>
          </a:ln>
        </p:spPr>
      </p:cxnSp>
      <p:cxnSp>
        <p:nvCxnSpPr>
          <p:cNvPr id="4665" name="Google Shape;4665;p64"/>
          <p:cNvCxnSpPr/>
          <p:nvPr/>
        </p:nvCxnSpPr>
        <p:spPr>
          <a:xfrm flipH="1">
            <a:off x="5857800" y="2085975"/>
            <a:ext cx="1114500" cy="809700"/>
          </a:xfrm>
          <a:prstGeom prst="straightConnector1">
            <a:avLst/>
          </a:prstGeom>
          <a:noFill/>
          <a:ln cap="flat" cmpd="sng" w="9525">
            <a:solidFill>
              <a:schemeClr val="dk1"/>
            </a:solidFill>
            <a:prstDash val="solid"/>
            <a:round/>
            <a:headEnd len="med" w="med" type="none"/>
            <a:tailEnd len="med" w="med" type="none"/>
          </a:ln>
        </p:spPr>
      </p:cxnSp>
      <p:sp>
        <p:nvSpPr>
          <p:cNvPr id="4666" name="Google Shape;4666;p64"/>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WORLDWIDE TEAM</a:t>
            </a:r>
            <a:endParaRPr/>
          </a:p>
        </p:txBody>
      </p:sp>
      <p:sp>
        <p:nvSpPr>
          <p:cNvPr id="4667" name="Google Shape;4667;p64"/>
          <p:cNvSpPr txBox="1"/>
          <p:nvPr/>
        </p:nvSpPr>
        <p:spPr>
          <a:xfrm>
            <a:off x="1028500" y="3270950"/>
            <a:ext cx="1698000" cy="106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dvent Pro Medium"/>
                <a:ea typeface="Advent Pro Medium"/>
                <a:cs typeface="Advent Pro Medium"/>
                <a:sym typeface="Advent Pro Medium"/>
              </a:rPr>
              <a:t>Mercury is the closest planet to the Sun and the smallest planet in the Solar System</a:t>
            </a:r>
            <a:endParaRPr>
              <a:solidFill>
                <a:schemeClr val="dk1"/>
              </a:solidFill>
              <a:latin typeface="Advent Pro Medium"/>
              <a:ea typeface="Advent Pro Medium"/>
              <a:cs typeface="Advent Pro Medium"/>
              <a:sym typeface="Advent Pro Medium"/>
            </a:endParaRPr>
          </a:p>
        </p:txBody>
      </p:sp>
      <p:sp>
        <p:nvSpPr>
          <p:cNvPr id="4668" name="Google Shape;4668;p64"/>
          <p:cNvSpPr txBox="1"/>
          <p:nvPr/>
        </p:nvSpPr>
        <p:spPr>
          <a:xfrm>
            <a:off x="1029700" y="2783300"/>
            <a:ext cx="1695600" cy="55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Mercury</a:t>
            </a:r>
            <a:endParaRPr b="1" sz="2400">
              <a:solidFill>
                <a:schemeClr val="dk1"/>
              </a:solidFill>
              <a:latin typeface="Alumni Sans Pinstripe"/>
              <a:ea typeface="Alumni Sans Pinstripe"/>
              <a:cs typeface="Alumni Sans Pinstripe"/>
              <a:sym typeface="Alumni Sans Pinstripe"/>
            </a:endParaRPr>
          </a:p>
        </p:txBody>
      </p:sp>
      <p:pic>
        <p:nvPicPr>
          <p:cNvPr id="4669" name="Google Shape;4669;p64"/>
          <p:cNvPicPr preferRelativeResize="0"/>
          <p:nvPr/>
        </p:nvPicPr>
        <p:blipFill>
          <a:blip r:embed="rId3">
            <a:alphaModFix/>
          </a:blip>
          <a:stretch>
            <a:fillRect/>
          </a:stretch>
        </p:blipFill>
        <p:spPr>
          <a:xfrm>
            <a:off x="1112360" y="1723400"/>
            <a:ext cx="1530280" cy="1019175"/>
          </a:xfrm>
          <a:prstGeom prst="rect">
            <a:avLst/>
          </a:prstGeom>
          <a:noFill/>
          <a:ln>
            <a:noFill/>
          </a:ln>
        </p:spPr>
      </p:pic>
      <p:pic>
        <p:nvPicPr>
          <p:cNvPr id="4670" name="Google Shape;4670;p64"/>
          <p:cNvPicPr preferRelativeResize="0"/>
          <p:nvPr/>
        </p:nvPicPr>
        <p:blipFill>
          <a:blip r:embed="rId4">
            <a:alphaModFix/>
          </a:blip>
          <a:stretch>
            <a:fillRect/>
          </a:stretch>
        </p:blipFill>
        <p:spPr>
          <a:xfrm>
            <a:off x="1485331" y="1351619"/>
            <a:ext cx="731188" cy="1157474"/>
          </a:xfrm>
          <a:prstGeom prst="rect">
            <a:avLst/>
          </a:prstGeom>
          <a:noFill/>
          <a:ln>
            <a:noFill/>
          </a:ln>
        </p:spPr>
      </p:pic>
      <p:pic>
        <p:nvPicPr>
          <p:cNvPr id="4671" name="Google Shape;4671;p64"/>
          <p:cNvPicPr preferRelativeResize="0"/>
          <p:nvPr/>
        </p:nvPicPr>
        <p:blipFill>
          <a:blip r:embed="rId4">
            <a:alphaModFix/>
          </a:blip>
          <a:stretch>
            <a:fillRect/>
          </a:stretch>
        </p:blipFill>
        <p:spPr>
          <a:xfrm>
            <a:off x="3818952" y="1723398"/>
            <a:ext cx="466778" cy="738901"/>
          </a:xfrm>
          <a:prstGeom prst="rect">
            <a:avLst/>
          </a:prstGeom>
          <a:noFill/>
          <a:ln>
            <a:noFill/>
          </a:ln>
        </p:spPr>
      </p:pic>
      <p:pic>
        <p:nvPicPr>
          <p:cNvPr id="4672" name="Google Shape;4672;p64"/>
          <p:cNvPicPr preferRelativeResize="0"/>
          <p:nvPr/>
        </p:nvPicPr>
        <p:blipFill>
          <a:blip r:embed="rId4">
            <a:alphaModFix/>
          </a:blip>
          <a:stretch>
            <a:fillRect/>
          </a:stretch>
        </p:blipFill>
        <p:spPr>
          <a:xfrm>
            <a:off x="4533327" y="2923548"/>
            <a:ext cx="466778" cy="738901"/>
          </a:xfrm>
          <a:prstGeom prst="rect">
            <a:avLst/>
          </a:prstGeom>
          <a:noFill/>
          <a:ln>
            <a:noFill/>
          </a:ln>
        </p:spPr>
      </p:pic>
      <p:pic>
        <p:nvPicPr>
          <p:cNvPr id="4673" name="Google Shape;4673;p64"/>
          <p:cNvPicPr preferRelativeResize="0"/>
          <p:nvPr/>
        </p:nvPicPr>
        <p:blipFill>
          <a:blip r:embed="rId4">
            <a:alphaModFix/>
          </a:blip>
          <a:stretch>
            <a:fillRect/>
          </a:stretch>
        </p:blipFill>
        <p:spPr>
          <a:xfrm>
            <a:off x="5066727" y="1351623"/>
            <a:ext cx="466778" cy="738901"/>
          </a:xfrm>
          <a:prstGeom prst="rect">
            <a:avLst/>
          </a:prstGeom>
          <a:noFill/>
          <a:ln>
            <a:noFill/>
          </a:ln>
        </p:spPr>
      </p:pic>
      <p:pic>
        <p:nvPicPr>
          <p:cNvPr id="4674" name="Google Shape;4674;p64"/>
          <p:cNvPicPr preferRelativeResize="0"/>
          <p:nvPr/>
        </p:nvPicPr>
        <p:blipFill>
          <a:blip r:embed="rId4">
            <a:alphaModFix/>
          </a:blip>
          <a:stretch>
            <a:fillRect/>
          </a:stretch>
        </p:blipFill>
        <p:spPr>
          <a:xfrm>
            <a:off x="5653215" y="2394798"/>
            <a:ext cx="466778" cy="738901"/>
          </a:xfrm>
          <a:prstGeom prst="rect">
            <a:avLst/>
          </a:prstGeom>
          <a:noFill/>
          <a:ln>
            <a:noFill/>
          </a:ln>
        </p:spPr>
      </p:pic>
      <p:pic>
        <p:nvPicPr>
          <p:cNvPr id="4675" name="Google Shape;4675;p64"/>
          <p:cNvPicPr preferRelativeResize="0"/>
          <p:nvPr/>
        </p:nvPicPr>
        <p:blipFill>
          <a:blip r:embed="rId4">
            <a:alphaModFix/>
          </a:blip>
          <a:stretch>
            <a:fillRect/>
          </a:stretch>
        </p:blipFill>
        <p:spPr>
          <a:xfrm>
            <a:off x="6777165" y="1655898"/>
            <a:ext cx="466777" cy="738901"/>
          </a:xfrm>
          <a:prstGeom prst="rect">
            <a:avLst/>
          </a:prstGeom>
          <a:noFill/>
          <a:ln>
            <a:noFill/>
          </a:ln>
        </p:spPr>
      </p:pic>
      <p:pic>
        <p:nvPicPr>
          <p:cNvPr id="4676" name="Google Shape;4676;p64"/>
          <p:cNvPicPr preferRelativeResize="0"/>
          <p:nvPr/>
        </p:nvPicPr>
        <p:blipFill>
          <a:blip r:embed="rId4">
            <a:alphaModFix/>
          </a:blip>
          <a:stretch>
            <a:fillRect/>
          </a:stretch>
        </p:blipFill>
        <p:spPr>
          <a:xfrm>
            <a:off x="7482015" y="3208473"/>
            <a:ext cx="466777" cy="738901"/>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0" name="Shape 4680"/>
        <p:cNvGrpSpPr/>
        <p:nvPr/>
      </p:nvGrpSpPr>
      <p:grpSpPr>
        <a:xfrm>
          <a:off x="0" y="0"/>
          <a:ext cx="0" cy="0"/>
          <a:chOff x="0" y="0"/>
          <a:chExt cx="0" cy="0"/>
        </a:xfrm>
      </p:grpSpPr>
      <p:grpSp>
        <p:nvGrpSpPr>
          <p:cNvPr id="4681" name="Google Shape;4681;p65"/>
          <p:cNvGrpSpPr/>
          <p:nvPr/>
        </p:nvGrpSpPr>
        <p:grpSpPr>
          <a:xfrm flipH="1">
            <a:off x="5384583" y="1948344"/>
            <a:ext cx="2227588" cy="726522"/>
            <a:chOff x="3799000" y="1820400"/>
            <a:chExt cx="1039375" cy="338989"/>
          </a:xfrm>
        </p:grpSpPr>
        <p:sp>
          <p:nvSpPr>
            <p:cNvPr id="4682" name="Google Shape;4682;p65"/>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5"/>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5"/>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5"/>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5"/>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5"/>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5"/>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5"/>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5"/>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5"/>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5"/>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5"/>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5"/>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5"/>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5"/>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5"/>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5"/>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5"/>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5"/>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5"/>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5"/>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5"/>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5"/>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5"/>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5"/>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5"/>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5"/>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5"/>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5"/>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5"/>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5"/>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5"/>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5"/>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5"/>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5"/>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5"/>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65"/>
          <p:cNvGrpSpPr/>
          <p:nvPr/>
        </p:nvGrpSpPr>
        <p:grpSpPr>
          <a:xfrm>
            <a:off x="1815333" y="1819044"/>
            <a:ext cx="2227588" cy="726522"/>
            <a:chOff x="3799000" y="1820400"/>
            <a:chExt cx="1039375" cy="338989"/>
          </a:xfrm>
        </p:grpSpPr>
        <p:sp>
          <p:nvSpPr>
            <p:cNvPr id="4719" name="Google Shape;4719;p65"/>
            <p:cNvSpPr/>
            <p:nvPr/>
          </p:nvSpPr>
          <p:spPr>
            <a:xfrm>
              <a:off x="469043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5"/>
            <p:cNvSpPr/>
            <p:nvPr/>
          </p:nvSpPr>
          <p:spPr>
            <a:xfrm>
              <a:off x="469043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5"/>
            <p:cNvSpPr/>
            <p:nvPr/>
          </p:nvSpPr>
          <p:spPr>
            <a:xfrm>
              <a:off x="477957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5"/>
            <p:cNvSpPr/>
            <p:nvPr/>
          </p:nvSpPr>
          <p:spPr>
            <a:xfrm>
              <a:off x="4601288"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5"/>
            <p:cNvSpPr/>
            <p:nvPr/>
          </p:nvSpPr>
          <p:spPr>
            <a:xfrm>
              <a:off x="442300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5"/>
            <p:cNvSpPr/>
            <p:nvPr/>
          </p:nvSpPr>
          <p:spPr>
            <a:xfrm>
              <a:off x="442300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5"/>
            <p:cNvSpPr/>
            <p:nvPr/>
          </p:nvSpPr>
          <p:spPr>
            <a:xfrm>
              <a:off x="442300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5"/>
            <p:cNvSpPr/>
            <p:nvPr/>
          </p:nvSpPr>
          <p:spPr>
            <a:xfrm>
              <a:off x="4512145"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5"/>
            <p:cNvSpPr/>
            <p:nvPr/>
          </p:nvSpPr>
          <p:spPr>
            <a:xfrm>
              <a:off x="4512145"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5"/>
            <p:cNvSpPr/>
            <p:nvPr/>
          </p:nvSpPr>
          <p:spPr>
            <a:xfrm>
              <a:off x="4512145"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5"/>
            <p:cNvSpPr/>
            <p:nvPr/>
          </p:nvSpPr>
          <p:spPr>
            <a:xfrm>
              <a:off x="433385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5"/>
            <p:cNvSpPr/>
            <p:nvPr/>
          </p:nvSpPr>
          <p:spPr>
            <a:xfrm>
              <a:off x="4333859"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5"/>
            <p:cNvSpPr/>
            <p:nvPr/>
          </p:nvSpPr>
          <p:spPr>
            <a:xfrm>
              <a:off x="433385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5"/>
            <p:cNvSpPr/>
            <p:nvPr/>
          </p:nvSpPr>
          <p:spPr>
            <a:xfrm>
              <a:off x="433385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5"/>
            <p:cNvSpPr/>
            <p:nvPr/>
          </p:nvSpPr>
          <p:spPr>
            <a:xfrm>
              <a:off x="4155572"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5"/>
            <p:cNvSpPr/>
            <p:nvPr/>
          </p:nvSpPr>
          <p:spPr>
            <a:xfrm>
              <a:off x="4155572"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5"/>
            <p:cNvSpPr/>
            <p:nvPr/>
          </p:nvSpPr>
          <p:spPr>
            <a:xfrm>
              <a:off x="4155572"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5"/>
            <p:cNvSpPr/>
            <p:nvPr/>
          </p:nvSpPr>
          <p:spPr>
            <a:xfrm>
              <a:off x="4155572"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5"/>
            <p:cNvSpPr/>
            <p:nvPr/>
          </p:nvSpPr>
          <p:spPr>
            <a:xfrm>
              <a:off x="424471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5"/>
            <p:cNvSpPr/>
            <p:nvPr/>
          </p:nvSpPr>
          <p:spPr>
            <a:xfrm>
              <a:off x="424471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5"/>
            <p:cNvSpPr/>
            <p:nvPr/>
          </p:nvSpPr>
          <p:spPr>
            <a:xfrm>
              <a:off x="424471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5"/>
            <p:cNvSpPr/>
            <p:nvPr/>
          </p:nvSpPr>
          <p:spPr>
            <a:xfrm>
              <a:off x="424471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5"/>
            <p:cNvSpPr/>
            <p:nvPr/>
          </p:nvSpPr>
          <p:spPr>
            <a:xfrm>
              <a:off x="4066429"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5"/>
            <p:cNvSpPr/>
            <p:nvPr/>
          </p:nvSpPr>
          <p:spPr>
            <a:xfrm>
              <a:off x="4066429"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5"/>
            <p:cNvSpPr/>
            <p:nvPr/>
          </p:nvSpPr>
          <p:spPr>
            <a:xfrm>
              <a:off x="4066429"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5"/>
            <p:cNvSpPr/>
            <p:nvPr/>
          </p:nvSpPr>
          <p:spPr>
            <a:xfrm>
              <a:off x="3888143"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5"/>
            <p:cNvSpPr/>
            <p:nvPr/>
          </p:nvSpPr>
          <p:spPr>
            <a:xfrm>
              <a:off x="3888143"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5"/>
            <p:cNvSpPr/>
            <p:nvPr/>
          </p:nvSpPr>
          <p:spPr>
            <a:xfrm>
              <a:off x="3888143"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5"/>
            <p:cNvSpPr/>
            <p:nvPr/>
          </p:nvSpPr>
          <p:spPr>
            <a:xfrm>
              <a:off x="3977286"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5"/>
            <p:cNvSpPr/>
            <p:nvPr/>
          </p:nvSpPr>
          <p:spPr>
            <a:xfrm>
              <a:off x="3977286"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5"/>
            <p:cNvSpPr/>
            <p:nvPr/>
          </p:nvSpPr>
          <p:spPr>
            <a:xfrm>
              <a:off x="3977286"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5"/>
            <p:cNvSpPr/>
            <p:nvPr/>
          </p:nvSpPr>
          <p:spPr>
            <a:xfrm>
              <a:off x="3977286"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5"/>
            <p:cNvSpPr/>
            <p:nvPr/>
          </p:nvSpPr>
          <p:spPr>
            <a:xfrm>
              <a:off x="3799000" y="182040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5"/>
            <p:cNvSpPr/>
            <p:nvPr/>
          </p:nvSpPr>
          <p:spPr>
            <a:xfrm>
              <a:off x="3799000" y="191379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5"/>
            <p:cNvSpPr/>
            <p:nvPr/>
          </p:nvSpPr>
          <p:spPr>
            <a:xfrm>
              <a:off x="3799000" y="200719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5"/>
            <p:cNvSpPr/>
            <p:nvPr/>
          </p:nvSpPr>
          <p:spPr>
            <a:xfrm>
              <a:off x="3799000" y="210058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755" name="Google Shape;4755;p65"/>
          <p:cNvPicPr preferRelativeResize="0"/>
          <p:nvPr/>
        </p:nvPicPr>
        <p:blipFill rotWithShape="1">
          <a:blip r:embed="rId3">
            <a:alphaModFix/>
          </a:blip>
          <a:srcRect b="58313" l="37356" r="21311" t="14130"/>
          <a:stretch/>
        </p:blipFill>
        <p:spPr>
          <a:xfrm>
            <a:off x="5314431" y="1475488"/>
            <a:ext cx="1417200" cy="1417200"/>
          </a:xfrm>
          <a:prstGeom prst="ellipse">
            <a:avLst/>
          </a:prstGeom>
          <a:noFill/>
          <a:ln cap="flat" cmpd="sng" w="9525">
            <a:solidFill>
              <a:schemeClr val="dk1"/>
            </a:solidFill>
            <a:prstDash val="solid"/>
            <a:round/>
            <a:headEnd len="sm" w="sm" type="none"/>
            <a:tailEnd len="sm" w="sm" type="none"/>
          </a:ln>
        </p:spPr>
      </p:pic>
      <p:pic>
        <p:nvPicPr>
          <p:cNvPr id="4756" name="Google Shape;4756;p65"/>
          <p:cNvPicPr preferRelativeResize="0"/>
          <p:nvPr/>
        </p:nvPicPr>
        <p:blipFill rotWithShape="1">
          <a:blip r:embed="rId4">
            <a:alphaModFix/>
          </a:blip>
          <a:srcRect b="55631" l="35047" r="35731" t="612"/>
          <a:stretch/>
        </p:blipFill>
        <p:spPr>
          <a:xfrm>
            <a:off x="2412369" y="1475488"/>
            <a:ext cx="1417200" cy="1413600"/>
          </a:xfrm>
          <a:prstGeom prst="ellipse">
            <a:avLst/>
          </a:prstGeom>
          <a:noFill/>
          <a:ln cap="flat" cmpd="sng" w="9525">
            <a:solidFill>
              <a:schemeClr val="dk1"/>
            </a:solidFill>
            <a:prstDash val="solid"/>
            <a:round/>
            <a:headEnd len="sm" w="sm" type="none"/>
            <a:tailEnd len="sm" w="sm" type="none"/>
          </a:ln>
        </p:spPr>
      </p:pic>
      <p:sp>
        <p:nvSpPr>
          <p:cNvPr id="4757" name="Google Shape;4757;p65"/>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MEET THE TEAM</a:t>
            </a:r>
            <a:endParaRPr/>
          </a:p>
        </p:txBody>
      </p:sp>
      <p:sp>
        <p:nvSpPr>
          <p:cNvPr id="4758" name="Google Shape;4758;p65"/>
          <p:cNvSpPr txBox="1"/>
          <p:nvPr>
            <p:ph idx="2" type="title"/>
          </p:nvPr>
        </p:nvSpPr>
        <p:spPr>
          <a:xfrm>
            <a:off x="2079069" y="3009750"/>
            <a:ext cx="20838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4759" name="Google Shape;4759;p65"/>
          <p:cNvSpPr txBox="1"/>
          <p:nvPr>
            <p:ph idx="1" type="subTitle"/>
          </p:nvPr>
        </p:nvSpPr>
        <p:spPr>
          <a:xfrm>
            <a:off x="2079069" y="3439300"/>
            <a:ext cx="20838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4760" name="Google Shape;4760;p65"/>
          <p:cNvSpPr txBox="1"/>
          <p:nvPr>
            <p:ph idx="3" type="title"/>
          </p:nvPr>
        </p:nvSpPr>
        <p:spPr>
          <a:xfrm>
            <a:off x="4981131" y="3009750"/>
            <a:ext cx="20838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SUSAN BONES</a:t>
            </a:r>
            <a:endParaRPr/>
          </a:p>
        </p:txBody>
      </p:sp>
      <p:sp>
        <p:nvSpPr>
          <p:cNvPr id="4761" name="Google Shape;4761;p65"/>
          <p:cNvSpPr txBox="1"/>
          <p:nvPr>
            <p:ph idx="4" type="subTitle"/>
          </p:nvPr>
        </p:nvSpPr>
        <p:spPr>
          <a:xfrm>
            <a:off x="4981131" y="3439300"/>
            <a:ext cx="20838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4762" name="Google Shape;4762;p65"/>
          <p:cNvPicPr preferRelativeResize="0"/>
          <p:nvPr/>
        </p:nvPicPr>
        <p:blipFill>
          <a:blip r:embed="rId5">
            <a:alphaModFix/>
          </a:blip>
          <a:stretch>
            <a:fillRect/>
          </a:stretch>
        </p:blipFill>
        <p:spPr>
          <a:xfrm>
            <a:off x="8081150" y="1270657"/>
            <a:ext cx="699175" cy="922209"/>
          </a:xfrm>
          <a:prstGeom prst="rect">
            <a:avLst/>
          </a:prstGeom>
          <a:noFill/>
          <a:ln>
            <a:noFill/>
          </a:ln>
        </p:spPr>
      </p:pic>
      <p:grpSp>
        <p:nvGrpSpPr>
          <p:cNvPr id="4763" name="Google Shape;4763;p65"/>
          <p:cNvGrpSpPr/>
          <p:nvPr/>
        </p:nvGrpSpPr>
        <p:grpSpPr>
          <a:xfrm>
            <a:off x="2866915" y="4069282"/>
            <a:ext cx="508123" cy="126020"/>
            <a:chOff x="3857800" y="1236682"/>
            <a:chExt cx="237086" cy="58800"/>
          </a:xfrm>
        </p:grpSpPr>
        <p:sp>
          <p:nvSpPr>
            <p:cNvPr id="4764" name="Google Shape;4764;p65"/>
            <p:cNvSpPr/>
            <p:nvPr/>
          </p:nvSpPr>
          <p:spPr>
            <a:xfrm>
              <a:off x="3946943" y="1236682"/>
              <a:ext cx="58800" cy="58800"/>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5"/>
            <p:cNvSpPr/>
            <p:nvPr/>
          </p:nvSpPr>
          <p:spPr>
            <a:xfrm>
              <a:off x="4036086" y="1236682"/>
              <a:ext cx="58800" cy="58800"/>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5"/>
            <p:cNvSpPr/>
            <p:nvPr/>
          </p:nvSpPr>
          <p:spPr>
            <a:xfrm>
              <a:off x="3857800" y="1236682"/>
              <a:ext cx="58800" cy="58800"/>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65"/>
          <p:cNvGrpSpPr/>
          <p:nvPr/>
        </p:nvGrpSpPr>
        <p:grpSpPr>
          <a:xfrm>
            <a:off x="5768953" y="4069282"/>
            <a:ext cx="508123" cy="126020"/>
            <a:chOff x="3857800" y="1236682"/>
            <a:chExt cx="237086" cy="58800"/>
          </a:xfrm>
        </p:grpSpPr>
        <p:sp>
          <p:nvSpPr>
            <p:cNvPr id="4768" name="Google Shape;4768;p65"/>
            <p:cNvSpPr/>
            <p:nvPr/>
          </p:nvSpPr>
          <p:spPr>
            <a:xfrm>
              <a:off x="3946943" y="1236682"/>
              <a:ext cx="58800" cy="58800"/>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5"/>
            <p:cNvSpPr/>
            <p:nvPr/>
          </p:nvSpPr>
          <p:spPr>
            <a:xfrm>
              <a:off x="4036086" y="1236682"/>
              <a:ext cx="58800" cy="58800"/>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5"/>
            <p:cNvSpPr/>
            <p:nvPr/>
          </p:nvSpPr>
          <p:spPr>
            <a:xfrm>
              <a:off x="3857800" y="1236682"/>
              <a:ext cx="58800" cy="58800"/>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4" name="Shape 4774"/>
        <p:cNvGrpSpPr/>
        <p:nvPr/>
      </p:nvGrpSpPr>
      <p:grpSpPr>
        <a:xfrm>
          <a:off x="0" y="0"/>
          <a:ext cx="0" cy="0"/>
          <a:chOff x="0" y="0"/>
          <a:chExt cx="0" cy="0"/>
        </a:xfrm>
      </p:grpSpPr>
      <p:sp>
        <p:nvSpPr>
          <p:cNvPr id="4775" name="Google Shape;4775;p66"/>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TIMELINE</a:t>
            </a:r>
            <a:endParaRPr/>
          </a:p>
        </p:txBody>
      </p:sp>
      <p:cxnSp>
        <p:nvCxnSpPr>
          <p:cNvPr id="4776" name="Google Shape;4776;p66"/>
          <p:cNvCxnSpPr>
            <a:endCxn id="4777" idx="2"/>
          </p:cNvCxnSpPr>
          <p:nvPr/>
        </p:nvCxnSpPr>
        <p:spPr>
          <a:xfrm flipH="1" rot="10800000">
            <a:off x="4230650" y="2319300"/>
            <a:ext cx="670200" cy="6000"/>
          </a:xfrm>
          <a:prstGeom prst="straightConnector1">
            <a:avLst/>
          </a:prstGeom>
          <a:noFill/>
          <a:ln cap="flat" cmpd="sng" w="9525">
            <a:solidFill>
              <a:schemeClr val="dk1"/>
            </a:solidFill>
            <a:prstDash val="solid"/>
            <a:round/>
            <a:headEnd len="med" w="med" type="none"/>
            <a:tailEnd len="med" w="med" type="none"/>
          </a:ln>
        </p:spPr>
      </p:cxnSp>
      <p:cxnSp>
        <p:nvCxnSpPr>
          <p:cNvPr id="4778" name="Google Shape;4778;p66"/>
          <p:cNvCxnSpPr>
            <a:endCxn id="4779" idx="2"/>
          </p:cNvCxnSpPr>
          <p:nvPr/>
        </p:nvCxnSpPr>
        <p:spPr>
          <a:xfrm>
            <a:off x="-1650" y="2319300"/>
            <a:ext cx="935400" cy="0"/>
          </a:xfrm>
          <a:prstGeom prst="straightConnector1">
            <a:avLst/>
          </a:prstGeom>
          <a:noFill/>
          <a:ln cap="flat" cmpd="sng" w="9525">
            <a:solidFill>
              <a:schemeClr val="dk1"/>
            </a:solidFill>
            <a:prstDash val="solid"/>
            <a:round/>
            <a:headEnd len="med" w="med" type="none"/>
            <a:tailEnd len="med" w="med" type="none"/>
          </a:ln>
        </p:spPr>
      </p:cxnSp>
      <p:cxnSp>
        <p:nvCxnSpPr>
          <p:cNvPr id="4780" name="Google Shape;4780;p66"/>
          <p:cNvCxnSpPr>
            <a:stCxn id="4779" idx="6"/>
            <a:endCxn id="4781" idx="2"/>
          </p:cNvCxnSpPr>
          <p:nvPr/>
        </p:nvCxnSpPr>
        <p:spPr>
          <a:xfrm>
            <a:off x="2257650" y="2319300"/>
            <a:ext cx="659700" cy="0"/>
          </a:xfrm>
          <a:prstGeom prst="straightConnector1">
            <a:avLst/>
          </a:prstGeom>
          <a:noFill/>
          <a:ln cap="flat" cmpd="sng" w="9525">
            <a:solidFill>
              <a:schemeClr val="dk1"/>
            </a:solidFill>
            <a:prstDash val="solid"/>
            <a:round/>
            <a:headEnd len="med" w="med" type="none"/>
            <a:tailEnd len="med" w="med" type="none"/>
          </a:ln>
        </p:spPr>
      </p:cxnSp>
      <p:cxnSp>
        <p:nvCxnSpPr>
          <p:cNvPr id="4782" name="Google Shape;4782;p66"/>
          <p:cNvCxnSpPr>
            <a:stCxn id="4777" idx="6"/>
            <a:endCxn id="4783" idx="2"/>
          </p:cNvCxnSpPr>
          <p:nvPr/>
        </p:nvCxnSpPr>
        <p:spPr>
          <a:xfrm>
            <a:off x="6224750" y="2319300"/>
            <a:ext cx="659700" cy="0"/>
          </a:xfrm>
          <a:prstGeom prst="straightConnector1">
            <a:avLst/>
          </a:prstGeom>
          <a:noFill/>
          <a:ln cap="flat" cmpd="sng" w="9525">
            <a:solidFill>
              <a:schemeClr val="dk1"/>
            </a:solidFill>
            <a:prstDash val="solid"/>
            <a:round/>
            <a:headEnd len="med" w="med" type="none"/>
            <a:tailEnd len="med" w="med" type="none"/>
          </a:ln>
        </p:spPr>
      </p:cxnSp>
      <p:cxnSp>
        <p:nvCxnSpPr>
          <p:cNvPr id="4784" name="Google Shape;4784;p66"/>
          <p:cNvCxnSpPr>
            <a:stCxn id="4783" idx="6"/>
          </p:cNvCxnSpPr>
          <p:nvPr/>
        </p:nvCxnSpPr>
        <p:spPr>
          <a:xfrm>
            <a:off x="8208300" y="2319300"/>
            <a:ext cx="961800" cy="0"/>
          </a:xfrm>
          <a:prstGeom prst="straightConnector1">
            <a:avLst/>
          </a:prstGeom>
          <a:noFill/>
          <a:ln cap="flat" cmpd="sng" w="9525">
            <a:solidFill>
              <a:schemeClr val="dk1"/>
            </a:solidFill>
            <a:prstDash val="solid"/>
            <a:round/>
            <a:headEnd len="med" w="med" type="none"/>
            <a:tailEnd len="med" w="med" type="none"/>
          </a:ln>
        </p:spPr>
      </p:cxnSp>
      <p:sp>
        <p:nvSpPr>
          <p:cNvPr id="4779" name="Google Shape;4779;p66"/>
          <p:cNvSpPr/>
          <p:nvPr/>
        </p:nvSpPr>
        <p:spPr>
          <a:xfrm>
            <a:off x="933750" y="1657350"/>
            <a:ext cx="1323900" cy="13239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3000">
                <a:solidFill>
                  <a:schemeClr val="dk1"/>
                </a:solidFill>
                <a:latin typeface="Alumni Sans Pinstripe"/>
                <a:ea typeface="Alumni Sans Pinstripe"/>
                <a:cs typeface="Alumni Sans Pinstripe"/>
                <a:sym typeface="Alumni Sans Pinstripe"/>
              </a:rPr>
              <a:t>2XXX</a:t>
            </a:r>
            <a:endParaRPr sz="3000">
              <a:solidFill>
                <a:schemeClr val="dk1"/>
              </a:solidFill>
              <a:latin typeface="Alumni Sans Pinstripe"/>
              <a:ea typeface="Alumni Sans Pinstripe"/>
              <a:cs typeface="Alumni Sans Pinstripe"/>
              <a:sym typeface="Alumni Sans Pinstripe"/>
            </a:endParaRPr>
          </a:p>
        </p:txBody>
      </p:sp>
      <p:sp>
        <p:nvSpPr>
          <p:cNvPr id="4781" name="Google Shape;4781;p66"/>
          <p:cNvSpPr/>
          <p:nvPr/>
        </p:nvSpPr>
        <p:spPr>
          <a:xfrm>
            <a:off x="2917300" y="1657350"/>
            <a:ext cx="1323900" cy="13239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3000">
                <a:solidFill>
                  <a:schemeClr val="dk1"/>
                </a:solidFill>
                <a:latin typeface="Alumni Sans Pinstripe"/>
                <a:ea typeface="Alumni Sans Pinstripe"/>
                <a:cs typeface="Alumni Sans Pinstripe"/>
                <a:sym typeface="Alumni Sans Pinstripe"/>
              </a:rPr>
              <a:t>2XXX</a:t>
            </a:r>
            <a:endParaRPr sz="3000">
              <a:solidFill>
                <a:schemeClr val="dk1"/>
              </a:solidFill>
              <a:latin typeface="Alumni Sans Pinstripe"/>
              <a:ea typeface="Alumni Sans Pinstripe"/>
              <a:cs typeface="Alumni Sans Pinstripe"/>
              <a:sym typeface="Alumni Sans Pinstripe"/>
            </a:endParaRPr>
          </a:p>
        </p:txBody>
      </p:sp>
      <p:sp>
        <p:nvSpPr>
          <p:cNvPr id="4777" name="Google Shape;4777;p66"/>
          <p:cNvSpPr/>
          <p:nvPr/>
        </p:nvSpPr>
        <p:spPr>
          <a:xfrm>
            <a:off x="4900850" y="1657350"/>
            <a:ext cx="1323900" cy="13239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3000">
                <a:solidFill>
                  <a:schemeClr val="dk1"/>
                </a:solidFill>
                <a:latin typeface="Alumni Sans Pinstripe"/>
                <a:ea typeface="Alumni Sans Pinstripe"/>
                <a:cs typeface="Alumni Sans Pinstripe"/>
                <a:sym typeface="Alumni Sans Pinstripe"/>
              </a:rPr>
              <a:t>2XXX</a:t>
            </a:r>
            <a:endParaRPr sz="3000">
              <a:solidFill>
                <a:schemeClr val="dk1"/>
              </a:solidFill>
              <a:latin typeface="Alumni Sans Pinstripe"/>
              <a:ea typeface="Alumni Sans Pinstripe"/>
              <a:cs typeface="Alumni Sans Pinstripe"/>
              <a:sym typeface="Alumni Sans Pinstripe"/>
            </a:endParaRPr>
          </a:p>
        </p:txBody>
      </p:sp>
      <p:sp>
        <p:nvSpPr>
          <p:cNvPr id="4783" name="Google Shape;4783;p66"/>
          <p:cNvSpPr/>
          <p:nvPr/>
        </p:nvSpPr>
        <p:spPr>
          <a:xfrm>
            <a:off x="6884400" y="1657350"/>
            <a:ext cx="1323900" cy="13239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3000">
                <a:solidFill>
                  <a:schemeClr val="dk1"/>
                </a:solidFill>
                <a:latin typeface="Alumni Sans Pinstripe"/>
                <a:ea typeface="Alumni Sans Pinstripe"/>
                <a:cs typeface="Alumni Sans Pinstripe"/>
                <a:sym typeface="Alumni Sans Pinstripe"/>
              </a:rPr>
              <a:t>2XXX</a:t>
            </a:r>
            <a:endParaRPr sz="3000">
              <a:solidFill>
                <a:schemeClr val="dk1"/>
              </a:solidFill>
              <a:latin typeface="Alumni Sans Pinstripe"/>
              <a:ea typeface="Alumni Sans Pinstripe"/>
              <a:cs typeface="Alumni Sans Pinstripe"/>
              <a:sym typeface="Alumni Sans Pinstripe"/>
            </a:endParaRPr>
          </a:p>
        </p:txBody>
      </p:sp>
      <p:sp>
        <p:nvSpPr>
          <p:cNvPr id="4785" name="Google Shape;4785;p66"/>
          <p:cNvSpPr txBox="1"/>
          <p:nvPr/>
        </p:nvSpPr>
        <p:spPr>
          <a:xfrm>
            <a:off x="716850" y="3193875"/>
            <a:ext cx="1757700" cy="55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Mars</a:t>
            </a:r>
            <a:endParaRPr b="1" sz="2400">
              <a:solidFill>
                <a:schemeClr val="dk1"/>
              </a:solidFill>
              <a:latin typeface="Alumni Sans Pinstripe"/>
              <a:ea typeface="Alumni Sans Pinstripe"/>
              <a:cs typeface="Alumni Sans Pinstripe"/>
              <a:sym typeface="Alumni Sans Pinstripe"/>
            </a:endParaRPr>
          </a:p>
        </p:txBody>
      </p:sp>
      <p:sp>
        <p:nvSpPr>
          <p:cNvPr id="4786" name="Google Shape;4786;p66"/>
          <p:cNvSpPr txBox="1"/>
          <p:nvPr/>
        </p:nvSpPr>
        <p:spPr>
          <a:xfrm>
            <a:off x="716850" y="3650151"/>
            <a:ext cx="1757700" cy="61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dvent Pro"/>
                <a:ea typeface="Advent Pro"/>
                <a:cs typeface="Advent Pro"/>
                <a:sym typeface="Advent Pro"/>
              </a:rPr>
              <a:t>Even if it’s red, Mars is a cold place to live on</a:t>
            </a:r>
            <a:endParaRPr>
              <a:solidFill>
                <a:schemeClr val="dk1"/>
              </a:solidFill>
              <a:latin typeface="Advent Pro"/>
              <a:ea typeface="Advent Pro"/>
              <a:cs typeface="Advent Pro"/>
              <a:sym typeface="Advent Pro"/>
            </a:endParaRPr>
          </a:p>
        </p:txBody>
      </p:sp>
      <p:sp>
        <p:nvSpPr>
          <p:cNvPr id="4787" name="Google Shape;4787;p66"/>
          <p:cNvSpPr txBox="1"/>
          <p:nvPr/>
        </p:nvSpPr>
        <p:spPr>
          <a:xfrm>
            <a:off x="2700400" y="3193875"/>
            <a:ext cx="1757700" cy="55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Mercury</a:t>
            </a:r>
            <a:endParaRPr b="1" sz="2400">
              <a:solidFill>
                <a:schemeClr val="dk1"/>
              </a:solidFill>
              <a:latin typeface="Alumni Sans Pinstripe"/>
              <a:ea typeface="Alumni Sans Pinstripe"/>
              <a:cs typeface="Alumni Sans Pinstripe"/>
              <a:sym typeface="Alumni Sans Pinstripe"/>
            </a:endParaRPr>
          </a:p>
        </p:txBody>
      </p:sp>
      <p:sp>
        <p:nvSpPr>
          <p:cNvPr id="4788" name="Google Shape;4788;p66"/>
          <p:cNvSpPr txBox="1"/>
          <p:nvPr/>
        </p:nvSpPr>
        <p:spPr>
          <a:xfrm>
            <a:off x="2700400" y="3650150"/>
            <a:ext cx="1757700" cy="61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dvent Pro"/>
                <a:ea typeface="Advent Pro"/>
                <a:cs typeface="Advent Pro"/>
                <a:sym typeface="Advent Pro"/>
              </a:rPr>
              <a:t>Mercury is the closest planet to the Sun</a:t>
            </a:r>
            <a:endParaRPr>
              <a:solidFill>
                <a:schemeClr val="dk1"/>
              </a:solidFill>
              <a:latin typeface="Advent Pro"/>
              <a:ea typeface="Advent Pro"/>
              <a:cs typeface="Advent Pro"/>
              <a:sym typeface="Advent Pro"/>
            </a:endParaRPr>
          </a:p>
        </p:txBody>
      </p:sp>
      <p:sp>
        <p:nvSpPr>
          <p:cNvPr id="4789" name="Google Shape;4789;p66"/>
          <p:cNvSpPr txBox="1"/>
          <p:nvPr/>
        </p:nvSpPr>
        <p:spPr>
          <a:xfrm>
            <a:off x="4683950" y="3193875"/>
            <a:ext cx="1757700" cy="55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Saturn</a:t>
            </a:r>
            <a:endParaRPr b="1" sz="2400">
              <a:solidFill>
                <a:schemeClr val="dk1"/>
              </a:solidFill>
              <a:latin typeface="Alumni Sans Pinstripe"/>
              <a:ea typeface="Alumni Sans Pinstripe"/>
              <a:cs typeface="Alumni Sans Pinstripe"/>
              <a:sym typeface="Alumni Sans Pinstripe"/>
            </a:endParaRPr>
          </a:p>
        </p:txBody>
      </p:sp>
      <p:sp>
        <p:nvSpPr>
          <p:cNvPr id="4790" name="Google Shape;4790;p66"/>
          <p:cNvSpPr txBox="1"/>
          <p:nvPr/>
        </p:nvSpPr>
        <p:spPr>
          <a:xfrm>
            <a:off x="4683950" y="3650150"/>
            <a:ext cx="1757700" cy="61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dvent Pro"/>
                <a:ea typeface="Advent Pro"/>
                <a:cs typeface="Advent Pro"/>
                <a:sym typeface="Advent Pro"/>
              </a:rPr>
              <a:t>Saturn is the ringed one and a gas giant</a:t>
            </a:r>
            <a:endParaRPr>
              <a:solidFill>
                <a:schemeClr val="dk1"/>
              </a:solidFill>
              <a:latin typeface="Advent Pro"/>
              <a:ea typeface="Advent Pro"/>
              <a:cs typeface="Advent Pro"/>
              <a:sym typeface="Advent Pro"/>
            </a:endParaRPr>
          </a:p>
        </p:txBody>
      </p:sp>
      <p:sp>
        <p:nvSpPr>
          <p:cNvPr id="4791" name="Google Shape;4791;p66"/>
          <p:cNvSpPr txBox="1"/>
          <p:nvPr/>
        </p:nvSpPr>
        <p:spPr>
          <a:xfrm>
            <a:off x="6667500" y="3193875"/>
            <a:ext cx="1757700" cy="55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Venus</a:t>
            </a:r>
            <a:endParaRPr b="1" sz="2400">
              <a:solidFill>
                <a:schemeClr val="dk1"/>
              </a:solidFill>
              <a:latin typeface="Alumni Sans Pinstripe"/>
              <a:ea typeface="Alumni Sans Pinstripe"/>
              <a:cs typeface="Alumni Sans Pinstripe"/>
              <a:sym typeface="Alumni Sans Pinstripe"/>
            </a:endParaRPr>
          </a:p>
        </p:txBody>
      </p:sp>
      <p:sp>
        <p:nvSpPr>
          <p:cNvPr id="4792" name="Google Shape;4792;p66"/>
          <p:cNvSpPr txBox="1"/>
          <p:nvPr/>
        </p:nvSpPr>
        <p:spPr>
          <a:xfrm>
            <a:off x="6667500" y="3650150"/>
            <a:ext cx="1757700" cy="61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dvent Pro"/>
                <a:ea typeface="Advent Pro"/>
                <a:cs typeface="Advent Pro"/>
                <a:sym typeface="Advent Pro"/>
              </a:rPr>
              <a:t>Venus has a beautiful name, but terribly hot</a:t>
            </a:r>
            <a:endParaRPr>
              <a:solidFill>
                <a:schemeClr val="dk1"/>
              </a:solidFill>
              <a:latin typeface="Advent Pro"/>
              <a:ea typeface="Advent Pro"/>
              <a:cs typeface="Advent Pro"/>
              <a:sym typeface="Advent Pro"/>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6" name="Shape 4796"/>
        <p:cNvGrpSpPr/>
        <p:nvPr/>
      </p:nvGrpSpPr>
      <p:grpSpPr>
        <a:xfrm>
          <a:off x="0" y="0"/>
          <a:ext cx="0" cy="0"/>
          <a:chOff x="0" y="0"/>
          <a:chExt cx="0" cy="0"/>
        </a:xfrm>
      </p:grpSpPr>
      <p:sp>
        <p:nvSpPr>
          <p:cNvPr id="4797" name="Google Shape;4797;p67"/>
          <p:cNvSpPr/>
          <p:nvPr/>
        </p:nvSpPr>
        <p:spPr>
          <a:xfrm>
            <a:off x="2943075" y="1366105"/>
            <a:ext cx="3257700" cy="3258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798" name="Google Shape;4798;p67"/>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TO SECURE YOUR DATA</a:t>
            </a:r>
            <a:endParaRPr/>
          </a:p>
        </p:txBody>
      </p:sp>
      <p:pic>
        <p:nvPicPr>
          <p:cNvPr id="4799" name="Google Shape;4799;p67"/>
          <p:cNvPicPr preferRelativeResize="0"/>
          <p:nvPr/>
        </p:nvPicPr>
        <p:blipFill>
          <a:blip r:embed="rId3">
            <a:alphaModFix/>
          </a:blip>
          <a:stretch>
            <a:fillRect/>
          </a:stretch>
        </p:blipFill>
        <p:spPr>
          <a:xfrm>
            <a:off x="4021250" y="2123401"/>
            <a:ext cx="1101350" cy="1743449"/>
          </a:xfrm>
          <a:prstGeom prst="rect">
            <a:avLst/>
          </a:prstGeom>
          <a:noFill/>
          <a:ln>
            <a:noFill/>
          </a:ln>
        </p:spPr>
      </p:pic>
      <p:sp>
        <p:nvSpPr>
          <p:cNvPr id="4800" name="Google Shape;4800;p67"/>
          <p:cNvSpPr txBox="1"/>
          <p:nvPr/>
        </p:nvSpPr>
        <p:spPr>
          <a:xfrm>
            <a:off x="713423" y="1704621"/>
            <a:ext cx="1537500" cy="554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MARS</a:t>
            </a:r>
            <a:endParaRPr b="1" sz="2400">
              <a:solidFill>
                <a:schemeClr val="dk1"/>
              </a:solidFill>
              <a:latin typeface="Alumni Sans Pinstripe"/>
              <a:ea typeface="Alumni Sans Pinstripe"/>
              <a:cs typeface="Alumni Sans Pinstripe"/>
              <a:sym typeface="Alumni Sans Pinstripe"/>
            </a:endParaRPr>
          </a:p>
        </p:txBody>
      </p:sp>
      <p:sp>
        <p:nvSpPr>
          <p:cNvPr id="4801" name="Google Shape;4801;p67"/>
          <p:cNvSpPr txBox="1"/>
          <p:nvPr/>
        </p:nvSpPr>
        <p:spPr>
          <a:xfrm>
            <a:off x="713423" y="2119283"/>
            <a:ext cx="1537500" cy="61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dvent Pro Medium"/>
                <a:ea typeface="Advent Pro Medium"/>
                <a:cs typeface="Advent Pro Medium"/>
                <a:sym typeface="Advent Pro Medium"/>
              </a:rPr>
              <a:t>It is red, but it’s a very cold place</a:t>
            </a:r>
            <a:endParaRPr>
              <a:solidFill>
                <a:schemeClr val="dk1"/>
              </a:solidFill>
              <a:latin typeface="Advent Pro Medium"/>
              <a:ea typeface="Advent Pro Medium"/>
              <a:cs typeface="Advent Pro Medium"/>
              <a:sym typeface="Advent Pro Medium"/>
            </a:endParaRPr>
          </a:p>
        </p:txBody>
      </p:sp>
      <p:sp>
        <p:nvSpPr>
          <p:cNvPr id="4802" name="Google Shape;4802;p67"/>
          <p:cNvSpPr txBox="1"/>
          <p:nvPr/>
        </p:nvSpPr>
        <p:spPr>
          <a:xfrm>
            <a:off x="6892913" y="1704600"/>
            <a:ext cx="1537500" cy="554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SATURN</a:t>
            </a:r>
            <a:endParaRPr b="1" sz="2400">
              <a:solidFill>
                <a:schemeClr val="dk1"/>
              </a:solidFill>
              <a:latin typeface="Alumni Sans Pinstripe"/>
              <a:ea typeface="Alumni Sans Pinstripe"/>
              <a:cs typeface="Alumni Sans Pinstripe"/>
              <a:sym typeface="Alumni Sans Pinstripe"/>
            </a:endParaRPr>
          </a:p>
        </p:txBody>
      </p:sp>
      <p:sp>
        <p:nvSpPr>
          <p:cNvPr id="4803" name="Google Shape;4803;p67"/>
          <p:cNvSpPr txBox="1"/>
          <p:nvPr/>
        </p:nvSpPr>
        <p:spPr>
          <a:xfrm>
            <a:off x="6892913" y="2119281"/>
            <a:ext cx="1537500" cy="61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Saturn is actually a gas giant</a:t>
            </a:r>
            <a:endParaRPr>
              <a:solidFill>
                <a:schemeClr val="dk1"/>
              </a:solidFill>
              <a:latin typeface="Advent Pro Medium"/>
              <a:ea typeface="Advent Pro Medium"/>
              <a:cs typeface="Advent Pro Medium"/>
              <a:sym typeface="Advent Pro Medium"/>
            </a:endParaRPr>
          </a:p>
        </p:txBody>
      </p:sp>
      <p:sp>
        <p:nvSpPr>
          <p:cNvPr id="4804" name="Google Shape;4804;p67"/>
          <p:cNvSpPr txBox="1"/>
          <p:nvPr/>
        </p:nvSpPr>
        <p:spPr>
          <a:xfrm>
            <a:off x="713423" y="3029401"/>
            <a:ext cx="1537500" cy="554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MERCURY</a:t>
            </a:r>
            <a:endParaRPr b="1" sz="2400">
              <a:solidFill>
                <a:schemeClr val="dk1"/>
              </a:solidFill>
              <a:latin typeface="Alumni Sans Pinstripe"/>
              <a:ea typeface="Alumni Sans Pinstripe"/>
              <a:cs typeface="Alumni Sans Pinstripe"/>
              <a:sym typeface="Alumni Sans Pinstripe"/>
            </a:endParaRPr>
          </a:p>
        </p:txBody>
      </p:sp>
      <p:sp>
        <p:nvSpPr>
          <p:cNvPr id="4805" name="Google Shape;4805;p67"/>
          <p:cNvSpPr txBox="1"/>
          <p:nvPr/>
        </p:nvSpPr>
        <p:spPr>
          <a:xfrm>
            <a:off x="713412" y="3444998"/>
            <a:ext cx="1537500" cy="61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dvent Pro Medium"/>
                <a:ea typeface="Advent Pro Medium"/>
                <a:cs typeface="Advent Pro Medium"/>
                <a:sym typeface="Advent Pro Medium"/>
              </a:rPr>
              <a:t>It is the closest planet to the Sun</a:t>
            </a:r>
            <a:endParaRPr>
              <a:solidFill>
                <a:schemeClr val="dk1"/>
              </a:solidFill>
              <a:latin typeface="Advent Pro Medium"/>
              <a:ea typeface="Advent Pro Medium"/>
              <a:cs typeface="Advent Pro Medium"/>
              <a:sym typeface="Advent Pro Medium"/>
            </a:endParaRPr>
          </a:p>
        </p:txBody>
      </p:sp>
      <p:sp>
        <p:nvSpPr>
          <p:cNvPr id="4806" name="Google Shape;4806;p67"/>
          <p:cNvSpPr txBox="1"/>
          <p:nvPr/>
        </p:nvSpPr>
        <p:spPr>
          <a:xfrm>
            <a:off x="6892913" y="3029406"/>
            <a:ext cx="1537500" cy="554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VENUS</a:t>
            </a:r>
            <a:endParaRPr b="1" sz="2400">
              <a:solidFill>
                <a:schemeClr val="dk1"/>
              </a:solidFill>
              <a:latin typeface="Alumni Sans Pinstripe"/>
              <a:ea typeface="Alumni Sans Pinstripe"/>
              <a:cs typeface="Alumni Sans Pinstripe"/>
              <a:sym typeface="Alumni Sans Pinstripe"/>
            </a:endParaRPr>
          </a:p>
        </p:txBody>
      </p:sp>
      <p:sp>
        <p:nvSpPr>
          <p:cNvPr id="4807" name="Google Shape;4807;p67"/>
          <p:cNvSpPr txBox="1"/>
          <p:nvPr/>
        </p:nvSpPr>
        <p:spPr>
          <a:xfrm>
            <a:off x="6892913" y="3444986"/>
            <a:ext cx="1537500" cy="61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It has a beautiful name, but hot</a:t>
            </a:r>
            <a:endParaRPr>
              <a:solidFill>
                <a:schemeClr val="dk1"/>
              </a:solidFill>
              <a:latin typeface="Advent Pro Medium"/>
              <a:ea typeface="Advent Pro Medium"/>
              <a:cs typeface="Advent Pro Medium"/>
              <a:sym typeface="Advent Pro Medium"/>
            </a:endParaRPr>
          </a:p>
        </p:txBody>
      </p:sp>
      <p:sp>
        <p:nvSpPr>
          <p:cNvPr id="4808" name="Google Shape;4808;p67"/>
          <p:cNvSpPr/>
          <p:nvPr/>
        </p:nvSpPr>
        <p:spPr>
          <a:xfrm>
            <a:off x="2511638" y="1704967"/>
            <a:ext cx="1101300" cy="1101900"/>
          </a:xfrm>
          <a:prstGeom prst="ellipse">
            <a:avLst/>
          </a:prstGeom>
          <a:gradFill>
            <a:gsLst>
              <a:gs pos="0">
                <a:schemeClr val="lt1"/>
              </a:gs>
              <a:gs pos="100000">
                <a:schemeClr val="dk2"/>
              </a:gs>
            </a:gsLst>
            <a:path path="circle">
              <a:fillToRect b="50%" l="50%" r="50%" t="50%"/>
            </a:path>
            <a:tileRect/>
          </a:gra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7"/>
          <p:cNvSpPr/>
          <p:nvPr/>
        </p:nvSpPr>
        <p:spPr>
          <a:xfrm>
            <a:off x="2511638" y="3029392"/>
            <a:ext cx="1101300" cy="1101900"/>
          </a:xfrm>
          <a:prstGeom prst="ellipse">
            <a:avLst/>
          </a:prstGeom>
          <a:gradFill>
            <a:gsLst>
              <a:gs pos="0">
                <a:schemeClr val="lt1"/>
              </a:gs>
              <a:gs pos="100000">
                <a:schemeClr val="dk2"/>
              </a:gs>
            </a:gsLst>
            <a:path path="circle">
              <a:fillToRect b="50%" l="50%" r="50%" t="50%"/>
            </a:path>
            <a:tileRect/>
          </a:gra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7"/>
          <p:cNvSpPr/>
          <p:nvPr/>
        </p:nvSpPr>
        <p:spPr>
          <a:xfrm>
            <a:off x="5531063" y="1704967"/>
            <a:ext cx="1101300" cy="1101900"/>
          </a:xfrm>
          <a:prstGeom prst="ellipse">
            <a:avLst/>
          </a:prstGeom>
          <a:gradFill>
            <a:gsLst>
              <a:gs pos="0">
                <a:schemeClr val="lt1"/>
              </a:gs>
              <a:gs pos="100000">
                <a:schemeClr val="dk2"/>
              </a:gs>
            </a:gsLst>
            <a:path path="circle">
              <a:fillToRect b="50%" l="50%" r="50%" t="50%"/>
            </a:path>
            <a:tileRect/>
          </a:gra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7"/>
          <p:cNvSpPr/>
          <p:nvPr/>
        </p:nvSpPr>
        <p:spPr>
          <a:xfrm>
            <a:off x="5531063" y="3029392"/>
            <a:ext cx="1101300" cy="1101900"/>
          </a:xfrm>
          <a:prstGeom prst="ellipse">
            <a:avLst/>
          </a:prstGeom>
          <a:gradFill>
            <a:gsLst>
              <a:gs pos="0">
                <a:schemeClr val="lt1"/>
              </a:gs>
              <a:gs pos="100000">
                <a:schemeClr val="dk2"/>
              </a:gs>
            </a:gsLst>
            <a:path path="circle">
              <a:fillToRect b="50%" l="50%" r="50%" t="50%"/>
            </a:path>
            <a:tileRect/>
          </a:gra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7"/>
          <p:cNvSpPr/>
          <p:nvPr/>
        </p:nvSpPr>
        <p:spPr>
          <a:xfrm>
            <a:off x="5901535" y="2076501"/>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3" name="Google Shape;4813;p67"/>
          <p:cNvGrpSpPr/>
          <p:nvPr/>
        </p:nvGrpSpPr>
        <p:grpSpPr>
          <a:xfrm>
            <a:off x="2958496" y="3400545"/>
            <a:ext cx="207582" cy="359594"/>
            <a:chOff x="2656082" y="2287427"/>
            <a:chExt cx="207582" cy="359594"/>
          </a:xfrm>
        </p:grpSpPr>
        <p:sp>
          <p:nvSpPr>
            <p:cNvPr id="4814" name="Google Shape;4814;p6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67"/>
          <p:cNvGrpSpPr/>
          <p:nvPr/>
        </p:nvGrpSpPr>
        <p:grpSpPr>
          <a:xfrm>
            <a:off x="5891516" y="3398783"/>
            <a:ext cx="380393" cy="363118"/>
            <a:chOff x="4126815" y="2760704"/>
            <a:chExt cx="380393" cy="363118"/>
          </a:xfrm>
        </p:grpSpPr>
        <p:sp>
          <p:nvSpPr>
            <p:cNvPr id="4819" name="Google Shape;4819;p6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3" name="Google Shape;4823;p67"/>
          <p:cNvSpPr/>
          <p:nvPr/>
        </p:nvSpPr>
        <p:spPr>
          <a:xfrm>
            <a:off x="2900639" y="2095523"/>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7" name="Shape 4827"/>
        <p:cNvGrpSpPr/>
        <p:nvPr/>
      </p:nvGrpSpPr>
      <p:grpSpPr>
        <a:xfrm>
          <a:off x="0" y="0"/>
          <a:ext cx="0" cy="0"/>
          <a:chOff x="0" y="0"/>
          <a:chExt cx="0" cy="0"/>
        </a:xfrm>
      </p:grpSpPr>
      <p:sp>
        <p:nvSpPr>
          <p:cNvPr id="4828" name="Google Shape;4828;p68"/>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SECURITY CONTROL</a:t>
            </a:r>
            <a:endParaRPr/>
          </a:p>
        </p:txBody>
      </p:sp>
      <p:graphicFrame>
        <p:nvGraphicFramePr>
          <p:cNvPr id="4829" name="Google Shape;4829;p68"/>
          <p:cNvGraphicFramePr/>
          <p:nvPr/>
        </p:nvGraphicFramePr>
        <p:xfrm>
          <a:off x="749000" y="1303025"/>
          <a:ext cx="3000000" cy="3000000"/>
        </p:xfrm>
        <a:graphic>
          <a:graphicData uri="http://schemas.openxmlformats.org/drawingml/2006/table">
            <a:tbl>
              <a:tblPr>
                <a:noFill/>
                <a:tableStyleId>{4580D939-D9AB-4F44-AB16-41BFB12781F4}</a:tableStyleId>
              </a:tblPr>
              <a:tblGrid>
                <a:gridCol w="1911500"/>
                <a:gridCol w="1911500"/>
                <a:gridCol w="1911500"/>
                <a:gridCol w="1911500"/>
              </a:tblGrid>
              <a:tr h="670525">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MARS</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VENUS</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MERCURY</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JUPITER</a:t>
                      </a:r>
                      <a:endParaRPr b="1" sz="2400">
                        <a:solidFill>
                          <a:schemeClr val="dk1"/>
                        </a:solidFill>
                        <a:latin typeface="Alumni Sans Pinstripe"/>
                        <a:ea typeface="Alumni Sans Pinstripe"/>
                        <a:cs typeface="Alumni Sans Pinstripe"/>
                        <a:sym typeface="Alumni Sans Pinstrip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1654150">
                <a:tc>
                  <a:txBody>
                    <a:bodyPr/>
                    <a:lstStyle/>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Small</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Red</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Cold</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Rocky</a:t>
                      </a:r>
                      <a:endParaRPr>
                        <a:solidFill>
                          <a:schemeClr val="dk1"/>
                        </a:solidFill>
                        <a:latin typeface="Advent Pro Medium"/>
                        <a:ea typeface="Advent Pro Medium"/>
                        <a:cs typeface="Advent Pro Medium"/>
                        <a:sym typeface="Advent Pro Medium"/>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Small</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Hot</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Dry</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Vulcanic</a:t>
                      </a:r>
                      <a:endParaRPr>
                        <a:solidFill>
                          <a:schemeClr val="dk1"/>
                        </a:solidFill>
                        <a:latin typeface="Advent Pro Medium"/>
                        <a:ea typeface="Advent Pro Medium"/>
                        <a:cs typeface="Advent Pro Medium"/>
                        <a:sym typeface="Advent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Small</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Hot</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Rocky</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Cratered</a:t>
                      </a:r>
                      <a:endParaRPr>
                        <a:solidFill>
                          <a:schemeClr val="dk1"/>
                        </a:solidFill>
                        <a:latin typeface="Advent Pro Medium"/>
                        <a:ea typeface="Advent Pro Medium"/>
                        <a:cs typeface="Advent Pro Medium"/>
                        <a:sym typeface="Advent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Large</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Cold</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Grassy</a:t>
                      </a:r>
                      <a:endParaRPr>
                        <a:solidFill>
                          <a:schemeClr val="dk1"/>
                        </a:solidFill>
                        <a:latin typeface="Advent Pro Medium"/>
                        <a:ea typeface="Advent Pro Medium"/>
                        <a:cs typeface="Advent Pro Medium"/>
                        <a:sym typeface="Advent Pro Medium"/>
                      </a:endParaRPr>
                    </a:p>
                    <a:p>
                      <a:pPr indent="-317500" lvl="0" marL="457200" rtl="0" algn="l">
                        <a:spcBef>
                          <a:spcPts val="0"/>
                        </a:spcBef>
                        <a:spcAft>
                          <a:spcPts val="0"/>
                        </a:spcAft>
                        <a:buClr>
                          <a:schemeClr val="dk1"/>
                        </a:buClr>
                        <a:buSzPts val="1400"/>
                        <a:buFont typeface="Advent Pro Medium"/>
                        <a:buChar char="●"/>
                      </a:pPr>
                      <a:r>
                        <a:rPr lang="en">
                          <a:solidFill>
                            <a:schemeClr val="dk1"/>
                          </a:solidFill>
                          <a:latin typeface="Advent Pro Medium"/>
                          <a:ea typeface="Advent Pro Medium"/>
                          <a:cs typeface="Advent Pro Medium"/>
                          <a:sym typeface="Advent Pro Medium"/>
                        </a:rPr>
                        <a:t>Stripped</a:t>
                      </a:r>
                      <a:endParaRPr>
                        <a:solidFill>
                          <a:schemeClr val="dk1"/>
                        </a:solidFill>
                        <a:latin typeface="Advent Pro Medium"/>
                        <a:ea typeface="Advent Pro Medium"/>
                        <a:cs typeface="Advent Pro Medium"/>
                        <a:sym typeface="Advent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887100">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Advent Pro Medium"/>
                          <a:ea typeface="Advent Pro Medium"/>
                          <a:cs typeface="Advent Pro Medium"/>
                          <a:sym typeface="Advent Pro Medium"/>
                        </a:rPr>
                        <a:t>Mars is actually a very cold place</a:t>
                      </a:r>
                      <a:endParaRPr>
                        <a:solidFill>
                          <a:schemeClr val="dk1"/>
                        </a:solidFill>
                        <a:latin typeface="Advent Pro Medium"/>
                        <a:ea typeface="Advent Pro Medium"/>
                        <a:cs typeface="Advent Pro Medium"/>
                        <a:sym typeface="Advent Pro Medium"/>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dvent Pro Medium"/>
                          <a:ea typeface="Advent Pro Medium"/>
                          <a:cs typeface="Advent Pro Medium"/>
                          <a:sym typeface="Advent Pro Medium"/>
                        </a:rPr>
                        <a:t>It’s the second planet from sun</a:t>
                      </a:r>
                      <a:endParaRPr>
                        <a:solidFill>
                          <a:schemeClr val="dk1"/>
                        </a:solidFill>
                        <a:latin typeface="Advent Pro Medium"/>
                        <a:ea typeface="Advent Pro Medium"/>
                        <a:cs typeface="Advent Pro Medium"/>
                        <a:sym typeface="Advent Pro Medium"/>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dvent Pro"/>
                          <a:ea typeface="Advent Pro"/>
                          <a:cs typeface="Advent Pro"/>
                          <a:sym typeface="Advent Pro"/>
                        </a:rPr>
                        <a:t>Mercury is the smallest planet of them all</a:t>
                      </a:r>
                      <a:endParaRPr>
                        <a:solidFill>
                          <a:schemeClr val="dk1"/>
                        </a:solidFill>
                        <a:latin typeface="Advent Pro"/>
                        <a:ea typeface="Advent Pro"/>
                        <a:cs typeface="Advent Pro"/>
                        <a:sym typeface="Advent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Advent Pro"/>
                          <a:ea typeface="Advent Pro"/>
                          <a:cs typeface="Advent Pro"/>
                          <a:sym typeface="Advent Pro"/>
                        </a:rPr>
                        <a:t>Jupiter is the biggest planet in the our System</a:t>
                      </a:r>
                      <a:endParaRPr>
                        <a:solidFill>
                          <a:schemeClr val="dk1"/>
                        </a:solidFill>
                        <a:latin typeface="Advent Pro"/>
                        <a:ea typeface="Advent Pro"/>
                        <a:cs typeface="Advent Pro"/>
                        <a:sym typeface="Advent Pr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33" name="Shape 4833"/>
        <p:cNvGrpSpPr/>
        <p:nvPr/>
      </p:nvGrpSpPr>
      <p:grpSpPr>
        <a:xfrm>
          <a:off x="0" y="0"/>
          <a:ext cx="0" cy="0"/>
          <a:chOff x="0" y="0"/>
          <a:chExt cx="0" cy="0"/>
        </a:xfrm>
      </p:grpSpPr>
      <p:sp>
        <p:nvSpPr>
          <p:cNvPr id="4834" name="Google Shape;4834;p69"/>
          <p:cNvSpPr txBox="1"/>
          <p:nvPr>
            <p:ph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DYNAMIC DATA </a:t>
            </a:r>
            <a:r>
              <a:rPr lang="en"/>
              <a:t>EXCHANGE</a:t>
            </a:r>
            <a:endParaRPr/>
          </a:p>
        </p:txBody>
      </p:sp>
      <p:sp>
        <p:nvSpPr>
          <p:cNvPr id="4835" name="Google Shape;4835;p69"/>
          <p:cNvSpPr txBox="1"/>
          <p:nvPr/>
        </p:nvSpPr>
        <p:spPr>
          <a:xfrm>
            <a:off x="5923663" y="1344813"/>
            <a:ext cx="2300400" cy="554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SATURN</a:t>
            </a:r>
            <a:endParaRPr b="1" sz="2400">
              <a:solidFill>
                <a:schemeClr val="dk1"/>
              </a:solidFill>
              <a:latin typeface="Alumni Sans Pinstripe"/>
              <a:ea typeface="Alumni Sans Pinstripe"/>
              <a:cs typeface="Alumni Sans Pinstripe"/>
              <a:sym typeface="Alumni Sans Pinstripe"/>
            </a:endParaRPr>
          </a:p>
        </p:txBody>
      </p:sp>
      <p:sp>
        <p:nvSpPr>
          <p:cNvPr id="4836" name="Google Shape;4836;p69"/>
          <p:cNvSpPr txBox="1"/>
          <p:nvPr/>
        </p:nvSpPr>
        <p:spPr>
          <a:xfrm>
            <a:off x="5925298" y="1796613"/>
            <a:ext cx="23004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Saturn is the ringed one and a gas giant</a:t>
            </a:r>
            <a:endParaRPr>
              <a:solidFill>
                <a:schemeClr val="dk1"/>
              </a:solidFill>
              <a:latin typeface="Advent Pro Medium"/>
              <a:ea typeface="Advent Pro Medium"/>
              <a:cs typeface="Advent Pro Medium"/>
              <a:sym typeface="Advent Pro Medium"/>
            </a:endParaRPr>
          </a:p>
        </p:txBody>
      </p:sp>
      <p:sp>
        <p:nvSpPr>
          <p:cNvPr id="4837" name="Google Shape;4837;p69"/>
          <p:cNvSpPr txBox="1"/>
          <p:nvPr/>
        </p:nvSpPr>
        <p:spPr>
          <a:xfrm>
            <a:off x="5923663" y="2669763"/>
            <a:ext cx="2298900" cy="554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VENUS</a:t>
            </a:r>
            <a:endParaRPr b="1" sz="2400">
              <a:solidFill>
                <a:schemeClr val="dk1"/>
              </a:solidFill>
              <a:latin typeface="Alumni Sans Pinstripe"/>
              <a:ea typeface="Alumni Sans Pinstripe"/>
              <a:cs typeface="Alumni Sans Pinstripe"/>
              <a:sym typeface="Alumni Sans Pinstripe"/>
            </a:endParaRPr>
          </a:p>
        </p:txBody>
      </p:sp>
      <p:sp>
        <p:nvSpPr>
          <p:cNvPr id="4838" name="Google Shape;4838;p69"/>
          <p:cNvSpPr txBox="1"/>
          <p:nvPr/>
        </p:nvSpPr>
        <p:spPr>
          <a:xfrm>
            <a:off x="5925297" y="3121563"/>
            <a:ext cx="22989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Venus in fact has a very beautiful name</a:t>
            </a:r>
            <a:endParaRPr>
              <a:solidFill>
                <a:schemeClr val="dk1"/>
              </a:solidFill>
              <a:latin typeface="Advent Pro Medium"/>
              <a:ea typeface="Advent Pro Medium"/>
              <a:cs typeface="Advent Pro Medium"/>
              <a:sym typeface="Advent Pro Medium"/>
            </a:endParaRPr>
          </a:p>
        </p:txBody>
      </p:sp>
      <p:sp>
        <p:nvSpPr>
          <p:cNvPr id="4839" name="Google Shape;4839;p69"/>
          <p:cNvSpPr txBox="1"/>
          <p:nvPr/>
        </p:nvSpPr>
        <p:spPr>
          <a:xfrm>
            <a:off x="993500" y="4307900"/>
            <a:ext cx="7286100" cy="29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dvent Pro Medium"/>
                <a:ea typeface="Advent Pro Medium"/>
                <a:cs typeface="Advent Pro Medium"/>
                <a:sym typeface="Advent Pro Medium"/>
              </a:rPr>
              <a:t>Follow the link in the graph to modify its data and then paste the new one here. For more info, </a:t>
            </a:r>
            <a:r>
              <a:rPr b="1" lang="en" sz="1200">
                <a:solidFill>
                  <a:schemeClr val="dk1"/>
                </a:solidFill>
                <a:uFill>
                  <a:noFill/>
                </a:uFill>
                <a:latin typeface="Advent Pro"/>
                <a:ea typeface="Advent Pro"/>
                <a:cs typeface="Advent Pro"/>
                <a:sym typeface="Advent Pro"/>
                <a:hlinkClick r:id="rId3">
                  <a:extLst>
                    <a:ext uri="{A12FA001-AC4F-418D-AE19-62706E023703}">
                      <ahyp:hlinkClr val="tx"/>
                    </a:ext>
                  </a:extLst>
                </a:hlinkClick>
              </a:rPr>
              <a:t>click here</a:t>
            </a:r>
            <a:endParaRPr b="1" sz="1200">
              <a:solidFill>
                <a:schemeClr val="dk1"/>
              </a:solidFill>
              <a:latin typeface="Advent Pro"/>
              <a:ea typeface="Advent Pro"/>
              <a:cs typeface="Advent Pro"/>
              <a:sym typeface="Advent Pro"/>
            </a:endParaRPr>
          </a:p>
        </p:txBody>
      </p:sp>
      <p:sp>
        <p:nvSpPr>
          <p:cNvPr id="4840" name="Google Shape;4840;p69"/>
          <p:cNvSpPr/>
          <p:nvPr/>
        </p:nvSpPr>
        <p:spPr>
          <a:xfrm>
            <a:off x="5576412" y="1516651"/>
            <a:ext cx="247200" cy="24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9"/>
          <p:cNvSpPr/>
          <p:nvPr/>
        </p:nvSpPr>
        <p:spPr>
          <a:xfrm>
            <a:off x="5576425" y="2841601"/>
            <a:ext cx="247200" cy="247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42" name="Google Shape;4842;p69" title="Chart">
            <a:hlinkClick r:id="rId4"/>
          </p:cNvPr>
          <p:cNvPicPr preferRelativeResize="0"/>
          <p:nvPr/>
        </p:nvPicPr>
        <p:blipFill>
          <a:blip r:embed="rId5">
            <a:alphaModFix/>
          </a:blip>
          <a:stretch>
            <a:fillRect/>
          </a:stretch>
        </p:blipFill>
        <p:spPr>
          <a:xfrm>
            <a:off x="918313" y="1173100"/>
            <a:ext cx="4197095" cy="320185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6" name="Shape 4846"/>
        <p:cNvGrpSpPr/>
        <p:nvPr/>
      </p:nvGrpSpPr>
      <p:grpSpPr>
        <a:xfrm>
          <a:off x="0" y="0"/>
          <a:ext cx="0" cy="0"/>
          <a:chOff x="0" y="0"/>
          <a:chExt cx="0" cy="0"/>
        </a:xfrm>
      </p:grpSpPr>
      <p:sp>
        <p:nvSpPr>
          <p:cNvPr id="4847" name="Google Shape;4847;p70"/>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POWERSHELL</a:t>
            </a:r>
            <a:r>
              <a:rPr lang="en"/>
              <a:t> POTENCY</a:t>
            </a:r>
            <a:endParaRPr/>
          </a:p>
        </p:txBody>
      </p:sp>
      <p:sp>
        <p:nvSpPr>
          <p:cNvPr id="4848" name="Google Shape;4848;p70"/>
          <p:cNvSpPr txBox="1"/>
          <p:nvPr/>
        </p:nvSpPr>
        <p:spPr>
          <a:xfrm>
            <a:off x="1554400" y="1625700"/>
            <a:ext cx="1880400" cy="554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SATURN</a:t>
            </a:r>
            <a:endParaRPr b="1" sz="2400">
              <a:solidFill>
                <a:schemeClr val="dk1"/>
              </a:solidFill>
              <a:latin typeface="Alumni Sans Pinstripe"/>
              <a:ea typeface="Alumni Sans Pinstripe"/>
              <a:cs typeface="Alumni Sans Pinstripe"/>
              <a:sym typeface="Alumni Sans Pinstripe"/>
            </a:endParaRPr>
          </a:p>
        </p:txBody>
      </p:sp>
      <p:sp>
        <p:nvSpPr>
          <p:cNvPr id="4849" name="Google Shape;4849;p70"/>
          <p:cNvSpPr txBox="1"/>
          <p:nvPr/>
        </p:nvSpPr>
        <p:spPr>
          <a:xfrm>
            <a:off x="1555737" y="2077502"/>
            <a:ext cx="18804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dvent Pro"/>
                <a:ea typeface="Advent Pro"/>
                <a:cs typeface="Advent Pro"/>
                <a:sym typeface="Advent Pro"/>
              </a:rPr>
              <a:t>Saturn is the ringed one and a gas giant</a:t>
            </a:r>
            <a:endParaRPr>
              <a:solidFill>
                <a:schemeClr val="dk1"/>
              </a:solidFill>
              <a:latin typeface="Advent Pro"/>
              <a:ea typeface="Advent Pro"/>
              <a:cs typeface="Advent Pro"/>
              <a:sym typeface="Advent Pro"/>
            </a:endParaRPr>
          </a:p>
        </p:txBody>
      </p:sp>
      <p:sp>
        <p:nvSpPr>
          <p:cNvPr id="4850" name="Google Shape;4850;p70"/>
          <p:cNvSpPr txBox="1"/>
          <p:nvPr/>
        </p:nvSpPr>
        <p:spPr>
          <a:xfrm>
            <a:off x="1554400" y="3134920"/>
            <a:ext cx="1879200" cy="554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Alumni Sans Pinstripe"/>
                <a:ea typeface="Alumni Sans Pinstripe"/>
                <a:cs typeface="Alumni Sans Pinstripe"/>
                <a:sym typeface="Alumni Sans Pinstripe"/>
              </a:rPr>
              <a:t>VENUS</a:t>
            </a:r>
            <a:endParaRPr b="1" sz="2400">
              <a:solidFill>
                <a:schemeClr val="dk1"/>
              </a:solidFill>
              <a:latin typeface="Alumni Sans Pinstripe"/>
              <a:ea typeface="Alumni Sans Pinstripe"/>
              <a:cs typeface="Alumni Sans Pinstripe"/>
              <a:sym typeface="Alumni Sans Pinstripe"/>
            </a:endParaRPr>
          </a:p>
        </p:txBody>
      </p:sp>
      <p:sp>
        <p:nvSpPr>
          <p:cNvPr id="4851" name="Google Shape;4851;p70"/>
          <p:cNvSpPr txBox="1"/>
          <p:nvPr/>
        </p:nvSpPr>
        <p:spPr>
          <a:xfrm>
            <a:off x="1555736" y="3586722"/>
            <a:ext cx="1879200" cy="6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dvent Pro"/>
                <a:ea typeface="Advent Pro"/>
                <a:cs typeface="Advent Pro"/>
                <a:sym typeface="Advent Pro"/>
              </a:rPr>
              <a:t>Venus in fact has a very beautiful name</a:t>
            </a:r>
            <a:endParaRPr>
              <a:solidFill>
                <a:schemeClr val="dk1"/>
              </a:solidFill>
              <a:latin typeface="Advent Pro"/>
              <a:ea typeface="Advent Pro"/>
              <a:cs typeface="Advent Pro"/>
              <a:sym typeface="Advent Pro"/>
            </a:endParaRPr>
          </a:p>
        </p:txBody>
      </p:sp>
      <p:sp>
        <p:nvSpPr>
          <p:cNvPr id="4852" name="Google Shape;4852;p70"/>
          <p:cNvSpPr txBox="1"/>
          <p:nvPr/>
        </p:nvSpPr>
        <p:spPr>
          <a:xfrm>
            <a:off x="1099650" y="4198370"/>
            <a:ext cx="6944700" cy="31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dvent Pro"/>
                <a:ea typeface="Advent Pro"/>
                <a:cs typeface="Advent Pro"/>
                <a:sym typeface="Advent Pro"/>
              </a:rPr>
              <a:t>Follow the link in the graph to modify its data and then paste the new one here. For more info, </a:t>
            </a:r>
            <a:r>
              <a:rPr b="1" lang="en" sz="1200">
                <a:solidFill>
                  <a:schemeClr val="dk1"/>
                </a:solidFill>
                <a:uFill>
                  <a:noFill/>
                </a:uFill>
                <a:latin typeface="Advent Pro"/>
                <a:ea typeface="Advent Pro"/>
                <a:cs typeface="Advent Pro"/>
                <a:sym typeface="Advent Pro"/>
                <a:hlinkClick r:id="rId3">
                  <a:extLst>
                    <a:ext uri="{A12FA001-AC4F-418D-AE19-62706E023703}">
                      <ahyp:hlinkClr val="tx"/>
                    </a:ext>
                  </a:extLst>
                </a:hlinkClick>
              </a:rPr>
              <a:t>click here</a:t>
            </a:r>
            <a:endParaRPr b="1" sz="1200">
              <a:solidFill>
                <a:schemeClr val="dk1"/>
              </a:solidFill>
              <a:latin typeface="Advent Pro"/>
              <a:ea typeface="Advent Pro"/>
              <a:cs typeface="Advent Pro"/>
              <a:sym typeface="Advent Pro"/>
            </a:endParaRPr>
          </a:p>
        </p:txBody>
      </p:sp>
      <p:sp>
        <p:nvSpPr>
          <p:cNvPr id="4853" name="Google Shape;4853;p70"/>
          <p:cNvSpPr/>
          <p:nvPr/>
        </p:nvSpPr>
        <p:spPr>
          <a:xfrm>
            <a:off x="1207150" y="1453225"/>
            <a:ext cx="247200" cy="24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0"/>
          <p:cNvSpPr/>
          <p:nvPr/>
        </p:nvSpPr>
        <p:spPr>
          <a:xfrm>
            <a:off x="1207162" y="2962437"/>
            <a:ext cx="247200" cy="247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0"/>
          <p:cNvSpPr txBox="1"/>
          <p:nvPr/>
        </p:nvSpPr>
        <p:spPr>
          <a:xfrm>
            <a:off x="1554400" y="1357653"/>
            <a:ext cx="992700" cy="41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3000">
                <a:solidFill>
                  <a:schemeClr val="dk1"/>
                </a:solidFill>
                <a:latin typeface="Alumni Sans Pinstripe"/>
                <a:ea typeface="Alumni Sans Pinstripe"/>
                <a:cs typeface="Alumni Sans Pinstripe"/>
                <a:sym typeface="Alumni Sans Pinstripe"/>
              </a:rPr>
              <a:t>20%</a:t>
            </a:r>
            <a:endParaRPr b="1" sz="3000">
              <a:solidFill>
                <a:schemeClr val="dk1"/>
              </a:solidFill>
              <a:latin typeface="Alumni Sans Pinstripe"/>
              <a:ea typeface="Alumni Sans Pinstripe"/>
              <a:cs typeface="Alumni Sans Pinstripe"/>
              <a:sym typeface="Alumni Sans Pinstripe"/>
            </a:endParaRPr>
          </a:p>
        </p:txBody>
      </p:sp>
      <p:sp>
        <p:nvSpPr>
          <p:cNvPr id="4856" name="Google Shape;4856;p70"/>
          <p:cNvSpPr txBox="1"/>
          <p:nvPr/>
        </p:nvSpPr>
        <p:spPr>
          <a:xfrm>
            <a:off x="1554400" y="2866940"/>
            <a:ext cx="992100" cy="41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3000">
                <a:solidFill>
                  <a:schemeClr val="dk1"/>
                </a:solidFill>
                <a:latin typeface="Alumni Sans Pinstripe"/>
                <a:ea typeface="Alumni Sans Pinstripe"/>
                <a:cs typeface="Alumni Sans Pinstripe"/>
                <a:sym typeface="Alumni Sans Pinstripe"/>
              </a:rPr>
              <a:t>80%</a:t>
            </a:r>
            <a:endParaRPr b="1" sz="3000">
              <a:solidFill>
                <a:schemeClr val="dk1"/>
              </a:solidFill>
              <a:latin typeface="Alumni Sans Pinstripe"/>
              <a:ea typeface="Alumni Sans Pinstripe"/>
              <a:cs typeface="Alumni Sans Pinstripe"/>
              <a:sym typeface="Alumni Sans Pinstripe"/>
            </a:endParaRPr>
          </a:p>
        </p:txBody>
      </p:sp>
      <p:pic>
        <p:nvPicPr>
          <p:cNvPr id="4857" name="Google Shape;4857;p70" title="Chart">
            <a:hlinkClick r:id="rId4"/>
          </p:cNvPr>
          <p:cNvPicPr preferRelativeResize="0"/>
          <p:nvPr/>
        </p:nvPicPr>
        <p:blipFill>
          <a:blip r:embed="rId5">
            <a:alphaModFix/>
          </a:blip>
          <a:stretch>
            <a:fillRect/>
          </a:stretch>
        </p:blipFill>
        <p:spPr>
          <a:xfrm>
            <a:off x="4442010" y="894836"/>
            <a:ext cx="3401569" cy="3353827"/>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1" name="Shape 4861"/>
        <p:cNvGrpSpPr/>
        <p:nvPr/>
      </p:nvGrpSpPr>
      <p:grpSpPr>
        <a:xfrm>
          <a:off x="0" y="0"/>
          <a:ext cx="0" cy="0"/>
          <a:chOff x="0" y="0"/>
          <a:chExt cx="0" cy="0"/>
        </a:xfrm>
      </p:grpSpPr>
      <p:grpSp>
        <p:nvGrpSpPr>
          <p:cNvPr id="4862" name="Google Shape;4862;p71"/>
          <p:cNvGrpSpPr/>
          <p:nvPr/>
        </p:nvGrpSpPr>
        <p:grpSpPr>
          <a:xfrm rot="5400000">
            <a:off x="7468804" y="3069866"/>
            <a:ext cx="2227588" cy="726522"/>
            <a:chOff x="3620725" y="372750"/>
            <a:chExt cx="1039375" cy="338989"/>
          </a:xfrm>
        </p:grpSpPr>
        <p:sp>
          <p:nvSpPr>
            <p:cNvPr id="4863" name="Google Shape;4863;p71"/>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1"/>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1"/>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1"/>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1"/>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1"/>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1"/>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1"/>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1"/>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1"/>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1"/>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1"/>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1"/>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1"/>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1"/>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1"/>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1"/>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1"/>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1"/>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1"/>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1"/>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1"/>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1"/>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1"/>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1"/>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1"/>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1"/>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1"/>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1"/>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1"/>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1"/>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1"/>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1"/>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1"/>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1"/>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1"/>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1"/>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71"/>
          <p:cNvGrpSpPr/>
          <p:nvPr/>
        </p:nvGrpSpPr>
        <p:grpSpPr>
          <a:xfrm flipH="1" rot="-5400000">
            <a:off x="-239083" y="2964028"/>
            <a:ext cx="2227589" cy="1527191"/>
            <a:chOff x="5519300" y="372750"/>
            <a:chExt cx="1039375" cy="712575"/>
          </a:xfrm>
        </p:grpSpPr>
        <p:sp>
          <p:nvSpPr>
            <p:cNvPr id="4901" name="Google Shape;4901;p71"/>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1"/>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1"/>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1"/>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1"/>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1"/>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1"/>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1"/>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1"/>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1"/>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1"/>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1"/>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1"/>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1"/>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1"/>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1"/>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1"/>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1"/>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1"/>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1"/>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1"/>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1"/>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1"/>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1"/>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1"/>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1"/>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1"/>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1"/>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1"/>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1"/>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1"/>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1"/>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1"/>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1"/>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1"/>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1"/>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1"/>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1"/>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1"/>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1"/>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1"/>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1"/>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1"/>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1"/>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1"/>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1"/>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1"/>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1"/>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1"/>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1"/>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1"/>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1"/>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1"/>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1"/>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1"/>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1"/>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1"/>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1"/>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1"/>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1"/>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1"/>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1"/>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1"/>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1"/>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1"/>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1"/>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7" name="Google Shape;4967;p71"/>
          <p:cNvSpPr txBox="1"/>
          <p:nvPr>
            <p:ph type="title"/>
          </p:nvPr>
        </p:nvSpPr>
        <p:spPr>
          <a:xfrm>
            <a:off x="2242055" y="1506450"/>
            <a:ext cx="20937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4968" name="Google Shape;4968;p71"/>
          <p:cNvSpPr txBox="1"/>
          <p:nvPr>
            <p:ph idx="2" type="title"/>
          </p:nvPr>
        </p:nvSpPr>
        <p:spPr>
          <a:xfrm>
            <a:off x="4808234" y="1506450"/>
            <a:ext cx="20937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4969" name="Google Shape;4969;p71"/>
          <p:cNvSpPr txBox="1"/>
          <p:nvPr>
            <p:ph idx="3" type="title"/>
          </p:nvPr>
        </p:nvSpPr>
        <p:spPr>
          <a:xfrm>
            <a:off x="713275" y="445025"/>
            <a:ext cx="77175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COMPARISONS</a:t>
            </a:r>
            <a:endParaRPr/>
          </a:p>
        </p:txBody>
      </p:sp>
      <p:sp>
        <p:nvSpPr>
          <p:cNvPr id="4970" name="Google Shape;4970;p71"/>
          <p:cNvSpPr txBox="1"/>
          <p:nvPr>
            <p:ph idx="4" type="title"/>
          </p:nvPr>
        </p:nvSpPr>
        <p:spPr>
          <a:xfrm>
            <a:off x="2242055" y="2988200"/>
            <a:ext cx="20937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971" name="Google Shape;4971;p71"/>
          <p:cNvSpPr txBox="1"/>
          <p:nvPr>
            <p:ph idx="1" type="subTitle"/>
          </p:nvPr>
        </p:nvSpPr>
        <p:spPr>
          <a:xfrm>
            <a:off x="2242055" y="3417749"/>
            <a:ext cx="2093700" cy="83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one in the Solar System but larger than Moon </a:t>
            </a:r>
            <a:endParaRPr/>
          </a:p>
        </p:txBody>
      </p:sp>
      <p:sp>
        <p:nvSpPr>
          <p:cNvPr id="4972" name="Google Shape;4972;p71"/>
          <p:cNvSpPr txBox="1"/>
          <p:nvPr>
            <p:ph idx="5" type="title"/>
          </p:nvPr>
        </p:nvSpPr>
        <p:spPr>
          <a:xfrm>
            <a:off x="4808234" y="2988200"/>
            <a:ext cx="20937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973" name="Google Shape;4973;p71"/>
          <p:cNvSpPr txBox="1"/>
          <p:nvPr>
            <p:ph idx="6" type="subTitle"/>
          </p:nvPr>
        </p:nvSpPr>
        <p:spPr>
          <a:xfrm>
            <a:off x="4808234" y="3417750"/>
            <a:ext cx="2093700" cy="83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has a beautiful name and the second closest planet from the Sun</a:t>
            </a:r>
            <a:endParaRPr/>
          </a:p>
        </p:txBody>
      </p:sp>
      <p:grpSp>
        <p:nvGrpSpPr>
          <p:cNvPr id="4974" name="Google Shape;4974;p71"/>
          <p:cNvGrpSpPr/>
          <p:nvPr/>
        </p:nvGrpSpPr>
        <p:grpSpPr>
          <a:xfrm>
            <a:off x="2401282" y="2392472"/>
            <a:ext cx="1775247" cy="456942"/>
            <a:chOff x="3903848" y="1745546"/>
            <a:chExt cx="994202" cy="255904"/>
          </a:xfrm>
        </p:grpSpPr>
        <p:sp>
          <p:nvSpPr>
            <p:cNvPr id="4975" name="Google Shape;4975;p71"/>
            <p:cNvSpPr/>
            <p:nvPr/>
          </p:nvSpPr>
          <p:spPr>
            <a:xfrm>
              <a:off x="3903850" y="1745550"/>
              <a:ext cx="994200" cy="2559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1"/>
            <p:cNvSpPr/>
            <p:nvPr/>
          </p:nvSpPr>
          <p:spPr>
            <a:xfrm>
              <a:off x="3903848" y="1745546"/>
              <a:ext cx="349200" cy="255900"/>
            </a:xfrm>
            <a:prstGeom prst="roundRect">
              <a:avLst>
                <a:gd fmla="val 50000" name="adj"/>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71"/>
          <p:cNvGrpSpPr/>
          <p:nvPr/>
        </p:nvGrpSpPr>
        <p:grpSpPr>
          <a:xfrm>
            <a:off x="4967460" y="2392472"/>
            <a:ext cx="1775247" cy="456942"/>
            <a:chOff x="3903848" y="1745546"/>
            <a:chExt cx="994202" cy="255904"/>
          </a:xfrm>
        </p:grpSpPr>
        <p:sp>
          <p:nvSpPr>
            <p:cNvPr id="4978" name="Google Shape;4978;p71"/>
            <p:cNvSpPr/>
            <p:nvPr/>
          </p:nvSpPr>
          <p:spPr>
            <a:xfrm>
              <a:off x="3903850" y="1745550"/>
              <a:ext cx="994200" cy="2559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1"/>
            <p:cNvSpPr/>
            <p:nvPr/>
          </p:nvSpPr>
          <p:spPr>
            <a:xfrm>
              <a:off x="3903848" y="1745546"/>
              <a:ext cx="505800" cy="255900"/>
            </a:xfrm>
            <a:prstGeom prst="roundRect">
              <a:avLst>
                <a:gd fmla="val 50000" name="adj"/>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980" name="Google Shape;4980;p71"/>
          <p:cNvPicPr preferRelativeResize="0"/>
          <p:nvPr/>
        </p:nvPicPr>
        <p:blipFill>
          <a:blip r:embed="rId3">
            <a:alphaModFix/>
          </a:blip>
          <a:stretch>
            <a:fillRect/>
          </a:stretch>
        </p:blipFill>
        <p:spPr>
          <a:xfrm>
            <a:off x="534298" y="1506445"/>
            <a:ext cx="841230" cy="1331675"/>
          </a:xfrm>
          <a:prstGeom prst="rect">
            <a:avLst/>
          </a:prstGeom>
          <a:noFill/>
          <a:ln>
            <a:noFill/>
          </a:ln>
        </p:spPr>
      </p:pic>
      <p:pic>
        <p:nvPicPr>
          <p:cNvPr id="4981" name="Google Shape;4981;p71"/>
          <p:cNvPicPr preferRelativeResize="0"/>
          <p:nvPr/>
        </p:nvPicPr>
        <p:blipFill>
          <a:blip r:embed="rId4">
            <a:alphaModFix/>
          </a:blip>
          <a:stretch>
            <a:fillRect/>
          </a:stretch>
        </p:blipFill>
        <p:spPr>
          <a:xfrm>
            <a:off x="7813523" y="1864263"/>
            <a:ext cx="1132325" cy="1493523"/>
          </a:xfrm>
          <a:prstGeom prst="rect">
            <a:avLst/>
          </a:prstGeom>
          <a:noFill/>
          <a:ln>
            <a:noFill/>
          </a:ln>
        </p:spPr>
      </p:pic>
      <p:sp>
        <p:nvSpPr>
          <p:cNvPr id="4982" name="Google Shape;4982;p71"/>
          <p:cNvSpPr/>
          <p:nvPr/>
        </p:nvSpPr>
        <p:spPr>
          <a:xfrm flipH="1">
            <a:off x="-1413672" y="2656350"/>
            <a:ext cx="2831700" cy="2831700"/>
          </a:xfrm>
          <a:prstGeom prst="blockArc">
            <a:avLst>
              <a:gd fmla="val 5958233" name="adj1"/>
              <a:gd fmla="val 17191640" name="adj2"/>
              <a:gd fmla="val 8843" name="adj3"/>
            </a:avLst>
          </a:prstGeom>
          <a:gradFill>
            <a:gsLst>
              <a:gs pos="0">
                <a:srgbClr val="006685"/>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1"/>
          <p:cNvSpPr/>
          <p:nvPr/>
        </p:nvSpPr>
        <p:spPr>
          <a:xfrm flipH="1">
            <a:off x="-984925" y="2691838"/>
            <a:ext cx="2494500" cy="24951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4" name="Google Shape;4984;p71"/>
          <p:cNvGrpSpPr/>
          <p:nvPr/>
        </p:nvGrpSpPr>
        <p:grpSpPr>
          <a:xfrm>
            <a:off x="7721255" y="539314"/>
            <a:ext cx="709249" cy="339196"/>
            <a:chOff x="5265975" y="1869575"/>
            <a:chExt cx="269400" cy="128825"/>
          </a:xfrm>
        </p:grpSpPr>
        <p:cxnSp>
          <p:nvCxnSpPr>
            <p:cNvPr id="4985" name="Google Shape;4985;p71"/>
            <p:cNvCxnSpPr/>
            <p:nvPr/>
          </p:nvCxnSpPr>
          <p:spPr>
            <a:xfrm>
              <a:off x="5265975" y="1869575"/>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986" name="Google Shape;4986;p71"/>
            <p:cNvCxnSpPr/>
            <p:nvPr/>
          </p:nvCxnSpPr>
          <p:spPr>
            <a:xfrm>
              <a:off x="5265975" y="1901781"/>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987" name="Google Shape;4987;p71"/>
            <p:cNvCxnSpPr/>
            <p:nvPr/>
          </p:nvCxnSpPr>
          <p:spPr>
            <a:xfrm>
              <a:off x="5265975" y="1933988"/>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988" name="Google Shape;4988;p71"/>
            <p:cNvCxnSpPr/>
            <p:nvPr/>
          </p:nvCxnSpPr>
          <p:spPr>
            <a:xfrm>
              <a:off x="5265975" y="1966194"/>
              <a:ext cx="269400" cy="0"/>
            </a:xfrm>
            <a:prstGeom prst="straightConnector1">
              <a:avLst/>
            </a:prstGeom>
            <a:noFill/>
            <a:ln cap="flat" cmpd="sng" w="9525">
              <a:solidFill>
                <a:schemeClr val="dk1"/>
              </a:solidFill>
              <a:prstDash val="solid"/>
              <a:round/>
              <a:headEnd len="med" w="med" type="none"/>
              <a:tailEnd len="med" w="med" type="none"/>
            </a:ln>
          </p:spPr>
        </p:cxnSp>
        <p:cxnSp>
          <p:nvCxnSpPr>
            <p:cNvPr id="4989" name="Google Shape;4989;p71"/>
            <p:cNvCxnSpPr/>
            <p:nvPr/>
          </p:nvCxnSpPr>
          <p:spPr>
            <a:xfrm>
              <a:off x="5265975" y="1998400"/>
              <a:ext cx="269400" cy="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93" name="Shape 4993"/>
        <p:cNvGrpSpPr/>
        <p:nvPr/>
      </p:nvGrpSpPr>
      <p:grpSpPr>
        <a:xfrm>
          <a:off x="0" y="0"/>
          <a:ext cx="0" cy="0"/>
          <a:chOff x="0" y="0"/>
          <a:chExt cx="0" cy="0"/>
        </a:xfrm>
      </p:grpSpPr>
      <p:sp>
        <p:nvSpPr>
          <p:cNvPr id="4994" name="Google Shape;4994;p72"/>
          <p:cNvSpPr/>
          <p:nvPr/>
        </p:nvSpPr>
        <p:spPr>
          <a:xfrm>
            <a:off x="2863313" y="-602775"/>
            <a:ext cx="1812300" cy="1812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5" name="Google Shape;4995;p72"/>
          <p:cNvGrpSpPr/>
          <p:nvPr/>
        </p:nvGrpSpPr>
        <p:grpSpPr>
          <a:xfrm>
            <a:off x="1647529" y="2125441"/>
            <a:ext cx="2227588" cy="726522"/>
            <a:chOff x="3620725" y="372750"/>
            <a:chExt cx="1039375" cy="338989"/>
          </a:xfrm>
        </p:grpSpPr>
        <p:sp>
          <p:nvSpPr>
            <p:cNvPr id="4996" name="Google Shape;4996;p72"/>
            <p:cNvSpPr/>
            <p:nvPr/>
          </p:nvSpPr>
          <p:spPr>
            <a:xfrm>
              <a:off x="451215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2"/>
            <p:cNvSpPr/>
            <p:nvPr/>
          </p:nvSpPr>
          <p:spPr>
            <a:xfrm>
              <a:off x="451215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2"/>
            <p:cNvSpPr/>
            <p:nvPr/>
          </p:nvSpPr>
          <p:spPr>
            <a:xfrm>
              <a:off x="451215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2"/>
            <p:cNvSpPr/>
            <p:nvPr/>
          </p:nvSpPr>
          <p:spPr>
            <a:xfrm>
              <a:off x="460130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2"/>
            <p:cNvSpPr/>
            <p:nvPr/>
          </p:nvSpPr>
          <p:spPr>
            <a:xfrm>
              <a:off x="460130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2"/>
            <p:cNvSpPr/>
            <p:nvPr/>
          </p:nvSpPr>
          <p:spPr>
            <a:xfrm>
              <a:off x="4423013"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2"/>
            <p:cNvSpPr/>
            <p:nvPr/>
          </p:nvSpPr>
          <p:spPr>
            <a:xfrm>
              <a:off x="442301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2"/>
            <p:cNvSpPr/>
            <p:nvPr/>
          </p:nvSpPr>
          <p:spPr>
            <a:xfrm>
              <a:off x="442301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2"/>
            <p:cNvSpPr/>
            <p:nvPr/>
          </p:nvSpPr>
          <p:spPr>
            <a:xfrm>
              <a:off x="442301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2"/>
            <p:cNvSpPr/>
            <p:nvPr/>
          </p:nvSpPr>
          <p:spPr>
            <a:xfrm>
              <a:off x="424472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2"/>
            <p:cNvSpPr/>
            <p:nvPr/>
          </p:nvSpPr>
          <p:spPr>
            <a:xfrm>
              <a:off x="424472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2"/>
            <p:cNvSpPr/>
            <p:nvPr/>
          </p:nvSpPr>
          <p:spPr>
            <a:xfrm>
              <a:off x="4333870"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2"/>
            <p:cNvSpPr/>
            <p:nvPr/>
          </p:nvSpPr>
          <p:spPr>
            <a:xfrm>
              <a:off x="4333870"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2"/>
            <p:cNvSpPr/>
            <p:nvPr/>
          </p:nvSpPr>
          <p:spPr>
            <a:xfrm>
              <a:off x="433387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2"/>
            <p:cNvSpPr/>
            <p:nvPr/>
          </p:nvSpPr>
          <p:spPr>
            <a:xfrm>
              <a:off x="4333870"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2"/>
            <p:cNvSpPr/>
            <p:nvPr/>
          </p:nvSpPr>
          <p:spPr>
            <a:xfrm>
              <a:off x="415558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2"/>
            <p:cNvSpPr/>
            <p:nvPr/>
          </p:nvSpPr>
          <p:spPr>
            <a:xfrm>
              <a:off x="415558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2"/>
            <p:cNvSpPr/>
            <p:nvPr/>
          </p:nvSpPr>
          <p:spPr>
            <a:xfrm>
              <a:off x="415558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2"/>
            <p:cNvSpPr/>
            <p:nvPr/>
          </p:nvSpPr>
          <p:spPr>
            <a:xfrm>
              <a:off x="415558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2"/>
            <p:cNvSpPr/>
            <p:nvPr/>
          </p:nvSpPr>
          <p:spPr>
            <a:xfrm>
              <a:off x="3977297"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2"/>
            <p:cNvSpPr/>
            <p:nvPr/>
          </p:nvSpPr>
          <p:spPr>
            <a:xfrm>
              <a:off x="3977297"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2"/>
            <p:cNvSpPr/>
            <p:nvPr/>
          </p:nvSpPr>
          <p:spPr>
            <a:xfrm>
              <a:off x="3977297"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2"/>
            <p:cNvSpPr/>
            <p:nvPr/>
          </p:nvSpPr>
          <p:spPr>
            <a:xfrm>
              <a:off x="406644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2"/>
            <p:cNvSpPr/>
            <p:nvPr/>
          </p:nvSpPr>
          <p:spPr>
            <a:xfrm>
              <a:off x="406644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2"/>
            <p:cNvSpPr/>
            <p:nvPr/>
          </p:nvSpPr>
          <p:spPr>
            <a:xfrm>
              <a:off x="406644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2"/>
            <p:cNvSpPr/>
            <p:nvPr/>
          </p:nvSpPr>
          <p:spPr>
            <a:xfrm>
              <a:off x="3888154"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2"/>
            <p:cNvSpPr/>
            <p:nvPr/>
          </p:nvSpPr>
          <p:spPr>
            <a:xfrm>
              <a:off x="3888154"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2"/>
            <p:cNvSpPr/>
            <p:nvPr/>
          </p:nvSpPr>
          <p:spPr>
            <a:xfrm>
              <a:off x="3888154"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2"/>
            <p:cNvSpPr/>
            <p:nvPr/>
          </p:nvSpPr>
          <p:spPr>
            <a:xfrm>
              <a:off x="3888154"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2"/>
            <p:cNvSpPr/>
            <p:nvPr/>
          </p:nvSpPr>
          <p:spPr>
            <a:xfrm>
              <a:off x="370986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2"/>
            <p:cNvSpPr/>
            <p:nvPr/>
          </p:nvSpPr>
          <p:spPr>
            <a:xfrm>
              <a:off x="370986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2"/>
            <p:cNvSpPr/>
            <p:nvPr/>
          </p:nvSpPr>
          <p:spPr>
            <a:xfrm>
              <a:off x="370986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2"/>
            <p:cNvSpPr/>
            <p:nvPr/>
          </p:nvSpPr>
          <p:spPr>
            <a:xfrm>
              <a:off x="3799011"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2"/>
            <p:cNvSpPr/>
            <p:nvPr/>
          </p:nvSpPr>
          <p:spPr>
            <a:xfrm>
              <a:off x="3799011"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2"/>
            <p:cNvSpPr/>
            <p:nvPr/>
          </p:nvSpPr>
          <p:spPr>
            <a:xfrm>
              <a:off x="3799011"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2"/>
            <p:cNvSpPr/>
            <p:nvPr/>
          </p:nvSpPr>
          <p:spPr>
            <a:xfrm>
              <a:off x="3799011"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2"/>
            <p:cNvSpPr/>
            <p:nvPr/>
          </p:nvSpPr>
          <p:spPr>
            <a:xfrm>
              <a:off x="362072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72"/>
          <p:cNvGrpSpPr/>
          <p:nvPr/>
        </p:nvGrpSpPr>
        <p:grpSpPr>
          <a:xfrm>
            <a:off x="380255" y="402716"/>
            <a:ext cx="2227589" cy="1527191"/>
            <a:chOff x="5519300" y="372750"/>
            <a:chExt cx="1039375" cy="712575"/>
          </a:xfrm>
        </p:grpSpPr>
        <p:sp>
          <p:nvSpPr>
            <p:cNvPr id="5034" name="Google Shape;5034;p72"/>
            <p:cNvSpPr/>
            <p:nvPr/>
          </p:nvSpPr>
          <p:spPr>
            <a:xfrm>
              <a:off x="641073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2"/>
            <p:cNvSpPr/>
            <p:nvPr/>
          </p:nvSpPr>
          <p:spPr>
            <a:xfrm>
              <a:off x="641073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2"/>
            <p:cNvSpPr/>
            <p:nvPr/>
          </p:nvSpPr>
          <p:spPr>
            <a:xfrm>
              <a:off x="641073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2"/>
            <p:cNvSpPr/>
            <p:nvPr/>
          </p:nvSpPr>
          <p:spPr>
            <a:xfrm>
              <a:off x="641073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2"/>
            <p:cNvSpPr/>
            <p:nvPr/>
          </p:nvSpPr>
          <p:spPr>
            <a:xfrm>
              <a:off x="649987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2"/>
            <p:cNvSpPr/>
            <p:nvPr/>
          </p:nvSpPr>
          <p:spPr>
            <a:xfrm>
              <a:off x="649987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2"/>
            <p:cNvSpPr/>
            <p:nvPr/>
          </p:nvSpPr>
          <p:spPr>
            <a:xfrm>
              <a:off x="649987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2"/>
            <p:cNvSpPr/>
            <p:nvPr/>
          </p:nvSpPr>
          <p:spPr>
            <a:xfrm>
              <a:off x="649987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2"/>
            <p:cNvSpPr/>
            <p:nvPr/>
          </p:nvSpPr>
          <p:spPr>
            <a:xfrm>
              <a:off x="6499875"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2"/>
            <p:cNvSpPr/>
            <p:nvPr/>
          </p:nvSpPr>
          <p:spPr>
            <a:xfrm>
              <a:off x="6321588"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2"/>
            <p:cNvSpPr/>
            <p:nvPr/>
          </p:nvSpPr>
          <p:spPr>
            <a:xfrm>
              <a:off x="6321588"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2"/>
            <p:cNvSpPr/>
            <p:nvPr/>
          </p:nvSpPr>
          <p:spPr>
            <a:xfrm>
              <a:off x="6321588"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2"/>
            <p:cNvSpPr/>
            <p:nvPr/>
          </p:nvSpPr>
          <p:spPr>
            <a:xfrm>
              <a:off x="6321588"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2"/>
            <p:cNvSpPr/>
            <p:nvPr/>
          </p:nvSpPr>
          <p:spPr>
            <a:xfrm>
              <a:off x="6321588"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2"/>
            <p:cNvSpPr/>
            <p:nvPr/>
          </p:nvSpPr>
          <p:spPr>
            <a:xfrm>
              <a:off x="6321588"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2"/>
            <p:cNvSpPr/>
            <p:nvPr/>
          </p:nvSpPr>
          <p:spPr>
            <a:xfrm>
              <a:off x="614330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2"/>
            <p:cNvSpPr/>
            <p:nvPr/>
          </p:nvSpPr>
          <p:spPr>
            <a:xfrm>
              <a:off x="614330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2"/>
            <p:cNvSpPr/>
            <p:nvPr/>
          </p:nvSpPr>
          <p:spPr>
            <a:xfrm>
              <a:off x="6143302"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2"/>
            <p:cNvSpPr/>
            <p:nvPr/>
          </p:nvSpPr>
          <p:spPr>
            <a:xfrm>
              <a:off x="6143302"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2"/>
            <p:cNvSpPr/>
            <p:nvPr/>
          </p:nvSpPr>
          <p:spPr>
            <a:xfrm>
              <a:off x="6143302"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2"/>
            <p:cNvSpPr/>
            <p:nvPr/>
          </p:nvSpPr>
          <p:spPr>
            <a:xfrm>
              <a:off x="6232445"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2"/>
            <p:cNvSpPr/>
            <p:nvPr/>
          </p:nvSpPr>
          <p:spPr>
            <a:xfrm>
              <a:off x="6232445"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2"/>
            <p:cNvSpPr/>
            <p:nvPr/>
          </p:nvSpPr>
          <p:spPr>
            <a:xfrm>
              <a:off x="6232445"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2"/>
            <p:cNvSpPr/>
            <p:nvPr/>
          </p:nvSpPr>
          <p:spPr>
            <a:xfrm>
              <a:off x="6232445"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2"/>
            <p:cNvSpPr/>
            <p:nvPr/>
          </p:nvSpPr>
          <p:spPr>
            <a:xfrm>
              <a:off x="6232445"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2"/>
            <p:cNvSpPr/>
            <p:nvPr/>
          </p:nvSpPr>
          <p:spPr>
            <a:xfrm>
              <a:off x="6232445"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2"/>
            <p:cNvSpPr/>
            <p:nvPr/>
          </p:nvSpPr>
          <p:spPr>
            <a:xfrm>
              <a:off x="605415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2"/>
            <p:cNvSpPr/>
            <p:nvPr/>
          </p:nvSpPr>
          <p:spPr>
            <a:xfrm>
              <a:off x="605415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2"/>
            <p:cNvSpPr/>
            <p:nvPr/>
          </p:nvSpPr>
          <p:spPr>
            <a:xfrm>
              <a:off x="605415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2"/>
            <p:cNvSpPr/>
            <p:nvPr/>
          </p:nvSpPr>
          <p:spPr>
            <a:xfrm>
              <a:off x="605415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2"/>
            <p:cNvSpPr/>
            <p:nvPr/>
          </p:nvSpPr>
          <p:spPr>
            <a:xfrm>
              <a:off x="605415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2"/>
            <p:cNvSpPr/>
            <p:nvPr/>
          </p:nvSpPr>
          <p:spPr>
            <a:xfrm>
              <a:off x="605415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2"/>
            <p:cNvSpPr/>
            <p:nvPr/>
          </p:nvSpPr>
          <p:spPr>
            <a:xfrm>
              <a:off x="6054159"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2"/>
            <p:cNvSpPr/>
            <p:nvPr/>
          </p:nvSpPr>
          <p:spPr>
            <a:xfrm>
              <a:off x="5875872"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2"/>
            <p:cNvSpPr/>
            <p:nvPr/>
          </p:nvSpPr>
          <p:spPr>
            <a:xfrm>
              <a:off x="5875872"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2"/>
            <p:cNvSpPr/>
            <p:nvPr/>
          </p:nvSpPr>
          <p:spPr>
            <a:xfrm>
              <a:off x="5875872"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2"/>
            <p:cNvSpPr/>
            <p:nvPr/>
          </p:nvSpPr>
          <p:spPr>
            <a:xfrm>
              <a:off x="5875872"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2"/>
            <p:cNvSpPr/>
            <p:nvPr/>
          </p:nvSpPr>
          <p:spPr>
            <a:xfrm>
              <a:off x="596501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2"/>
            <p:cNvSpPr/>
            <p:nvPr/>
          </p:nvSpPr>
          <p:spPr>
            <a:xfrm>
              <a:off x="596501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2"/>
            <p:cNvSpPr/>
            <p:nvPr/>
          </p:nvSpPr>
          <p:spPr>
            <a:xfrm>
              <a:off x="596501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2"/>
            <p:cNvSpPr/>
            <p:nvPr/>
          </p:nvSpPr>
          <p:spPr>
            <a:xfrm>
              <a:off x="596501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2"/>
            <p:cNvSpPr/>
            <p:nvPr/>
          </p:nvSpPr>
          <p:spPr>
            <a:xfrm>
              <a:off x="596501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2"/>
            <p:cNvSpPr/>
            <p:nvPr/>
          </p:nvSpPr>
          <p:spPr>
            <a:xfrm>
              <a:off x="5786729"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2"/>
            <p:cNvSpPr/>
            <p:nvPr/>
          </p:nvSpPr>
          <p:spPr>
            <a:xfrm>
              <a:off x="5786729"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2"/>
            <p:cNvSpPr/>
            <p:nvPr/>
          </p:nvSpPr>
          <p:spPr>
            <a:xfrm>
              <a:off x="5786729"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2"/>
            <p:cNvSpPr/>
            <p:nvPr/>
          </p:nvSpPr>
          <p:spPr>
            <a:xfrm>
              <a:off x="5786729"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2"/>
            <p:cNvSpPr/>
            <p:nvPr/>
          </p:nvSpPr>
          <p:spPr>
            <a:xfrm>
              <a:off x="5786729"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2"/>
            <p:cNvSpPr/>
            <p:nvPr/>
          </p:nvSpPr>
          <p:spPr>
            <a:xfrm>
              <a:off x="5786729"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2"/>
            <p:cNvSpPr/>
            <p:nvPr/>
          </p:nvSpPr>
          <p:spPr>
            <a:xfrm>
              <a:off x="5786729"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2"/>
            <p:cNvSpPr/>
            <p:nvPr/>
          </p:nvSpPr>
          <p:spPr>
            <a:xfrm>
              <a:off x="5608443"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2"/>
            <p:cNvSpPr/>
            <p:nvPr/>
          </p:nvSpPr>
          <p:spPr>
            <a:xfrm>
              <a:off x="5608443"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2"/>
            <p:cNvSpPr/>
            <p:nvPr/>
          </p:nvSpPr>
          <p:spPr>
            <a:xfrm>
              <a:off x="5608443"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2"/>
            <p:cNvSpPr/>
            <p:nvPr/>
          </p:nvSpPr>
          <p:spPr>
            <a:xfrm>
              <a:off x="5608443"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2"/>
            <p:cNvSpPr/>
            <p:nvPr/>
          </p:nvSpPr>
          <p:spPr>
            <a:xfrm>
              <a:off x="5608443"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2"/>
            <p:cNvSpPr/>
            <p:nvPr/>
          </p:nvSpPr>
          <p:spPr>
            <a:xfrm>
              <a:off x="5608443"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2"/>
            <p:cNvSpPr/>
            <p:nvPr/>
          </p:nvSpPr>
          <p:spPr>
            <a:xfrm>
              <a:off x="5697586" y="372750"/>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2"/>
            <p:cNvSpPr/>
            <p:nvPr/>
          </p:nvSpPr>
          <p:spPr>
            <a:xfrm>
              <a:off x="5697586" y="46614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2"/>
            <p:cNvSpPr/>
            <p:nvPr/>
          </p:nvSpPr>
          <p:spPr>
            <a:xfrm>
              <a:off x="5697586"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2"/>
            <p:cNvSpPr/>
            <p:nvPr/>
          </p:nvSpPr>
          <p:spPr>
            <a:xfrm>
              <a:off x="5697586" y="65293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2"/>
            <p:cNvSpPr/>
            <p:nvPr/>
          </p:nvSpPr>
          <p:spPr>
            <a:xfrm>
              <a:off x="5697586"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2"/>
            <p:cNvSpPr/>
            <p:nvPr/>
          </p:nvSpPr>
          <p:spPr>
            <a:xfrm>
              <a:off x="5697586"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2"/>
            <p:cNvSpPr/>
            <p:nvPr/>
          </p:nvSpPr>
          <p:spPr>
            <a:xfrm>
              <a:off x="5697586"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2"/>
            <p:cNvSpPr/>
            <p:nvPr/>
          </p:nvSpPr>
          <p:spPr>
            <a:xfrm>
              <a:off x="5519300" y="559543"/>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2"/>
            <p:cNvSpPr/>
            <p:nvPr/>
          </p:nvSpPr>
          <p:spPr>
            <a:xfrm>
              <a:off x="5519300" y="746336"/>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2"/>
            <p:cNvSpPr/>
            <p:nvPr/>
          </p:nvSpPr>
          <p:spPr>
            <a:xfrm>
              <a:off x="5519300" y="839732"/>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2"/>
            <p:cNvSpPr/>
            <p:nvPr/>
          </p:nvSpPr>
          <p:spPr>
            <a:xfrm>
              <a:off x="5519300" y="933129"/>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2"/>
            <p:cNvSpPr/>
            <p:nvPr/>
          </p:nvSpPr>
          <p:spPr>
            <a:xfrm>
              <a:off x="5519300" y="1026525"/>
              <a:ext cx="58800" cy="588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101" name="Google Shape;5101;p72"/>
          <p:cNvPicPr preferRelativeResize="0"/>
          <p:nvPr/>
        </p:nvPicPr>
        <p:blipFill>
          <a:blip r:embed="rId3">
            <a:alphaModFix/>
          </a:blip>
          <a:stretch>
            <a:fillRect/>
          </a:stretch>
        </p:blipFill>
        <p:spPr>
          <a:xfrm>
            <a:off x="684400" y="2777912"/>
            <a:ext cx="2878150" cy="1916850"/>
          </a:xfrm>
          <a:prstGeom prst="rect">
            <a:avLst/>
          </a:prstGeom>
          <a:noFill/>
          <a:ln>
            <a:noFill/>
          </a:ln>
        </p:spPr>
      </p:pic>
      <p:sp>
        <p:nvSpPr>
          <p:cNvPr id="5102" name="Google Shape;5102;p72"/>
          <p:cNvSpPr txBox="1"/>
          <p:nvPr>
            <p:ph type="title"/>
          </p:nvPr>
        </p:nvSpPr>
        <p:spPr>
          <a:xfrm>
            <a:off x="4830825" y="217275"/>
            <a:ext cx="3600000" cy="130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 YOU!</a:t>
            </a:r>
            <a:endParaRPr/>
          </a:p>
        </p:txBody>
      </p:sp>
      <p:sp>
        <p:nvSpPr>
          <p:cNvPr id="5103" name="Google Shape;5103;p72"/>
          <p:cNvSpPr txBox="1"/>
          <p:nvPr>
            <p:ph idx="2" type="title"/>
          </p:nvPr>
        </p:nvSpPr>
        <p:spPr>
          <a:xfrm>
            <a:off x="4830825" y="1282050"/>
            <a:ext cx="2041200" cy="156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Does anyone have any questions?</a:t>
            </a:r>
            <a:endParaRPr sz="2400"/>
          </a:p>
          <a:p>
            <a:pPr indent="0" lvl="0" marL="0" rtl="0" algn="l">
              <a:spcBef>
                <a:spcPts val="0"/>
              </a:spcBef>
              <a:spcAft>
                <a:spcPts val="0"/>
              </a:spcAft>
              <a:buNone/>
            </a:pPr>
            <a:r>
              <a:rPr b="0" lang="en" sz="1400">
                <a:latin typeface="Advent Pro Medium"/>
                <a:ea typeface="Advent Pro Medium"/>
                <a:cs typeface="Advent Pro Medium"/>
                <a:sym typeface="Advent Pro Medium"/>
              </a:rPr>
              <a:t>youremail@freepik.com </a:t>
            </a:r>
            <a:endParaRPr b="0" sz="1400">
              <a:latin typeface="Advent Pro Medium"/>
              <a:ea typeface="Advent Pro Medium"/>
              <a:cs typeface="Advent Pro Medium"/>
              <a:sym typeface="Advent Pro Medium"/>
            </a:endParaRPr>
          </a:p>
          <a:p>
            <a:pPr indent="0" lvl="0" marL="0" rtl="0" algn="l">
              <a:spcBef>
                <a:spcPts val="0"/>
              </a:spcBef>
              <a:spcAft>
                <a:spcPts val="0"/>
              </a:spcAft>
              <a:buNone/>
            </a:pPr>
            <a:r>
              <a:rPr b="0" lang="en" sz="1400">
                <a:latin typeface="Advent Pro Medium"/>
                <a:ea typeface="Advent Pro Medium"/>
                <a:cs typeface="Advent Pro Medium"/>
                <a:sym typeface="Advent Pro Medium"/>
              </a:rPr>
              <a:t>+91 620 421 838 </a:t>
            </a:r>
            <a:endParaRPr b="0" sz="1400">
              <a:latin typeface="Advent Pro Medium"/>
              <a:ea typeface="Advent Pro Medium"/>
              <a:cs typeface="Advent Pro Medium"/>
              <a:sym typeface="Advent Pro Medium"/>
            </a:endParaRPr>
          </a:p>
          <a:p>
            <a:pPr indent="0" lvl="0" marL="0" rtl="0" algn="l">
              <a:spcBef>
                <a:spcPts val="0"/>
              </a:spcBef>
              <a:spcAft>
                <a:spcPts val="0"/>
              </a:spcAft>
              <a:buNone/>
            </a:pPr>
            <a:r>
              <a:rPr b="0" lang="en" sz="1400">
                <a:latin typeface="Advent Pro Medium"/>
                <a:ea typeface="Advent Pro Medium"/>
                <a:cs typeface="Advent Pro Medium"/>
                <a:sym typeface="Advent Pro Medium"/>
              </a:rPr>
              <a:t>yourcompany.com</a:t>
            </a:r>
            <a:endParaRPr b="0" sz="1400">
              <a:latin typeface="Advent Pro Medium"/>
              <a:ea typeface="Advent Pro Medium"/>
              <a:cs typeface="Advent Pro Medium"/>
              <a:sym typeface="Advent Pro Medium"/>
            </a:endParaRPr>
          </a:p>
        </p:txBody>
      </p:sp>
      <p:sp>
        <p:nvSpPr>
          <p:cNvPr id="5104" name="Google Shape;5104;p72"/>
          <p:cNvSpPr txBox="1"/>
          <p:nvPr/>
        </p:nvSpPr>
        <p:spPr>
          <a:xfrm>
            <a:off x="4830825" y="4326508"/>
            <a:ext cx="3233400" cy="3693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Advent Pro Medium"/>
                <a:ea typeface="Advent Pro Medium"/>
                <a:cs typeface="Advent Pro Medium"/>
                <a:sym typeface="Advent Pro Medium"/>
              </a:rPr>
              <a:t>Please keep this slide for attribution</a:t>
            </a:r>
            <a:endParaRPr sz="1200">
              <a:solidFill>
                <a:schemeClr val="dk1"/>
              </a:solidFill>
              <a:latin typeface="Advent Pro Medium"/>
              <a:ea typeface="Advent Pro Medium"/>
              <a:cs typeface="Advent Pro Medium"/>
              <a:sym typeface="Advent Pro Medium"/>
            </a:endParaRPr>
          </a:p>
        </p:txBody>
      </p:sp>
      <p:grpSp>
        <p:nvGrpSpPr>
          <p:cNvPr id="5105" name="Google Shape;5105;p72"/>
          <p:cNvGrpSpPr/>
          <p:nvPr/>
        </p:nvGrpSpPr>
        <p:grpSpPr>
          <a:xfrm>
            <a:off x="4925094" y="3037476"/>
            <a:ext cx="2238681" cy="437293"/>
            <a:chOff x="4750312" y="3101529"/>
            <a:chExt cx="2238681" cy="437293"/>
          </a:xfrm>
        </p:grpSpPr>
        <p:sp>
          <p:nvSpPr>
            <p:cNvPr id="5106" name="Google Shape;5106;p72"/>
            <p:cNvSpPr/>
            <p:nvPr/>
          </p:nvSpPr>
          <p:spPr>
            <a:xfrm>
              <a:off x="5351201" y="3106558"/>
              <a:ext cx="428523" cy="42811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2"/>
            <p:cNvSpPr/>
            <p:nvPr/>
          </p:nvSpPr>
          <p:spPr>
            <a:xfrm>
              <a:off x="5453445" y="3282887"/>
              <a:ext cx="47281" cy="140439"/>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2"/>
            <p:cNvSpPr/>
            <p:nvPr/>
          </p:nvSpPr>
          <p:spPr>
            <a:xfrm>
              <a:off x="5434337" y="3199083"/>
              <a:ext cx="66389" cy="57013"/>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2"/>
            <p:cNvSpPr/>
            <p:nvPr/>
          </p:nvSpPr>
          <p:spPr>
            <a:xfrm>
              <a:off x="5546591" y="3282855"/>
              <a:ext cx="149997" cy="140943"/>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2"/>
            <p:cNvSpPr/>
            <p:nvPr/>
          </p:nvSpPr>
          <p:spPr>
            <a:xfrm>
              <a:off x="5952107" y="3106558"/>
              <a:ext cx="428083" cy="42811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2"/>
            <p:cNvSpPr/>
            <p:nvPr/>
          </p:nvSpPr>
          <p:spPr>
            <a:xfrm>
              <a:off x="6043459" y="3217279"/>
              <a:ext cx="273489" cy="225125"/>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2"/>
            <p:cNvSpPr/>
            <p:nvPr/>
          </p:nvSpPr>
          <p:spPr>
            <a:xfrm>
              <a:off x="4750312" y="3106558"/>
              <a:ext cx="428523" cy="42811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2"/>
            <p:cNvSpPr/>
            <p:nvPr/>
          </p:nvSpPr>
          <p:spPr>
            <a:xfrm>
              <a:off x="4824822" y="3199272"/>
              <a:ext cx="233165" cy="335846"/>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2"/>
            <p:cNvSpPr/>
            <p:nvPr/>
          </p:nvSpPr>
          <p:spPr>
            <a:xfrm>
              <a:off x="6552742" y="3101529"/>
              <a:ext cx="436251" cy="437293"/>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2"/>
            <p:cNvSpPr/>
            <p:nvPr/>
          </p:nvSpPr>
          <p:spPr>
            <a:xfrm>
              <a:off x="6651352" y="3183943"/>
              <a:ext cx="238944" cy="27237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6" name="Google Shape;5116;p72"/>
          <p:cNvSpPr txBox="1"/>
          <p:nvPr/>
        </p:nvSpPr>
        <p:spPr>
          <a:xfrm>
            <a:off x="4830825" y="3680983"/>
            <a:ext cx="3233400" cy="7389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200">
                <a:solidFill>
                  <a:schemeClr val="dk1"/>
                </a:solidFill>
                <a:latin typeface="Advent Pro Medium"/>
                <a:ea typeface="Advent Pro Medium"/>
                <a:cs typeface="Advent Pro Medium"/>
                <a:sym typeface="Advent Pro Medium"/>
              </a:rPr>
              <a:t>CREDITS: This presentation template was created by </a:t>
            </a:r>
            <a:r>
              <a:rPr b="1" lang="en" sz="1200">
                <a:solidFill>
                  <a:schemeClr val="dk1"/>
                </a:solidFill>
                <a:uFill>
                  <a:noFill/>
                </a:uFill>
                <a:latin typeface="Advent Pro"/>
                <a:ea typeface="Advent Pro"/>
                <a:cs typeface="Advent Pro"/>
                <a:sym typeface="Advent Pro"/>
                <a:hlinkClick r:id="rId4">
                  <a:extLst>
                    <a:ext uri="{A12FA001-AC4F-418D-AE19-62706E023703}">
                      <ahyp:hlinkClr val="tx"/>
                    </a:ext>
                  </a:extLst>
                </a:hlinkClick>
              </a:rPr>
              <a:t>Slidesgo</a:t>
            </a:r>
            <a:r>
              <a:rPr lang="en" sz="1200">
                <a:solidFill>
                  <a:schemeClr val="dk1"/>
                </a:solidFill>
                <a:latin typeface="Advent Pro Medium"/>
                <a:ea typeface="Advent Pro Medium"/>
                <a:cs typeface="Advent Pro Medium"/>
                <a:sym typeface="Advent Pro Medium"/>
              </a:rPr>
              <a:t>, including icons by </a:t>
            </a:r>
            <a:r>
              <a:rPr b="1" lang="en" sz="1200">
                <a:solidFill>
                  <a:schemeClr val="dk1"/>
                </a:solidFill>
                <a:uFill>
                  <a:noFill/>
                </a:uFill>
                <a:latin typeface="Advent Pro"/>
                <a:ea typeface="Advent Pro"/>
                <a:cs typeface="Advent Pro"/>
                <a:sym typeface="Advent Pro"/>
                <a:hlinkClick r:id="rId5">
                  <a:extLst>
                    <a:ext uri="{A12FA001-AC4F-418D-AE19-62706E023703}">
                      <ahyp:hlinkClr val="tx"/>
                    </a:ext>
                  </a:extLst>
                </a:hlinkClick>
              </a:rPr>
              <a:t>Flaticon</a:t>
            </a:r>
            <a:r>
              <a:rPr lang="en" sz="1200">
                <a:solidFill>
                  <a:schemeClr val="dk1"/>
                </a:solidFill>
                <a:latin typeface="Advent Pro Medium"/>
                <a:ea typeface="Advent Pro Medium"/>
                <a:cs typeface="Advent Pro Medium"/>
                <a:sym typeface="Advent Pro Medium"/>
              </a:rPr>
              <a:t>, and infographics &amp; images by </a:t>
            </a:r>
            <a:r>
              <a:rPr b="1" lang="en" sz="1200">
                <a:solidFill>
                  <a:schemeClr val="dk1"/>
                </a:solidFill>
                <a:uFill>
                  <a:noFill/>
                </a:uFill>
                <a:latin typeface="Advent Pro"/>
                <a:ea typeface="Advent Pro"/>
                <a:cs typeface="Advent Pro"/>
                <a:sym typeface="Advent Pro"/>
                <a:hlinkClick r:id="rId6">
                  <a:extLst>
                    <a:ext uri="{A12FA001-AC4F-418D-AE19-62706E023703}">
                      <ahyp:hlinkClr val="tx"/>
                    </a:ext>
                  </a:extLst>
                </a:hlinkClick>
              </a:rPr>
              <a:t>Freepik</a:t>
            </a:r>
            <a:r>
              <a:rPr b="1" lang="en" sz="1200">
                <a:solidFill>
                  <a:schemeClr val="dk1"/>
                </a:solidFill>
                <a:latin typeface="Advent Pro"/>
                <a:ea typeface="Advent Pro"/>
                <a:cs typeface="Advent Pro"/>
                <a:sym typeface="Advent Pro"/>
              </a:rPr>
              <a:t> </a:t>
            </a:r>
            <a:endParaRPr b="1" sz="1200">
              <a:solidFill>
                <a:schemeClr val="dk1"/>
              </a:solidFill>
              <a:latin typeface="Advent Pro"/>
              <a:ea typeface="Advent Pro"/>
              <a:cs typeface="Advent Pro"/>
              <a:sym typeface="Advent Pro"/>
            </a:endParaRPr>
          </a:p>
        </p:txBody>
      </p:sp>
      <p:pic>
        <p:nvPicPr>
          <p:cNvPr id="5117" name="Google Shape;5117;p72"/>
          <p:cNvPicPr preferRelativeResize="0"/>
          <p:nvPr/>
        </p:nvPicPr>
        <p:blipFill>
          <a:blip r:embed="rId7">
            <a:alphaModFix/>
          </a:blip>
          <a:stretch>
            <a:fillRect/>
          </a:stretch>
        </p:blipFill>
        <p:spPr>
          <a:xfrm>
            <a:off x="2172750" y="1328163"/>
            <a:ext cx="1052703" cy="1331675"/>
          </a:xfrm>
          <a:prstGeom prst="rect">
            <a:avLst/>
          </a:prstGeom>
          <a:noFill/>
          <a:ln>
            <a:noFill/>
          </a:ln>
        </p:spPr>
      </p:pic>
      <p:pic>
        <p:nvPicPr>
          <p:cNvPr id="5118" name="Google Shape;5118;p72"/>
          <p:cNvPicPr preferRelativeResize="0"/>
          <p:nvPr/>
        </p:nvPicPr>
        <p:blipFill>
          <a:blip r:embed="rId8">
            <a:alphaModFix/>
          </a:blip>
          <a:stretch>
            <a:fillRect/>
          </a:stretch>
        </p:blipFill>
        <p:spPr>
          <a:xfrm>
            <a:off x="2224446" y="591912"/>
            <a:ext cx="1602225" cy="1148801"/>
          </a:xfrm>
          <a:prstGeom prst="rect">
            <a:avLst/>
          </a:prstGeom>
          <a:noFill/>
          <a:ln>
            <a:noFill/>
          </a:ln>
        </p:spPr>
      </p:pic>
      <p:pic>
        <p:nvPicPr>
          <p:cNvPr id="5119" name="Google Shape;5119;p72"/>
          <p:cNvPicPr preferRelativeResize="0"/>
          <p:nvPr/>
        </p:nvPicPr>
        <p:blipFill>
          <a:blip r:embed="rId9">
            <a:alphaModFix/>
          </a:blip>
          <a:stretch>
            <a:fillRect/>
          </a:stretch>
        </p:blipFill>
        <p:spPr>
          <a:xfrm>
            <a:off x="3145223" y="3094470"/>
            <a:ext cx="841230" cy="1331675"/>
          </a:xfrm>
          <a:prstGeom prst="rect">
            <a:avLst/>
          </a:prstGeom>
          <a:noFill/>
          <a:ln>
            <a:noFill/>
          </a:ln>
        </p:spPr>
      </p:pic>
      <p:pic>
        <p:nvPicPr>
          <p:cNvPr id="5120" name="Google Shape;5120;p72"/>
          <p:cNvPicPr preferRelativeResize="0"/>
          <p:nvPr/>
        </p:nvPicPr>
        <p:blipFill>
          <a:blip r:embed="rId10">
            <a:alphaModFix/>
          </a:blip>
          <a:stretch>
            <a:fillRect/>
          </a:stretch>
        </p:blipFill>
        <p:spPr>
          <a:xfrm>
            <a:off x="696020" y="591897"/>
            <a:ext cx="1243252" cy="1301701"/>
          </a:xfrm>
          <a:prstGeom prst="rect">
            <a:avLst/>
          </a:prstGeom>
          <a:noFill/>
          <a:ln>
            <a:noFill/>
          </a:ln>
        </p:spPr>
      </p:pic>
      <p:pic>
        <p:nvPicPr>
          <p:cNvPr id="5121" name="Google Shape;5121;p72"/>
          <p:cNvPicPr preferRelativeResize="0"/>
          <p:nvPr/>
        </p:nvPicPr>
        <p:blipFill>
          <a:blip r:embed="rId11">
            <a:alphaModFix/>
          </a:blip>
          <a:stretch>
            <a:fillRect/>
          </a:stretch>
        </p:blipFill>
        <p:spPr>
          <a:xfrm>
            <a:off x="1262829" y="2125454"/>
            <a:ext cx="1679975" cy="2215880"/>
          </a:xfrm>
          <a:prstGeom prst="rect">
            <a:avLst/>
          </a:prstGeom>
          <a:noFill/>
          <a:ln>
            <a:noFill/>
          </a:ln>
        </p:spPr>
      </p:pic>
      <p:pic>
        <p:nvPicPr>
          <p:cNvPr id="5122" name="Google Shape;5122;p72"/>
          <p:cNvPicPr preferRelativeResize="0"/>
          <p:nvPr/>
        </p:nvPicPr>
        <p:blipFill>
          <a:blip r:embed="rId12">
            <a:alphaModFix/>
          </a:blip>
          <a:stretch>
            <a:fillRect/>
          </a:stretch>
        </p:blipFill>
        <p:spPr>
          <a:xfrm>
            <a:off x="538774" y="2420413"/>
            <a:ext cx="797661" cy="1331675"/>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6" name="Shape 5126"/>
        <p:cNvGrpSpPr/>
        <p:nvPr/>
      </p:nvGrpSpPr>
      <p:grpSpPr>
        <a:xfrm>
          <a:off x="0" y="0"/>
          <a:ext cx="0" cy="0"/>
          <a:chOff x="0" y="0"/>
          <a:chExt cx="0" cy="0"/>
        </a:xfrm>
      </p:grpSpPr>
      <p:sp>
        <p:nvSpPr>
          <p:cNvPr id="5127" name="Google Shape;5127;p73"/>
          <p:cNvSpPr txBox="1"/>
          <p:nvPr>
            <p:ph idx="1" type="body"/>
          </p:nvPr>
        </p:nvSpPr>
        <p:spPr>
          <a:xfrm>
            <a:off x="713275" y="1152475"/>
            <a:ext cx="7717500" cy="104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VECTORS:</a:t>
            </a:r>
            <a:endParaRPr b="1"/>
          </a:p>
          <a:p>
            <a:pPr indent="-317500" lvl="0" marL="457200" rtl="0" algn="l">
              <a:spcBef>
                <a:spcPts val="0"/>
              </a:spcBef>
              <a:spcAft>
                <a:spcPts val="0"/>
              </a:spcAft>
              <a:buSzPts val="1400"/>
              <a:buChar char="●"/>
            </a:pPr>
            <a:r>
              <a:rPr lang="en">
                <a:solidFill>
                  <a:schemeClr val="hlink"/>
                </a:solidFill>
                <a:uFill>
                  <a:noFill/>
                </a:uFill>
                <a:hlinkClick r:id="rId3"/>
              </a:rPr>
              <a:t>Data protection landing page</a:t>
            </a:r>
            <a:endParaRPr/>
          </a:p>
        </p:txBody>
      </p:sp>
      <p:sp>
        <p:nvSpPr>
          <p:cNvPr id="5128" name="Google Shape;5128;p73"/>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pic>
        <p:nvPicPr>
          <p:cNvPr id="5129" name="Google Shape;5129;p73"/>
          <p:cNvPicPr preferRelativeResize="0"/>
          <p:nvPr/>
        </p:nvPicPr>
        <p:blipFill>
          <a:blip r:embed="rId4">
            <a:alphaModFix/>
          </a:blip>
          <a:stretch>
            <a:fillRect/>
          </a:stretch>
        </p:blipFill>
        <p:spPr>
          <a:xfrm>
            <a:off x="6482795" y="2679725"/>
            <a:ext cx="988285" cy="1674151"/>
          </a:xfrm>
          <a:prstGeom prst="rect">
            <a:avLst/>
          </a:prstGeom>
          <a:noFill/>
          <a:ln>
            <a:noFill/>
          </a:ln>
        </p:spPr>
      </p:pic>
      <p:pic>
        <p:nvPicPr>
          <p:cNvPr id="5130" name="Google Shape;5130;p73"/>
          <p:cNvPicPr preferRelativeResize="0"/>
          <p:nvPr/>
        </p:nvPicPr>
        <p:blipFill>
          <a:blip r:embed="rId5">
            <a:alphaModFix/>
          </a:blip>
          <a:stretch>
            <a:fillRect/>
          </a:stretch>
        </p:blipFill>
        <p:spPr>
          <a:xfrm>
            <a:off x="1672920" y="2679725"/>
            <a:ext cx="976185" cy="1674149"/>
          </a:xfrm>
          <a:prstGeom prst="rect">
            <a:avLst/>
          </a:prstGeom>
          <a:noFill/>
          <a:ln>
            <a:noFill/>
          </a:ln>
        </p:spPr>
      </p:pic>
      <p:pic>
        <p:nvPicPr>
          <p:cNvPr id="5131" name="Google Shape;5131;p73"/>
          <p:cNvPicPr preferRelativeResize="0"/>
          <p:nvPr/>
        </p:nvPicPr>
        <p:blipFill>
          <a:blip r:embed="rId6">
            <a:alphaModFix/>
          </a:blip>
          <a:stretch>
            <a:fillRect/>
          </a:stretch>
        </p:blipFill>
        <p:spPr>
          <a:xfrm>
            <a:off x="2855488" y="2679725"/>
            <a:ext cx="1527515" cy="1674151"/>
          </a:xfrm>
          <a:prstGeom prst="rect">
            <a:avLst/>
          </a:prstGeom>
          <a:noFill/>
          <a:ln>
            <a:noFill/>
          </a:ln>
        </p:spPr>
      </p:pic>
      <p:pic>
        <p:nvPicPr>
          <p:cNvPr id="5132" name="Google Shape;5132;p73"/>
          <p:cNvPicPr preferRelativeResize="0"/>
          <p:nvPr/>
        </p:nvPicPr>
        <p:blipFill>
          <a:blip r:embed="rId7">
            <a:alphaModFix/>
          </a:blip>
          <a:stretch>
            <a:fillRect/>
          </a:stretch>
        </p:blipFill>
        <p:spPr>
          <a:xfrm>
            <a:off x="4589387" y="3202025"/>
            <a:ext cx="1687025" cy="1093200"/>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6" name="Shape 5136"/>
        <p:cNvGrpSpPr/>
        <p:nvPr/>
      </p:nvGrpSpPr>
      <p:grpSpPr>
        <a:xfrm>
          <a:off x="0" y="0"/>
          <a:ext cx="0" cy="0"/>
          <a:chOff x="0" y="0"/>
          <a:chExt cx="0" cy="0"/>
        </a:xfrm>
      </p:grpSpPr>
      <p:sp>
        <p:nvSpPr>
          <p:cNvPr id="5137" name="Google Shape;5137;p74"/>
          <p:cNvSpPr txBox="1"/>
          <p:nvPr>
            <p:ph type="title"/>
          </p:nvPr>
        </p:nvSpPr>
        <p:spPr>
          <a:xfrm>
            <a:off x="713275" y="445025"/>
            <a:ext cx="7717500" cy="74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5138" name="Google Shape;5138;p74"/>
          <p:cNvSpPr txBox="1"/>
          <p:nvPr>
            <p:ph idx="1" type="body"/>
          </p:nvPr>
        </p:nvSpPr>
        <p:spPr>
          <a:xfrm>
            <a:off x="713275" y="1152475"/>
            <a:ext cx="77175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b="1" lang="en"/>
              <a:t>PHOTOS:</a:t>
            </a:r>
            <a:endParaRPr b="1"/>
          </a:p>
          <a:p>
            <a:pPr indent="-317500" lvl="0" marL="457200" rtl="0" algn="l">
              <a:spcBef>
                <a:spcPts val="0"/>
              </a:spcBef>
              <a:spcAft>
                <a:spcPts val="0"/>
              </a:spcAft>
              <a:buSzPts val="1400"/>
              <a:buChar char="●"/>
            </a:pPr>
            <a:r>
              <a:rPr lang="en">
                <a:solidFill>
                  <a:schemeClr val="hlink"/>
                </a:solidFill>
                <a:uFill>
                  <a:noFill/>
                </a:uFill>
                <a:hlinkClick r:id="rId3"/>
              </a:rPr>
              <a:t>Close up programmer typing on keyboard</a:t>
            </a:r>
            <a:endParaRPr/>
          </a:p>
          <a:p>
            <a:pPr indent="-317500" lvl="0" marL="457200" rtl="0" algn="l">
              <a:spcBef>
                <a:spcPts val="0"/>
              </a:spcBef>
              <a:spcAft>
                <a:spcPts val="0"/>
              </a:spcAft>
              <a:buSzPts val="1400"/>
              <a:buChar char="●"/>
            </a:pPr>
            <a:r>
              <a:rPr lang="en">
                <a:solidFill>
                  <a:schemeClr val="hlink"/>
                </a:solidFill>
                <a:uFill>
                  <a:noFill/>
                </a:uFill>
                <a:hlinkClick r:id="rId4"/>
              </a:rPr>
              <a:t>Close up programmer sitting at desk</a:t>
            </a:r>
            <a:endParaRPr/>
          </a:p>
          <a:p>
            <a:pPr indent="-317500" lvl="0" marL="457200" rtl="0" algn="l">
              <a:spcBef>
                <a:spcPts val="0"/>
              </a:spcBef>
              <a:spcAft>
                <a:spcPts val="0"/>
              </a:spcAft>
              <a:buSzPts val="1400"/>
              <a:buChar char="●"/>
            </a:pPr>
            <a:r>
              <a:rPr lang="en">
                <a:solidFill>
                  <a:schemeClr val="hlink"/>
                </a:solidFill>
                <a:uFill>
                  <a:noFill/>
                </a:uFill>
                <a:hlinkClick r:id="rId5"/>
              </a:rPr>
              <a:t>Above view woman typing on laptop</a:t>
            </a:r>
            <a:endParaRPr/>
          </a:p>
          <a:p>
            <a:pPr indent="-317500" lvl="0" marL="457200" rtl="0" algn="l">
              <a:spcBef>
                <a:spcPts val="0"/>
              </a:spcBef>
              <a:spcAft>
                <a:spcPts val="0"/>
              </a:spcAft>
              <a:buSzPts val="1400"/>
              <a:buChar char="●"/>
            </a:pPr>
            <a:r>
              <a:rPr lang="en">
                <a:solidFill>
                  <a:schemeClr val="hlink"/>
                </a:solidFill>
                <a:uFill>
                  <a:noFill/>
                </a:uFill>
                <a:hlinkClick r:id="rId6"/>
              </a:rPr>
              <a:t>Cyber security concept with computer close up</a:t>
            </a:r>
            <a:endParaRPr/>
          </a:p>
          <a:p>
            <a:pPr indent="-317500" lvl="0" marL="457200" rtl="0" algn="l">
              <a:spcBef>
                <a:spcPts val="0"/>
              </a:spcBef>
              <a:spcAft>
                <a:spcPts val="0"/>
              </a:spcAft>
              <a:buSzPts val="1400"/>
              <a:buChar char="●"/>
            </a:pPr>
            <a:r>
              <a:rPr lang="en">
                <a:solidFill>
                  <a:schemeClr val="hlink"/>
                </a:solidFill>
                <a:uFill>
                  <a:noFill/>
                </a:uFill>
                <a:hlinkClick r:id="rId7"/>
              </a:rPr>
              <a:t>Close up programmer typing on keyboard</a:t>
            </a:r>
            <a:endParaRPr/>
          </a:p>
          <a:p>
            <a:pPr indent="-317500" lvl="0" marL="457200" rtl="0" algn="l">
              <a:spcBef>
                <a:spcPts val="0"/>
              </a:spcBef>
              <a:spcAft>
                <a:spcPts val="0"/>
              </a:spcAft>
              <a:buSzPts val="1400"/>
              <a:buChar char="●"/>
            </a:pPr>
            <a:r>
              <a:rPr lang="en">
                <a:solidFill>
                  <a:schemeClr val="hlink"/>
                </a:solidFill>
                <a:uFill>
                  <a:noFill/>
                </a:uFill>
                <a:hlinkClick r:id="rId8"/>
              </a:rPr>
              <a:t>Portrait of young woman with afro dreadlocks posing outside</a:t>
            </a:r>
            <a:endParaRPr/>
          </a:p>
          <a:p>
            <a:pPr indent="-317500" lvl="0" marL="457200" rtl="0" algn="l">
              <a:spcBef>
                <a:spcPts val="0"/>
              </a:spcBef>
              <a:spcAft>
                <a:spcPts val="0"/>
              </a:spcAft>
              <a:buSzPts val="1400"/>
              <a:buChar char="●"/>
            </a:pPr>
            <a:r>
              <a:rPr lang="en">
                <a:solidFill>
                  <a:schemeClr val="hlink"/>
                </a:solidFill>
                <a:uFill>
                  <a:noFill/>
                </a:uFill>
                <a:hlinkClick r:id="rId9"/>
              </a:rPr>
              <a:t>Medium shot smiley man sitting at desk</a:t>
            </a:r>
            <a:endParaRPr/>
          </a:p>
          <a:p>
            <a:pPr indent="0" lvl="0" marL="0" rtl="0" algn="l">
              <a:spcBef>
                <a:spcPts val="1000"/>
              </a:spcBef>
              <a:spcAft>
                <a:spcPts val="0"/>
              </a:spcAft>
              <a:buNone/>
            </a:pPr>
            <a:r>
              <a:rPr b="1" lang="en"/>
              <a:t>VECTORS:</a:t>
            </a:r>
            <a:endParaRPr b="1"/>
          </a:p>
          <a:p>
            <a:pPr indent="-317500" lvl="0" marL="457200" rtl="0" algn="l">
              <a:spcBef>
                <a:spcPts val="0"/>
              </a:spcBef>
              <a:spcAft>
                <a:spcPts val="0"/>
              </a:spcAft>
              <a:buSzPts val="1400"/>
              <a:buChar char="●"/>
            </a:pPr>
            <a:r>
              <a:rPr lang="en">
                <a:solidFill>
                  <a:schemeClr val="hlink"/>
                </a:solidFill>
                <a:uFill>
                  <a:noFill/>
                </a:uFill>
                <a:hlinkClick r:id="rId10"/>
              </a:rPr>
              <a:t>Cyber security instagram stories template</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42" name="Shape 5142"/>
        <p:cNvGrpSpPr/>
        <p:nvPr/>
      </p:nvGrpSpPr>
      <p:grpSpPr>
        <a:xfrm>
          <a:off x="0" y="0"/>
          <a:ext cx="0" cy="0"/>
          <a:chOff x="0" y="0"/>
          <a:chExt cx="0" cy="0"/>
        </a:xfrm>
      </p:grpSpPr>
      <p:sp>
        <p:nvSpPr>
          <p:cNvPr id="5143" name="Google Shape;5143;p7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144" name="Google Shape;5144;p75"/>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48" name="Shape 5148"/>
        <p:cNvGrpSpPr/>
        <p:nvPr/>
      </p:nvGrpSpPr>
      <p:grpSpPr>
        <a:xfrm>
          <a:off x="0" y="0"/>
          <a:ext cx="0" cy="0"/>
          <a:chOff x="0" y="0"/>
          <a:chExt cx="0" cy="0"/>
        </a:xfrm>
      </p:grpSpPr>
      <p:sp>
        <p:nvSpPr>
          <p:cNvPr id="5149" name="Google Shape;5149;p76"/>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5150" name="Google Shape;5150;p7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54" name="Shape 5154"/>
        <p:cNvGrpSpPr/>
        <p:nvPr/>
      </p:nvGrpSpPr>
      <p:grpSpPr>
        <a:xfrm>
          <a:off x="0" y="0"/>
          <a:ext cx="0" cy="0"/>
          <a:chOff x="0" y="0"/>
          <a:chExt cx="0" cy="0"/>
        </a:xfrm>
      </p:grpSpPr>
      <p:sp>
        <p:nvSpPr>
          <p:cNvPr id="5155" name="Google Shape;5155;p77"/>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Alumni Sans Pinstripe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https://fonts.google.com/specimen/Alumni+Sans+Pinstripe</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Roboto Slab</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https://fonts.google.com/specimen/Advent+Pro</a:t>
            </a:r>
            <a:r>
              <a:rPr lang="en" sz="1100">
                <a:solidFill>
                  <a:schemeClr val="lt1"/>
                </a:solidFill>
              </a:rPr>
              <a:t>)</a:t>
            </a:r>
            <a:endParaRPr sz="1100">
              <a:solidFill>
                <a:schemeClr val="lt1"/>
              </a:solidFill>
            </a:endParaRPr>
          </a:p>
        </p:txBody>
      </p:sp>
      <p:sp>
        <p:nvSpPr>
          <p:cNvPr id="5156" name="Google Shape;5156;p77"/>
          <p:cNvSpPr/>
          <p:nvPr/>
        </p:nvSpPr>
        <p:spPr>
          <a:xfrm>
            <a:off x="2052650" y="29478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7"/>
          <p:cNvSpPr/>
          <p:nvPr/>
        </p:nvSpPr>
        <p:spPr>
          <a:xfrm>
            <a:off x="3114470" y="2947800"/>
            <a:ext cx="791400" cy="754200"/>
          </a:xfrm>
          <a:prstGeom prst="roundRect">
            <a:avLst>
              <a:gd fmla="val 16667" name="adj"/>
            </a:avLst>
          </a:prstGeom>
          <a:solidFill>
            <a:srgbClr val="00394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7"/>
          <p:cNvSpPr/>
          <p:nvPr/>
        </p:nvSpPr>
        <p:spPr>
          <a:xfrm>
            <a:off x="4176289" y="2947800"/>
            <a:ext cx="791400" cy="754200"/>
          </a:xfrm>
          <a:prstGeom prst="roundRect">
            <a:avLst>
              <a:gd fmla="val 16667" name="adj"/>
            </a:avLst>
          </a:prstGeom>
          <a:solidFill>
            <a:srgbClr val="0025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7"/>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5160" name="Google Shape;5160;p77"/>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#00394b</a:t>
            </a:r>
            <a:endParaRPr sz="1000">
              <a:solidFill>
                <a:srgbClr val="FFFFFF"/>
              </a:solidFill>
            </a:endParaRPr>
          </a:p>
        </p:txBody>
      </p:sp>
      <p:sp>
        <p:nvSpPr>
          <p:cNvPr id="5161" name="Google Shape;5161;p77"/>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#002530</a:t>
            </a:r>
            <a:endParaRPr sz="1000">
              <a:solidFill>
                <a:srgbClr val="FFFFFF"/>
              </a:solidFill>
            </a:endParaRPr>
          </a:p>
        </p:txBody>
      </p:sp>
      <p:sp>
        <p:nvSpPr>
          <p:cNvPr id="5162" name="Google Shape;5162;p77"/>
          <p:cNvSpPr/>
          <p:nvPr/>
        </p:nvSpPr>
        <p:spPr>
          <a:xfrm>
            <a:off x="5238125" y="2947800"/>
            <a:ext cx="791400" cy="754200"/>
          </a:xfrm>
          <a:prstGeom prst="roundRect">
            <a:avLst>
              <a:gd fmla="val 16667" name="adj"/>
            </a:avLst>
          </a:prstGeom>
          <a:solidFill>
            <a:srgbClr val="006F8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7"/>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#006f80</a:t>
            </a:r>
            <a:endParaRPr sz="1000">
              <a:solidFill>
                <a:srgbClr val="FFFFFF"/>
              </a:solidFill>
            </a:endParaRPr>
          </a:p>
        </p:txBody>
      </p:sp>
      <p:sp>
        <p:nvSpPr>
          <p:cNvPr id="5164" name="Google Shape;5164;p77"/>
          <p:cNvSpPr/>
          <p:nvPr/>
        </p:nvSpPr>
        <p:spPr>
          <a:xfrm>
            <a:off x="6299950" y="2947800"/>
            <a:ext cx="791400" cy="754200"/>
          </a:xfrm>
          <a:prstGeom prst="roundRect">
            <a:avLst>
              <a:gd fmla="val 16667" name="adj"/>
            </a:avLst>
          </a:prstGeom>
          <a:solidFill>
            <a:srgbClr val="10908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7"/>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#10908d</a:t>
            </a:r>
            <a:endParaRPr sz="1000">
              <a:solidFill>
                <a:srgbClr val="FFFFFF"/>
              </a:solidFill>
            </a:endParaRPr>
          </a:p>
        </p:txBody>
      </p:sp>
      <p:sp>
        <p:nvSpPr>
          <p:cNvPr id="5166" name="Google Shape;5166;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70" name="Shape 5170"/>
        <p:cNvGrpSpPr/>
        <p:nvPr/>
      </p:nvGrpSpPr>
      <p:grpSpPr>
        <a:xfrm>
          <a:off x="0" y="0"/>
          <a:ext cx="0" cy="0"/>
          <a:chOff x="0" y="0"/>
          <a:chExt cx="0" cy="0"/>
        </a:xfrm>
      </p:grpSpPr>
      <p:sp>
        <p:nvSpPr>
          <p:cNvPr id="5171" name="Google Shape;5171;p78"/>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5172" name="Google Shape;5172;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5173" name="Google Shape;5173;p78"/>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5174" name="Google Shape;5174;p78">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5175" name="Google Shape;5175;p78">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5176" name="Google Shape;5176;p78">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5177" name="Google Shape;5177;p78">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5178" name="Google Shape;5178;p78"/>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5179" name="Google Shape;5179;p78"/>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5180" name="Google Shape;5180;p78"/>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5181" name="Google Shape;5181;p78"/>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5182" name="Google Shape;5182;p78">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86" name="Shape 5186"/>
        <p:cNvGrpSpPr/>
        <p:nvPr/>
      </p:nvGrpSpPr>
      <p:grpSpPr>
        <a:xfrm>
          <a:off x="0" y="0"/>
          <a:ext cx="0" cy="0"/>
          <a:chOff x="0" y="0"/>
          <a:chExt cx="0" cy="0"/>
        </a:xfrm>
      </p:grpSpPr>
      <p:sp>
        <p:nvSpPr>
          <p:cNvPr id="5187" name="Google Shape;5187;p79"/>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5188" name="Google Shape;5188;p79"/>
          <p:cNvGrpSpPr/>
          <p:nvPr/>
        </p:nvGrpSpPr>
        <p:grpSpPr>
          <a:xfrm>
            <a:off x="5117640" y="3085736"/>
            <a:ext cx="474294" cy="551291"/>
            <a:chOff x="4727025" y="1332775"/>
            <a:chExt cx="59900" cy="69625"/>
          </a:xfrm>
        </p:grpSpPr>
        <p:sp>
          <p:nvSpPr>
            <p:cNvPr id="5189" name="Google Shape;5189;p7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79"/>
          <p:cNvGrpSpPr/>
          <p:nvPr/>
        </p:nvGrpSpPr>
        <p:grpSpPr>
          <a:xfrm>
            <a:off x="5731296" y="2314340"/>
            <a:ext cx="555653" cy="557031"/>
            <a:chOff x="4820425" y="1329900"/>
            <a:chExt cx="70175" cy="70350"/>
          </a:xfrm>
        </p:grpSpPr>
        <p:sp>
          <p:nvSpPr>
            <p:cNvPr id="5192" name="Google Shape;5192;p7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79"/>
          <p:cNvGrpSpPr/>
          <p:nvPr/>
        </p:nvGrpSpPr>
        <p:grpSpPr>
          <a:xfrm>
            <a:off x="6357664" y="2318845"/>
            <a:ext cx="582574" cy="533871"/>
            <a:chOff x="4903200" y="1331525"/>
            <a:chExt cx="73575" cy="67425"/>
          </a:xfrm>
        </p:grpSpPr>
        <p:sp>
          <p:nvSpPr>
            <p:cNvPr id="5197" name="Google Shape;5197;p7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79"/>
          <p:cNvGrpSpPr/>
          <p:nvPr/>
        </p:nvGrpSpPr>
        <p:grpSpPr>
          <a:xfrm>
            <a:off x="5717142" y="3078709"/>
            <a:ext cx="583960" cy="565345"/>
            <a:chOff x="4815575" y="1416800"/>
            <a:chExt cx="73750" cy="71400"/>
          </a:xfrm>
        </p:grpSpPr>
        <p:sp>
          <p:nvSpPr>
            <p:cNvPr id="5200" name="Google Shape;5200;p7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79"/>
          <p:cNvGrpSpPr/>
          <p:nvPr/>
        </p:nvGrpSpPr>
        <p:grpSpPr>
          <a:xfrm>
            <a:off x="6351924" y="3108896"/>
            <a:ext cx="589898" cy="504970"/>
            <a:chOff x="4902475" y="1418875"/>
            <a:chExt cx="74500" cy="63775"/>
          </a:xfrm>
        </p:grpSpPr>
        <p:sp>
          <p:nvSpPr>
            <p:cNvPr id="5204" name="Google Shape;5204;p7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79"/>
          <p:cNvGrpSpPr/>
          <p:nvPr/>
        </p:nvGrpSpPr>
        <p:grpSpPr>
          <a:xfrm>
            <a:off x="5727139" y="3826000"/>
            <a:ext cx="563967" cy="567127"/>
            <a:chOff x="4818100" y="1507675"/>
            <a:chExt cx="71225" cy="71625"/>
          </a:xfrm>
        </p:grpSpPr>
        <p:sp>
          <p:nvSpPr>
            <p:cNvPr id="5207" name="Google Shape;5207;p7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79"/>
          <p:cNvGrpSpPr/>
          <p:nvPr/>
        </p:nvGrpSpPr>
        <p:grpSpPr>
          <a:xfrm>
            <a:off x="5040636" y="3829461"/>
            <a:ext cx="628301" cy="588505"/>
            <a:chOff x="4721450" y="1509475"/>
            <a:chExt cx="79350" cy="74325"/>
          </a:xfrm>
        </p:grpSpPr>
        <p:sp>
          <p:nvSpPr>
            <p:cNvPr id="5212" name="Google Shape;5212;p7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79"/>
          <p:cNvGrpSpPr/>
          <p:nvPr/>
        </p:nvGrpSpPr>
        <p:grpSpPr>
          <a:xfrm>
            <a:off x="6386170" y="3814027"/>
            <a:ext cx="557038" cy="562772"/>
            <a:chOff x="4906800" y="1507500"/>
            <a:chExt cx="70350" cy="71075"/>
          </a:xfrm>
        </p:grpSpPr>
        <p:sp>
          <p:nvSpPr>
            <p:cNvPr id="5217" name="Google Shape;5217;p7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79"/>
          <p:cNvGrpSpPr/>
          <p:nvPr/>
        </p:nvGrpSpPr>
        <p:grpSpPr>
          <a:xfrm>
            <a:off x="4423778" y="2340963"/>
            <a:ext cx="517934" cy="517934"/>
            <a:chOff x="3736598" y="2170606"/>
            <a:chExt cx="404889" cy="404889"/>
          </a:xfrm>
        </p:grpSpPr>
        <p:sp>
          <p:nvSpPr>
            <p:cNvPr id="5223" name="Google Shape;5223;p7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79"/>
          <p:cNvGrpSpPr/>
          <p:nvPr/>
        </p:nvGrpSpPr>
        <p:grpSpPr>
          <a:xfrm>
            <a:off x="3690839" y="2341061"/>
            <a:ext cx="586986" cy="517740"/>
            <a:chOff x="3161917" y="2170682"/>
            <a:chExt cx="458870" cy="404737"/>
          </a:xfrm>
        </p:grpSpPr>
        <p:sp>
          <p:nvSpPr>
            <p:cNvPr id="5228" name="Google Shape;5228;p7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79"/>
          <p:cNvGrpSpPr/>
          <p:nvPr/>
        </p:nvGrpSpPr>
        <p:grpSpPr>
          <a:xfrm>
            <a:off x="3713860" y="3102400"/>
            <a:ext cx="540943" cy="517963"/>
            <a:chOff x="3179914" y="2889488"/>
            <a:chExt cx="422876" cy="404911"/>
          </a:xfrm>
        </p:grpSpPr>
        <p:sp>
          <p:nvSpPr>
            <p:cNvPr id="5232" name="Google Shape;5232;p7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79"/>
          <p:cNvGrpSpPr/>
          <p:nvPr/>
        </p:nvGrpSpPr>
        <p:grpSpPr>
          <a:xfrm>
            <a:off x="4414654" y="3102358"/>
            <a:ext cx="536180" cy="518047"/>
            <a:chOff x="3729467" y="2889422"/>
            <a:chExt cx="419153" cy="404977"/>
          </a:xfrm>
        </p:grpSpPr>
        <p:sp>
          <p:nvSpPr>
            <p:cNvPr id="5239" name="Google Shape;5239;p7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79"/>
          <p:cNvGrpSpPr/>
          <p:nvPr/>
        </p:nvGrpSpPr>
        <p:grpSpPr>
          <a:xfrm>
            <a:off x="1951688" y="3445787"/>
            <a:ext cx="965351" cy="134611"/>
            <a:chOff x="4411970" y="2962952"/>
            <a:chExt cx="706544" cy="104212"/>
          </a:xfrm>
        </p:grpSpPr>
        <p:sp>
          <p:nvSpPr>
            <p:cNvPr id="5247" name="Google Shape;5247;p7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79"/>
          <p:cNvGrpSpPr/>
          <p:nvPr/>
        </p:nvGrpSpPr>
        <p:grpSpPr>
          <a:xfrm>
            <a:off x="1951688" y="3041077"/>
            <a:ext cx="960158" cy="289172"/>
            <a:chOff x="4411970" y="2726085"/>
            <a:chExt cx="643107" cy="193659"/>
          </a:xfrm>
        </p:grpSpPr>
        <p:sp>
          <p:nvSpPr>
            <p:cNvPr id="5252" name="Google Shape;5252;p7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79"/>
          <p:cNvGrpSpPr/>
          <p:nvPr/>
        </p:nvGrpSpPr>
        <p:grpSpPr>
          <a:xfrm>
            <a:off x="960185" y="3295400"/>
            <a:ext cx="811503" cy="252584"/>
            <a:chOff x="4411970" y="4340222"/>
            <a:chExt cx="779467" cy="242683"/>
          </a:xfrm>
        </p:grpSpPr>
        <p:sp>
          <p:nvSpPr>
            <p:cNvPr id="5256" name="Google Shape;5256;p7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79"/>
          <p:cNvGrpSpPr/>
          <p:nvPr/>
        </p:nvGrpSpPr>
        <p:grpSpPr>
          <a:xfrm>
            <a:off x="1951688" y="2709308"/>
            <a:ext cx="965160" cy="216230"/>
            <a:chOff x="4411970" y="2468674"/>
            <a:chExt cx="747317" cy="167425"/>
          </a:xfrm>
        </p:grpSpPr>
        <p:sp>
          <p:nvSpPr>
            <p:cNvPr id="5260" name="Google Shape;5260;p7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2" name="Google Shape;5262;p79"/>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3" name="Google Shape;5263;p79"/>
          <p:cNvGrpSpPr/>
          <p:nvPr/>
        </p:nvGrpSpPr>
        <p:grpSpPr>
          <a:xfrm>
            <a:off x="959254" y="2334687"/>
            <a:ext cx="1959041" cy="208784"/>
            <a:chOff x="6336019" y="3733725"/>
            <a:chExt cx="2566206" cy="351310"/>
          </a:xfrm>
        </p:grpSpPr>
        <p:sp>
          <p:nvSpPr>
            <p:cNvPr id="5264" name="Google Shape;5264;p7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79"/>
          <p:cNvGrpSpPr/>
          <p:nvPr/>
        </p:nvGrpSpPr>
        <p:grpSpPr>
          <a:xfrm>
            <a:off x="1951688" y="3950602"/>
            <a:ext cx="946551" cy="153200"/>
            <a:chOff x="4404545" y="3301592"/>
            <a:chExt cx="782403" cy="129272"/>
          </a:xfrm>
        </p:grpSpPr>
        <p:sp>
          <p:nvSpPr>
            <p:cNvPr id="5269" name="Google Shape;5269;p7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79"/>
          <p:cNvGrpSpPr/>
          <p:nvPr/>
        </p:nvGrpSpPr>
        <p:grpSpPr>
          <a:xfrm>
            <a:off x="1951688" y="3695937"/>
            <a:ext cx="962257" cy="139127"/>
            <a:chOff x="4411970" y="3131459"/>
            <a:chExt cx="710520" cy="117397"/>
          </a:xfrm>
        </p:grpSpPr>
        <p:sp>
          <p:nvSpPr>
            <p:cNvPr id="5272" name="Google Shape;5272;p7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274" name="Google Shape;5274;p79"/>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5" name="Google Shape;5275;p79"/>
          <p:cNvGrpSpPr/>
          <p:nvPr/>
        </p:nvGrpSpPr>
        <p:grpSpPr>
          <a:xfrm>
            <a:off x="951833" y="3621603"/>
            <a:ext cx="823838" cy="458988"/>
            <a:chOff x="4411970" y="1801825"/>
            <a:chExt cx="734586" cy="409262"/>
          </a:xfrm>
        </p:grpSpPr>
        <p:sp>
          <p:nvSpPr>
            <p:cNvPr id="5276" name="Google Shape;5276;p7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79"/>
          <p:cNvGrpSpPr/>
          <p:nvPr/>
        </p:nvGrpSpPr>
        <p:grpSpPr>
          <a:xfrm>
            <a:off x="3056804" y="2339173"/>
            <a:ext cx="521514" cy="521514"/>
            <a:chOff x="5681300" y="2527788"/>
            <a:chExt cx="805800" cy="805800"/>
          </a:xfrm>
        </p:grpSpPr>
        <p:sp>
          <p:nvSpPr>
            <p:cNvPr id="5279" name="Google Shape;5279;p7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1" name="Google Shape;5281;p79"/>
          <p:cNvGrpSpPr/>
          <p:nvPr/>
        </p:nvGrpSpPr>
        <p:grpSpPr>
          <a:xfrm>
            <a:off x="3051044" y="3094865"/>
            <a:ext cx="533033" cy="533033"/>
            <a:chOff x="4049800" y="640400"/>
            <a:chExt cx="858900" cy="858900"/>
          </a:xfrm>
        </p:grpSpPr>
        <p:sp>
          <p:nvSpPr>
            <p:cNvPr id="5282" name="Google Shape;5282;p7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79"/>
          <p:cNvGrpSpPr/>
          <p:nvPr/>
        </p:nvGrpSpPr>
        <p:grpSpPr>
          <a:xfrm>
            <a:off x="2976527" y="3772543"/>
            <a:ext cx="682068" cy="682068"/>
            <a:chOff x="5080188" y="927900"/>
            <a:chExt cx="961200" cy="961200"/>
          </a:xfrm>
        </p:grpSpPr>
        <p:sp>
          <p:nvSpPr>
            <p:cNvPr id="5285" name="Google Shape;5285;p7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79"/>
          <p:cNvGrpSpPr/>
          <p:nvPr/>
        </p:nvGrpSpPr>
        <p:grpSpPr>
          <a:xfrm>
            <a:off x="4440026" y="3869234"/>
            <a:ext cx="505650" cy="504006"/>
            <a:chOff x="6039282" y="1042577"/>
            <a:chExt cx="734315" cy="731929"/>
          </a:xfrm>
        </p:grpSpPr>
        <p:sp>
          <p:nvSpPr>
            <p:cNvPr id="5294" name="Google Shape;5294;p7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79"/>
          <p:cNvGrpSpPr/>
          <p:nvPr/>
        </p:nvGrpSpPr>
        <p:grpSpPr>
          <a:xfrm>
            <a:off x="5052628" y="2298862"/>
            <a:ext cx="567744" cy="602136"/>
            <a:chOff x="1825800" y="1651625"/>
            <a:chExt cx="539989" cy="571775"/>
          </a:xfrm>
        </p:grpSpPr>
        <p:sp>
          <p:nvSpPr>
            <p:cNvPr id="5316" name="Google Shape;5316;p7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79"/>
          <p:cNvGrpSpPr/>
          <p:nvPr/>
        </p:nvGrpSpPr>
        <p:grpSpPr>
          <a:xfrm>
            <a:off x="3727557" y="3855579"/>
            <a:ext cx="508123" cy="507955"/>
            <a:chOff x="1897577" y="2802432"/>
            <a:chExt cx="492176" cy="492014"/>
          </a:xfrm>
        </p:grpSpPr>
        <p:sp>
          <p:nvSpPr>
            <p:cNvPr id="5321" name="Google Shape;5321;p7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79"/>
          <p:cNvGrpSpPr/>
          <p:nvPr/>
        </p:nvGrpSpPr>
        <p:grpSpPr>
          <a:xfrm>
            <a:off x="959087" y="4169123"/>
            <a:ext cx="809227" cy="200842"/>
            <a:chOff x="2013045" y="4813233"/>
            <a:chExt cx="921986" cy="228854"/>
          </a:xfrm>
        </p:grpSpPr>
        <p:sp>
          <p:nvSpPr>
            <p:cNvPr id="5334" name="Google Shape;5334;p7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79"/>
          <p:cNvGrpSpPr/>
          <p:nvPr/>
        </p:nvGrpSpPr>
        <p:grpSpPr>
          <a:xfrm>
            <a:off x="967547" y="2656004"/>
            <a:ext cx="792421" cy="269941"/>
            <a:chOff x="1046767" y="4756633"/>
            <a:chExt cx="859646" cy="292841"/>
          </a:xfrm>
        </p:grpSpPr>
        <p:sp>
          <p:nvSpPr>
            <p:cNvPr id="5337" name="Google Shape;5337;p7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0" name="Google Shape;5340;p79"/>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9"/>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9"/>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9"/>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4" name="Google Shape;5344;p79"/>
          <p:cNvGrpSpPr/>
          <p:nvPr/>
        </p:nvGrpSpPr>
        <p:grpSpPr>
          <a:xfrm>
            <a:off x="7103403" y="2550562"/>
            <a:ext cx="166473" cy="141497"/>
            <a:chOff x="4660325" y="1866850"/>
            <a:chExt cx="68350" cy="58100"/>
          </a:xfrm>
        </p:grpSpPr>
        <p:sp>
          <p:nvSpPr>
            <p:cNvPr id="5345" name="Google Shape;5345;p7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79"/>
          <p:cNvGrpSpPr/>
          <p:nvPr/>
        </p:nvGrpSpPr>
        <p:grpSpPr>
          <a:xfrm>
            <a:off x="7412747" y="2576286"/>
            <a:ext cx="162515" cy="90049"/>
            <a:chOff x="4791775" y="1877500"/>
            <a:chExt cx="66725" cy="36975"/>
          </a:xfrm>
        </p:grpSpPr>
        <p:sp>
          <p:nvSpPr>
            <p:cNvPr id="5348" name="Google Shape;5348;p7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79"/>
          <p:cNvGrpSpPr/>
          <p:nvPr/>
        </p:nvGrpSpPr>
        <p:grpSpPr>
          <a:xfrm>
            <a:off x="7734460" y="2576286"/>
            <a:ext cx="144979" cy="90049"/>
            <a:chOff x="4923925" y="1877500"/>
            <a:chExt cx="59525" cy="36975"/>
          </a:xfrm>
        </p:grpSpPr>
        <p:sp>
          <p:nvSpPr>
            <p:cNvPr id="5351" name="Google Shape;5351;p7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79"/>
          <p:cNvGrpSpPr/>
          <p:nvPr/>
        </p:nvGrpSpPr>
        <p:grpSpPr>
          <a:xfrm>
            <a:off x="8028952" y="2558477"/>
            <a:ext cx="141447" cy="125667"/>
            <a:chOff x="5058450" y="1870100"/>
            <a:chExt cx="58075" cy="51600"/>
          </a:xfrm>
        </p:grpSpPr>
        <p:sp>
          <p:nvSpPr>
            <p:cNvPr id="5354" name="Google Shape;5354;p7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79"/>
          <p:cNvGrpSpPr/>
          <p:nvPr/>
        </p:nvGrpSpPr>
        <p:grpSpPr>
          <a:xfrm>
            <a:off x="7443466" y="2980885"/>
            <a:ext cx="101077" cy="107645"/>
            <a:chOff x="4811425" y="2065025"/>
            <a:chExt cx="41500" cy="44200"/>
          </a:xfrm>
        </p:grpSpPr>
        <p:sp>
          <p:nvSpPr>
            <p:cNvPr id="5357" name="Google Shape;5357;p7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79"/>
          <p:cNvGrpSpPr/>
          <p:nvPr/>
        </p:nvGrpSpPr>
        <p:grpSpPr>
          <a:xfrm>
            <a:off x="7735904" y="2981098"/>
            <a:ext cx="120867" cy="107218"/>
            <a:chOff x="4929875" y="2065025"/>
            <a:chExt cx="49625" cy="44025"/>
          </a:xfrm>
        </p:grpSpPr>
        <p:sp>
          <p:nvSpPr>
            <p:cNvPr id="5360" name="Google Shape;5360;p7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79"/>
          <p:cNvGrpSpPr/>
          <p:nvPr/>
        </p:nvGrpSpPr>
        <p:grpSpPr>
          <a:xfrm>
            <a:off x="8064572" y="2984112"/>
            <a:ext cx="70206" cy="101191"/>
            <a:chOff x="5083925" y="2066350"/>
            <a:chExt cx="28825" cy="41550"/>
          </a:xfrm>
        </p:grpSpPr>
        <p:sp>
          <p:nvSpPr>
            <p:cNvPr id="5363" name="Google Shape;5363;p7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79"/>
          <p:cNvGrpSpPr/>
          <p:nvPr/>
        </p:nvGrpSpPr>
        <p:grpSpPr>
          <a:xfrm>
            <a:off x="7096126" y="2999759"/>
            <a:ext cx="181026" cy="69896"/>
            <a:chOff x="4659775" y="2072775"/>
            <a:chExt cx="74325" cy="28700"/>
          </a:xfrm>
        </p:grpSpPr>
        <p:sp>
          <p:nvSpPr>
            <p:cNvPr id="5366" name="Google Shape;5366;p7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79"/>
          <p:cNvGrpSpPr/>
          <p:nvPr/>
        </p:nvGrpSpPr>
        <p:grpSpPr>
          <a:xfrm>
            <a:off x="8015982" y="2790324"/>
            <a:ext cx="167387" cy="89197"/>
            <a:chOff x="4662475" y="1976500"/>
            <a:chExt cx="68725" cy="36625"/>
          </a:xfrm>
        </p:grpSpPr>
        <p:sp>
          <p:nvSpPr>
            <p:cNvPr id="5370" name="Google Shape;5370;p7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79"/>
          <p:cNvGrpSpPr/>
          <p:nvPr/>
        </p:nvGrpSpPr>
        <p:grpSpPr>
          <a:xfrm>
            <a:off x="7712887" y="2793764"/>
            <a:ext cx="166899" cy="82317"/>
            <a:chOff x="4920150" y="1977875"/>
            <a:chExt cx="68525" cy="33800"/>
          </a:xfrm>
        </p:grpSpPr>
        <p:sp>
          <p:nvSpPr>
            <p:cNvPr id="5374" name="Google Shape;5374;p7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79"/>
          <p:cNvGrpSpPr/>
          <p:nvPr/>
        </p:nvGrpSpPr>
        <p:grpSpPr>
          <a:xfrm>
            <a:off x="7124044" y="3197682"/>
            <a:ext cx="125190" cy="127859"/>
            <a:chOff x="4676550" y="2160575"/>
            <a:chExt cx="51400" cy="52500"/>
          </a:xfrm>
        </p:grpSpPr>
        <p:sp>
          <p:nvSpPr>
            <p:cNvPr id="5378" name="Google Shape;5378;p7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79"/>
          <p:cNvGrpSpPr/>
          <p:nvPr/>
        </p:nvGrpSpPr>
        <p:grpSpPr>
          <a:xfrm>
            <a:off x="7421302" y="3204714"/>
            <a:ext cx="145405" cy="113794"/>
            <a:chOff x="4768325" y="2163475"/>
            <a:chExt cx="59700" cy="46725"/>
          </a:xfrm>
        </p:grpSpPr>
        <p:sp>
          <p:nvSpPr>
            <p:cNvPr id="5382" name="Google Shape;5382;p7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4" name="Google Shape;5384;p79"/>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9"/>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9"/>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9"/>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9"/>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9"/>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0" name="Google Shape;5390;p79"/>
          <p:cNvGrpSpPr/>
          <p:nvPr/>
        </p:nvGrpSpPr>
        <p:grpSpPr>
          <a:xfrm>
            <a:off x="7437621" y="3459808"/>
            <a:ext cx="112768" cy="106853"/>
            <a:chOff x="4768575" y="2253950"/>
            <a:chExt cx="46300" cy="43875"/>
          </a:xfrm>
        </p:grpSpPr>
        <p:sp>
          <p:nvSpPr>
            <p:cNvPr id="5391" name="Google Shape;5391;p7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79"/>
          <p:cNvGrpSpPr/>
          <p:nvPr/>
        </p:nvGrpSpPr>
        <p:grpSpPr>
          <a:xfrm>
            <a:off x="7737243" y="3948834"/>
            <a:ext cx="118187" cy="146246"/>
            <a:chOff x="4960900" y="2433225"/>
            <a:chExt cx="48525" cy="60050"/>
          </a:xfrm>
        </p:grpSpPr>
        <p:sp>
          <p:nvSpPr>
            <p:cNvPr id="5394" name="Google Shape;5394;p7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79"/>
          <p:cNvGrpSpPr/>
          <p:nvPr/>
        </p:nvGrpSpPr>
        <p:grpSpPr>
          <a:xfrm>
            <a:off x="7425808" y="4212895"/>
            <a:ext cx="136394" cy="143810"/>
            <a:chOff x="4854075" y="2527625"/>
            <a:chExt cx="56000" cy="59050"/>
          </a:xfrm>
        </p:grpSpPr>
        <p:sp>
          <p:nvSpPr>
            <p:cNvPr id="5397" name="Google Shape;5397;p7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9" name="Google Shape;5399;p79"/>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9"/>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9"/>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2" name="Google Shape;5402;p79"/>
          <p:cNvGrpSpPr/>
          <p:nvPr/>
        </p:nvGrpSpPr>
        <p:grpSpPr>
          <a:xfrm>
            <a:off x="8050020" y="3676639"/>
            <a:ext cx="99312" cy="160797"/>
            <a:chOff x="5059700" y="2334775"/>
            <a:chExt cx="40775" cy="66025"/>
          </a:xfrm>
        </p:grpSpPr>
        <p:sp>
          <p:nvSpPr>
            <p:cNvPr id="5403" name="Google Shape;5403;p7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79"/>
          <p:cNvGrpSpPr/>
          <p:nvPr/>
        </p:nvGrpSpPr>
        <p:grpSpPr>
          <a:xfrm>
            <a:off x="8007184" y="3941771"/>
            <a:ext cx="184984" cy="160371"/>
            <a:chOff x="5037700" y="2430325"/>
            <a:chExt cx="75950" cy="65850"/>
          </a:xfrm>
        </p:grpSpPr>
        <p:sp>
          <p:nvSpPr>
            <p:cNvPr id="5413" name="Google Shape;5413;p7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79"/>
          <p:cNvGrpSpPr/>
          <p:nvPr/>
        </p:nvGrpSpPr>
        <p:grpSpPr>
          <a:xfrm>
            <a:off x="7426689" y="3708223"/>
            <a:ext cx="173014" cy="97629"/>
            <a:chOff x="4756975" y="2341800"/>
            <a:chExt cx="91975" cy="51925"/>
          </a:xfrm>
        </p:grpSpPr>
        <p:sp>
          <p:nvSpPr>
            <p:cNvPr id="5416" name="Google Shape;5416;p7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79"/>
          <p:cNvGrpSpPr/>
          <p:nvPr/>
        </p:nvGrpSpPr>
        <p:grpSpPr>
          <a:xfrm>
            <a:off x="7693626" y="4196920"/>
            <a:ext cx="212497" cy="175761"/>
            <a:chOff x="4943575" y="2516350"/>
            <a:chExt cx="98675" cy="81700"/>
          </a:xfrm>
        </p:grpSpPr>
        <p:sp>
          <p:nvSpPr>
            <p:cNvPr id="5437" name="Google Shape;5437;p7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5" name="Google Shape;5515;p79"/>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9"/>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9"/>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9"/>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3" name="Shape 5523"/>
        <p:cNvGrpSpPr/>
        <p:nvPr/>
      </p:nvGrpSpPr>
      <p:grpSpPr>
        <a:xfrm>
          <a:off x="0" y="0"/>
          <a:ext cx="0" cy="0"/>
          <a:chOff x="0" y="0"/>
          <a:chExt cx="0" cy="0"/>
        </a:xfrm>
      </p:grpSpPr>
      <p:grpSp>
        <p:nvGrpSpPr>
          <p:cNvPr id="5524" name="Google Shape;5524;p80"/>
          <p:cNvGrpSpPr/>
          <p:nvPr/>
        </p:nvGrpSpPr>
        <p:grpSpPr>
          <a:xfrm>
            <a:off x="6681268" y="3584496"/>
            <a:ext cx="560636" cy="516497"/>
            <a:chOff x="6652051" y="3714143"/>
            <a:chExt cx="560636" cy="516497"/>
          </a:xfrm>
        </p:grpSpPr>
        <p:grpSp>
          <p:nvGrpSpPr>
            <p:cNvPr id="5525" name="Google Shape;5525;p80"/>
            <p:cNvGrpSpPr/>
            <p:nvPr/>
          </p:nvGrpSpPr>
          <p:grpSpPr>
            <a:xfrm>
              <a:off x="6669657" y="3716715"/>
              <a:ext cx="466768" cy="464314"/>
              <a:chOff x="3139766" y="765669"/>
              <a:chExt cx="886380" cy="881888"/>
            </a:xfrm>
          </p:grpSpPr>
          <p:grpSp>
            <p:nvGrpSpPr>
              <p:cNvPr id="5526" name="Google Shape;5526;p80"/>
              <p:cNvGrpSpPr/>
              <p:nvPr/>
            </p:nvGrpSpPr>
            <p:grpSpPr>
              <a:xfrm>
                <a:off x="3139766" y="765669"/>
                <a:ext cx="886380" cy="881888"/>
                <a:chOff x="3139766" y="765669"/>
                <a:chExt cx="886380" cy="881888"/>
              </a:xfrm>
            </p:grpSpPr>
            <p:sp>
              <p:nvSpPr>
                <p:cNvPr id="5527" name="Google Shape;5527;p8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6" name="Google Shape;5536;p8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0" name="Google Shape;5540;p8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80"/>
          <p:cNvGrpSpPr/>
          <p:nvPr/>
        </p:nvGrpSpPr>
        <p:grpSpPr>
          <a:xfrm>
            <a:off x="7679978" y="3065079"/>
            <a:ext cx="104231" cy="320340"/>
            <a:chOff x="7564426" y="3224343"/>
            <a:chExt cx="119985" cy="368801"/>
          </a:xfrm>
        </p:grpSpPr>
        <p:sp>
          <p:nvSpPr>
            <p:cNvPr id="5542" name="Google Shape;5542;p8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80"/>
          <p:cNvGrpSpPr/>
          <p:nvPr/>
        </p:nvGrpSpPr>
        <p:grpSpPr>
          <a:xfrm>
            <a:off x="7379466" y="3059180"/>
            <a:ext cx="189489" cy="332132"/>
            <a:chOff x="8370831" y="3202002"/>
            <a:chExt cx="218129" cy="382376"/>
          </a:xfrm>
        </p:grpSpPr>
        <p:sp>
          <p:nvSpPr>
            <p:cNvPr id="5545" name="Google Shape;5545;p8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80"/>
          <p:cNvGrpSpPr/>
          <p:nvPr/>
        </p:nvGrpSpPr>
        <p:grpSpPr>
          <a:xfrm>
            <a:off x="8102855" y="3470312"/>
            <a:ext cx="309429" cy="267000"/>
            <a:chOff x="6742064" y="3750480"/>
            <a:chExt cx="399315" cy="344560"/>
          </a:xfrm>
        </p:grpSpPr>
        <p:sp>
          <p:nvSpPr>
            <p:cNvPr id="5548" name="Google Shape;5548;p8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0" name="Google Shape;5550;p80"/>
          <p:cNvGrpSpPr/>
          <p:nvPr/>
        </p:nvGrpSpPr>
        <p:grpSpPr>
          <a:xfrm>
            <a:off x="7641874" y="3821360"/>
            <a:ext cx="180437" cy="281608"/>
            <a:chOff x="7248525" y="3739696"/>
            <a:chExt cx="230531" cy="359790"/>
          </a:xfrm>
        </p:grpSpPr>
        <p:sp>
          <p:nvSpPr>
            <p:cNvPr id="5551" name="Google Shape;5551;p8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80"/>
          <p:cNvGrpSpPr/>
          <p:nvPr/>
        </p:nvGrpSpPr>
        <p:grpSpPr>
          <a:xfrm>
            <a:off x="7887794" y="3464584"/>
            <a:ext cx="162896" cy="278710"/>
            <a:chOff x="7601242" y="3729267"/>
            <a:chExt cx="222566" cy="380803"/>
          </a:xfrm>
        </p:grpSpPr>
        <p:sp>
          <p:nvSpPr>
            <p:cNvPr id="5554" name="Google Shape;5554;p8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6" name="Google Shape;5556;p80"/>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7" name="Google Shape;5557;p80"/>
          <p:cNvGrpSpPr/>
          <p:nvPr/>
        </p:nvGrpSpPr>
        <p:grpSpPr>
          <a:xfrm>
            <a:off x="7377439" y="3465724"/>
            <a:ext cx="193543" cy="275990"/>
            <a:chOff x="8304647" y="3738687"/>
            <a:chExt cx="225076" cy="320956"/>
          </a:xfrm>
        </p:grpSpPr>
        <p:sp>
          <p:nvSpPr>
            <p:cNvPr id="5558" name="Google Shape;5558;p8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80"/>
          <p:cNvGrpSpPr/>
          <p:nvPr/>
        </p:nvGrpSpPr>
        <p:grpSpPr>
          <a:xfrm>
            <a:off x="7649932" y="3465724"/>
            <a:ext cx="178492" cy="275990"/>
            <a:chOff x="8615101" y="3738687"/>
            <a:chExt cx="207573" cy="320956"/>
          </a:xfrm>
        </p:grpSpPr>
        <p:sp>
          <p:nvSpPr>
            <p:cNvPr id="5562" name="Google Shape;5562;p8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5" name="Google Shape;5565;p80"/>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6" name="Google Shape;5566;p80"/>
          <p:cNvGrpSpPr/>
          <p:nvPr/>
        </p:nvGrpSpPr>
        <p:grpSpPr>
          <a:xfrm>
            <a:off x="7875463" y="3868385"/>
            <a:ext cx="187557" cy="187557"/>
            <a:chOff x="8565775" y="671075"/>
            <a:chExt cx="441000" cy="441000"/>
          </a:xfrm>
        </p:grpSpPr>
        <p:sp>
          <p:nvSpPr>
            <p:cNvPr id="5567" name="Google Shape;5567;p8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9" name="Google Shape;5569;p80"/>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0"/>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1" name="Google Shape;5571;p80"/>
          <p:cNvGrpSpPr/>
          <p:nvPr/>
        </p:nvGrpSpPr>
        <p:grpSpPr>
          <a:xfrm>
            <a:off x="6029935" y="2940910"/>
            <a:ext cx="587865" cy="517731"/>
            <a:chOff x="6000718" y="3070557"/>
            <a:chExt cx="587865" cy="517731"/>
          </a:xfrm>
        </p:grpSpPr>
        <p:sp>
          <p:nvSpPr>
            <p:cNvPr id="5572" name="Google Shape;5572;p8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80"/>
          <p:cNvGrpSpPr/>
          <p:nvPr/>
        </p:nvGrpSpPr>
        <p:grpSpPr>
          <a:xfrm>
            <a:off x="6044740" y="3584570"/>
            <a:ext cx="557665" cy="516387"/>
            <a:chOff x="6015523" y="3714217"/>
            <a:chExt cx="557665" cy="516387"/>
          </a:xfrm>
        </p:grpSpPr>
        <p:grpSp>
          <p:nvGrpSpPr>
            <p:cNvPr id="5583" name="Google Shape;5583;p80"/>
            <p:cNvGrpSpPr/>
            <p:nvPr/>
          </p:nvGrpSpPr>
          <p:grpSpPr>
            <a:xfrm>
              <a:off x="6036094" y="3716980"/>
              <a:ext cx="529822" cy="510480"/>
              <a:chOff x="3148311" y="-545634"/>
              <a:chExt cx="1006118" cy="969572"/>
            </a:xfrm>
          </p:grpSpPr>
          <p:sp>
            <p:nvSpPr>
              <p:cNvPr id="5584" name="Google Shape;5584;p8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4" name="Google Shape;5594;p8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80"/>
          <p:cNvGrpSpPr/>
          <p:nvPr/>
        </p:nvGrpSpPr>
        <p:grpSpPr>
          <a:xfrm>
            <a:off x="6673522" y="2943981"/>
            <a:ext cx="576302" cy="511871"/>
            <a:chOff x="6644304" y="3073628"/>
            <a:chExt cx="576302" cy="511871"/>
          </a:xfrm>
        </p:grpSpPr>
        <p:grpSp>
          <p:nvGrpSpPr>
            <p:cNvPr id="5596" name="Google Shape;5596;p80"/>
            <p:cNvGrpSpPr/>
            <p:nvPr/>
          </p:nvGrpSpPr>
          <p:grpSpPr>
            <a:xfrm>
              <a:off x="6712169" y="3073651"/>
              <a:ext cx="481611" cy="506713"/>
              <a:chOff x="1833536" y="-546641"/>
              <a:chExt cx="914567" cy="962419"/>
            </a:xfrm>
          </p:grpSpPr>
          <p:grpSp>
            <p:nvGrpSpPr>
              <p:cNvPr id="5597" name="Google Shape;5597;p80"/>
              <p:cNvGrpSpPr/>
              <p:nvPr/>
            </p:nvGrpSpPr>
            <p:grpSpPr>
              <a:xfrm>
                <a:off x="1833536" y="-524249"/>
                <a:ext cx="914567" cy="940027"/>
                <a:chOff x="1833536" y="-524249"/>
                <a:chExt cx="914567" cy="940027"/>
              </a:xfrm>
            </p:grpSpPr>
            <p:sp>
              <p:nvSpPr>
                <p:cNvPr id="5598" name="Google Shape;5598;p8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3" name="Google Shape;5603;p8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7" name="Google Shape;5607;p8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80"/>
          <p:cNvGrpSpPr/>
          <p:nvPr/>
        </p:nvGrpSpPr>
        <p:grpSpPr>
          <a:xfrm>
            <a:off x="752796" y="2869970"/>
            <a:ext cx="2622876" cy="1333540"/>
            <a:chOff x="238125" y="1038125"/>
            <a:chExt cx="7146800" cy="3633625"/>
          </a:xfrm>
        </p:grpSpPr>
        <p:sp>
          <p:nvSpPr>
            <p:cNvPr id="5609" name="Google Shape;5609;p8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80"/>
          <p:cNvGrpSpPr/>
          <p:nvPr/>
        </p:nvGrpSpPr>
        <p:grpSpPr>
          <a:xfrm>
            <a:off x="5938558" y="1033351"/>
            <a:ext cx="2435960" cy="1297725"/>
            <a:chOff x="233350" y="949250"/>
            <a:chExt cx="7137300" cy="3802300"/>
          </a:xfrm>
        </p:grpSpPr>
        <p:sp>
          <p:nvSpPr>
            <p:cNvPr id="7182" name="Google Shape;7182;p8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80"/>
          <p:cNvGrpSpPr/>
          <p:nvPr/>
        </p:nvGrpSpPr>
        <p:grpSpPr>
          <a:xfrm>
            <a:off x="731715" y="995041"/>
            <a:ext cx="2665073" cy="1317140"/>
            <a:chOff x="793334" y="1192826"/>
            <a:chExt cx="2665073" cy="1317140"/>
          </a:xfrm>
        </p:grpSpPr>
        <p:sp>
          <p:nvSpPr>
            <p:cNvPr id="7234" name="Google Shape;7234;p80"/>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0"/>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0"/>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0"/>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0"/>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0"/>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0"/>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0"/>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0"/>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0"/>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0"/>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0"/>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0"/>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0"/>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0"/>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0"/>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0"/>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0"/>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0"/>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0"/>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0"/>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0"/>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0"/>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0"/>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0"/>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0"/>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0"/>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0"/>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0"/>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0"/>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0"/>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0"/>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0"/>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0"/>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0"/>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0"/>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0"/>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0"/>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0"/>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0"/>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0"/>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0"/>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0"/>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0"/>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0"/>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0"/>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0"/>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0"/>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0"/>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0"/>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0"/>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0"/>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0"/>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0"/>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0"/>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0"/>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0"/>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0"/>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0"/>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0"/>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0"/>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0"/>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0"/>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0"/>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0"/>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0"/>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0"/>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0"/>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0"/>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0"/>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0"/>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0"/>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0"/>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0"/>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0"/>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0"/>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0"/>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0"/>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0"/>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0"/>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0"/>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0"/>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0"/>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0"/>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0"/>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0"/>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0"/>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0"/>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0"/>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0"/>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0"/>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0"/>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0"/>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0"/>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0"/>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0"/>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0"/>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0"/>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0"/>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0"/>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0"/>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0"/>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0"/>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0"/>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0"/>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0"/>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0"/>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0"/>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0"/>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0"/>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0"/>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0"/>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0"/>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0"/>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0"/>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0"/>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0"/>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0"/>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0"/>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0"/>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0"/>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0"/>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0"/>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0"/>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0"/>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0"/>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0"/>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0"/>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0"/>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0"/>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0"/>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0"/>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0"/>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0"/>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0"/>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0"/>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0"/>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0"/>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0"/>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0"/>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0"/>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0"/>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0"/>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0"/>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0"/>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0"/>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0"/>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0"/>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0"/>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0"/>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0"/>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0"/>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0"/>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0"/>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0"/>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0"/>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0"/>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0"/>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0"/>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0"/>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0"/>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0"/>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0"/>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0"/>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0"/>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0"/>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0"/>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0"/>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0"/>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0"/>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0"/>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0"/>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0"/>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0"/>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0"/>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0"/>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0"/>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0"/>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0"/>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0"/>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0"/>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0"/>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0"/>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0"/>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0"/>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0"/>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0"/>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0"/>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0"/>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0"/>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0"/>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0"/>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0"/>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0"/>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0"/>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0"/>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0"/>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0"/>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0"/>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0"/>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0"/>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0"/>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0"/>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0"/>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0"/>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0"/>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0"/>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0"/>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0"/>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0"/>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0"/>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0"/>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0"/>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0"/>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0"/>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0"/>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0"/>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0"/>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0"/>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0"/>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0"/>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0"/>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0"/>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0"/>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0"/>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0"/>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0"/>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0"/>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0"/>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0"/>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0"/>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0"/>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0"/>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0"/>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0"/>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0"/>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0"/>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0"/>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0"/>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0"/>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0"/>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0"/>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0"/>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0"/>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0"/>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0"/>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0"/>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0"/>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0"/>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0"/>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0"/>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0"/>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0"/>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0"/>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0"/>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0"/>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0"/>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0"/>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0"/>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0"/>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0"/>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0"/>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0"/>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0"/>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0"/>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0"/>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0"/>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0"/>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0"/>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0"/>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0"/>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0"/>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0"/>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0"/>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0"/>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0"/>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0"/>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0"/>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0"/>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0"/>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0"/>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0"/>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0"/>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0"/>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0"/>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0"/>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0"/>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0"/>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0"/>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0"/>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0"/>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0"/>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0"/>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0"/>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0"/>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0"/>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0"/>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0"/>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0"/>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0"/>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0"/>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0"/>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0"/>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0"/>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0"/>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0"/>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0"/>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0"/>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0"/>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0"/>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0"/>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0"/>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0"/>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0"/>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0"/>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0"/>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0"/>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0"/>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0"/>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0"/>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0"/>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0"/>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0"/>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0"/>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0"/>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0"/>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0"/>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0"/>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0"/>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0"/>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0"/>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0"/>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0"/>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0"/>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0"/>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0"/>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0"/>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0"/>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0"/>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0"/>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0"/>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0"/>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0"/>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0"/>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0"/>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0"/>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0"/>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0"/>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0"/>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0"/>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0"/>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0"/>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0"/>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0"/>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0"/>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0"/>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0"/>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0"/>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0"/>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0"/>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0"/>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0"/>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0"/>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0"/>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0"/>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0"/>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0"/>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0"/>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0"/>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0"/>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0"/>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0"/>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0"/>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0"/>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0"/>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0"/>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0"/>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0"/>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0"/>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0"/>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0"/>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0"/>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0"/>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0"/>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0"/>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0"/>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0"/>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0"/>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0"/>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0"/>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0"/>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0"/>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0"/>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0"/>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0"/>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0"/>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0"/>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0"/>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0"/>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0"/>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0"/>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0"/>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0"/>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0"/>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0"/>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0"/>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0"/>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0"/>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0"/>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0"/>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0"/>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0"/>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0"/>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0"/>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0"/>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0"/>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0"/>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0"/>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0"/>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0"/>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0"/>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0"/>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0"/>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0"/>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0"/>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0"/>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0"/>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0"/>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0"/>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0"/>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0"/>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0"/>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0"/>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0"/>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0"/>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0"/>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0"/>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0"/>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0"/>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0"/>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0"/>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0"/>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0"/>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0"/>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0"/>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0"/>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0"/>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0"/>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0"/>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0"/>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0"/>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0"/>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0"/>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0"/>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0"/>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0"/>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0"/>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0"/>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0"/>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0"/>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0"/>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0"/>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0"/>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0"/>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0"/>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0"/>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0"/>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0"/>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0"/>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0"/>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0"/>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0"/>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0"/>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0"/>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0"/>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0"/>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0"/>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0"/>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0"/>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0"/>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0"/>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0"/>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0"/>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0"/>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0"/>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0"/>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0"/>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0"/>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0"/>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0"/>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0"/>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0"/>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0"/>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0"/>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0"/>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0"/>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0"/>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0"/>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0"/>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0"/>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0"/>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0"/>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0"/>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0"/>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0"/>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0"/>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0"/>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0"/>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0"/>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0"/>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0"/>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0"/>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0"/>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0"/>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0"/>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0"/>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0"/>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0"/>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0"/>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0"/>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0"/>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0"/>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0"/>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0"/>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0"/>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0"/>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0"/>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0"/>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0"/>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0"/>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0"/>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0"/>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0"/>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0"/>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0"/>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0"/>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0"/>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0"/>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0"/>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0"/>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0"/>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0"/>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0"/>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0"/>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0"/>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0"/>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0"/>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0"/>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0"/>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0"/>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0"/>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0"/>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0"/>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0"/>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0"/>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0"/>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0"/>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0"/>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0"/>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0"/>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0"/>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0"/>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0"/>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0"/>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0"/>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0"/>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0"/>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0"/>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0"/>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0"/>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0"/>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0"/>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0"/>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0"/>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0"/>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0"/>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0"/>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0"/>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0"/>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0"/>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0"/>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0"/>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0"/>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0"/>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0"/>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0"/>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0"/>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0"/>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0"/>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0"/>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0"/>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0"/>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0"/>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0"/>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0"/>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0"/>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0"/>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0"/>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0"/>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0"/>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0"/>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0"/>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0"/>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0"/>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0"/>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0"/>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0"/>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0"/>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0"/>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0"/>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0"/>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0"/>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0"/>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0"/>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0"/>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0"/>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0"/>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0"/>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0"/>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0"/>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0"/>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0"/>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0"/>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0"/>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0"/>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0"/>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0"/>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0"/>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0"/>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0"/>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0"/>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0"/>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0"/>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0"/>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0"/>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0"/>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0"/>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0"/>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0"/>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0"/>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0"/>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0"/>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0"/>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0"/>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0"/>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0"/>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0"/>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0"/>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0"/>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0"/>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0"/>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0"/>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0"/>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0"/>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0"/>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0"/>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0"/>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0"/>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0"/>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0"/>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0"/>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0"/>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0"/>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0"/>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0"/>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0"/>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0"/>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0"/>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0"/>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0"/>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0"/>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0"/>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0"/>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0"/>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0"/>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0"/>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0"/>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0"/>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0"/>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0"/>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0"/>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0"/>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0"/>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0"/>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0"/>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0"/>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0"/>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0"/>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0"/>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0"/>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0"/>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0"/>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0"/>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0"/>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0"/>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0"/>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0"/>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0"/>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0"/>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0"/>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0"/>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0"/>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0"/>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0"/>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0"/>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0"/>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0"/>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0"/>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0"/>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0"/>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0"/>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0"/>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0"/>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0"/>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0"/>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0"/>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0"/>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0"/>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0"/>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0"/>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0"/>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0"/>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0"/>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0"/>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0"/>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0"/>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0"/>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0"/>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0"/>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0"/>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0"/>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0"/>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0"/>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0"/>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0"/>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0"/>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0"/>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0"/>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0"/>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0"/>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0"/>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0"/>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0"/>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0"/>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0"/>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0"/>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0"/>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0"/>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0"/>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0"/>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0"/>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0"/>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0"/>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0"/>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0"/>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0"/>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0"/>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0"/>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0"/>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0"/>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0"/>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0"/>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0"/>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0"/>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0"/>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0"/>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0"/>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0"/>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0"/>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0"/>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0"/>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0"/>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0"/>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0"/>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0"/>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0"/>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0"/>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0"/>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0"/>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0"/>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0"/>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0"/>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0"/>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0"/>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0"/>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0"/>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0"/>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0"/>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0"/>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0"/>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0"/>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0"/>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0"/>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0"/>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0"/>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0"/>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0"/>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0"/>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0"/>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0"/>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0"/>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0"/>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0"/>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0"/>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0"/>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0"/>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0"/>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0"/>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0"/>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0"/>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0"/>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0"/>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0"/>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0"/>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0"/>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0"/>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0"/>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0"/>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0"/>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0"/>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0"/>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0"/>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0"/>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0"/>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0"/>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0"/>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0"/>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0"/>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0"/>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0"/>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0"/>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0"/>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0"/>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0"/>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0"/>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0"/>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0"/>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0"/>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0"/>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0"/>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0"/>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0"/>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0"/>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0"/>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0"/>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0"/>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0"/>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0"/>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0"/>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0"/>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0"/>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0"/>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0"/>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0"/>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0"/>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0"/>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0"/>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0"/>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0"/>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0"/>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0"/>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0"/>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0"/>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0"/>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0"/>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0"/>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0"/>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0"/>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0"/>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0"/>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0"/>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0"/>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0"/>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0"/>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0"/>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0"/>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0"/>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0"/>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0"/>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0"/>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0"/>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0"/>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0"/>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0"/>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0"/>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0"/>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0"/>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0"/>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0"/>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0"/>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0"/>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0"/>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0"/>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0"/>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0"/>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0"/>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0"/>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0"/>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0"/>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0"/>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0"/>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0"/>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0"/>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0"/>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0"/>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0"/>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0"/>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0"/>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0"/>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0"/>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0"/>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0"/>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0"/>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0"/>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0"/>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0"/>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0"/>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0"/>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0"/>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0"/>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0"/>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0"/>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0"/>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0"/>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0"/>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0"/>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0"/>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0"/>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0"/>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0"/>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0"/>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0"/>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0"/>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0"/>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0"/>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0"/>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0"/>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0"/>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0"/>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0"/>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0"/>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0"/>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0"/>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0"/>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0"/>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0"/>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0"/>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0"/>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0"/>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0"/>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0"/>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0"/>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0"/>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0"/>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0"/>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0"/>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0"/>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0"/>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0"/>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0"/>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0"/>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0"/>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0"/>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0"/>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0"/>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0"/>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0"/>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0"/>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0"/>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0"/>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0"/>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0"/>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0"/>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0"/>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0"/>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0"/>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0"/>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0"/>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0"/>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0"/>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0"/>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0"/>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0"/>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0"/>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0"/>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0"/>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0"/>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0"/>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0"/>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0"/>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0"/>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0"/>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0"/>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0"/>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0"/>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0"/>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0"/>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0"/>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0"/>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0"/>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0"/>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0"/>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0"/>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0"/>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0"/>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0"/>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0"/>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0"/>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0"/>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0"/>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0"/>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0"/>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0"/>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0"/>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0"/>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0"/>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0"/>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0"/>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0"/>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0"/>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0"/>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0"/>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0"/>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0"/>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0"/>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0"/>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0"/>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0"/>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0"/>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0"/>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0"/>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0"/>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0"/>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0"/>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0"/>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0"/>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0"/>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0"/>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0"/>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0"/>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0"/>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0"/>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0"/>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0"/>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0"/>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0"/>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0"/>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0"/>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0"/>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0"/>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0"/>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0"/>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0"/>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0"/>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0"/>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0"/>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0"/>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0"/>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0"/>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0"/>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0"/>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0"/>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0"/>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0"/>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0"/>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0"/>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0"/>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0"/>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0"/>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0"/>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0"/>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0"/>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0"/>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0"/>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0"/>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0"/>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0"/>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0"/>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0"/>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0"/>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0"/>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0"/>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0"/>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0"/>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0"/>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0"/>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0"/>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0"/>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0"/>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0"/>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0"/>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0"/>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0"/>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0"/>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0"/>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0"/>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0"/>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0"/>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0"/>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0"/>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0"/>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0"/>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0"/>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0"/>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0"/>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0"/>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0"/>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0"/>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0"/>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0"/>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0"/>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0"/>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0"/>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0"/>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0"/>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0"/>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0"/>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0"/>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0"/>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0"/>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0"/>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0"/>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0"/>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0"/>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0"/>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0"/>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0"/>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0"/>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0"/>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0"/>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0"/>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0"/>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0"/>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0"/>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0"/>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0"/>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0"/>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0"/>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0"/>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0"/>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0"/>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0"/>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0"/>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0"/>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0"/>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0"/>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0"/>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0"/>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0"/>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0"/>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0"/>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0"/>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0"/>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0"/>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0"/>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0"/>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0"/>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0"/>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0"/>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0"/>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0"/>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0"/>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0"/>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0"/>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0"/>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0"/>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0"/>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0"/>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0"/>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0"/>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0"/>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0"/>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0"/>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0"/>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0"/>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0"/>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0"/>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0"/>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0"/>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0"/>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0"/>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0"/>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0"/>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0"/>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0"/>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0"/>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0"/>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0"/>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0"/>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0"/>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0"/>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0"/>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0"/>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0"/>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0"/>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0"/>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0"/>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0"/>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0"/>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0"/>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0"/>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0"/>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0"/>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0"/>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0"/>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0"/>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0"/>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0"/>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0"/>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0"/>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0"/>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0"/>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0"/>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0"/>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0"/>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0"/>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0"/>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0"/>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0"/>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0"/>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0"/>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0"/>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0"/>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0"/>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0"/>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0"/>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0"/>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0"/>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0"/>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0"/>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0"/>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0"/>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0"/>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0"/>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0"/>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0"/>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0"/>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0"/>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0"/>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0"/>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0"/>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0"/>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0"/>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0"/>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0"/>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0"/>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0"/>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0"/>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0"/>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0"/>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0"/>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0"/>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0"/>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0"/>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0"/>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0"/>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0"/>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0"/>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0"/>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0"/>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0"/>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0"/>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0"/>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0"/>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0"/>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0"/>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0"/>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0"/>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0"/>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0"/>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0"/>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0"/>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0"/>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0"/>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0"/>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0"/>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0"/>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0"/>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0"/>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0"/>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0"/>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0"/>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0"/>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0"/>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0"/>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0"/>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0"/>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0"/>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0"/>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0"/>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0"/>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0"/>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0"/>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0"/>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0"/>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0"/>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0"/>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0"/>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0"/>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0"/>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0"/>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0"/>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0"/>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0"/>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0"/>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0"/>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0"/>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0"/>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0"/>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0"/>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0"/>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0"/>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0"/>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0"/>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0"/>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0"/>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0"/>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0"/>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0"/>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0"/>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0"/>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0"/>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0"/>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0"/>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0"/>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0"/>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0"/>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0"/>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0"/>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0"/>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0"/>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0"/>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0"/>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0"/>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0"/>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0"/>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0"/>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0"/>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0"/>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0"/>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0"/>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0"/>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0"/>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0"/>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0"/>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0"/>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0"/>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0"/>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0"/>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0"/>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0"/>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0"/>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0"/>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0"/>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0"/>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0"/>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0"/>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0"/>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0"/>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0"/>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0"/>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0"/>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0"/>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0"/>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0"/>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0"/>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0"/>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0"/>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0"/>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0"/>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0"/>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0"/>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0"/>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0"/>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0"/>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0"/>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0"/>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0"/>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0"/>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0"/>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0"/>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0"/>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0"/>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0"/>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0"/>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0"/>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0"/>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0"/>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0"/>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0"/>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0"/>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0"/>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0"/>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0"/>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0"/>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0"/>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0"/>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0"/>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0"/>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0"/>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0"/>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0"/>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0"/>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0"/>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0"/>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0"/>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0"/>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0"/>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0"/>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0"/>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0"/>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0"/>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0"/>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0"/>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0"/>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0"/>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0"/>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0"/>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0"/>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0"/>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0"/>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0"/>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0"/>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0"/>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0"/>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0"/>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0"/>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0"/>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0"/>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0"/>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0"/>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0"/>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0"/>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0"/>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0"/>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0"/>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0"/>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0"/>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0"/>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0"/>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0"/>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0"/>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0"/>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0"/>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0"/>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0"/>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0"/>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0"/>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0"/>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0"/>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0"/>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0"/>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0"/>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0"/>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0"/>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0"/>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0"/>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0"/>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0"/>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0"/>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0"/>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0"/>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0"/>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0"/>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0"/>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0"/>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0"/>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0"/>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0"/>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0"/>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0"/>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0"/>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0"/>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0"/>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0"/>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0"/>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0"/>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0"/>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0"/>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0"/>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0"/>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0"/>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0"/>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0"/>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0"/>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0"/>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0"/>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0"/>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0"/>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0"/>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0"/>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0"/>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0"/>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0"/>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0"/>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0"/>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0"/>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0"/>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0"/>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0"/>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0"/>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0"/>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0"/>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0"/>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0"/>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0"/>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0"/>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0"/>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0"/>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0"/>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0"/>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0"/>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0"/>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0"/>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0"/>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0"/>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0"/>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0"/>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0"/>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0"/>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0"/>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0"/>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0"/>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0"/>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0"/>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0"/>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0"/>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0"/>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0"/>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0"/>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0"/>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0"/>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0"/>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0"/>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0"/>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0"/>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0"/>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0"/>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0"/>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0"/>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0"/>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0"/>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0"/>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0"/>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0"/>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0"/>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0"/>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0"/>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0"/>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0"/>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0"/>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0"/>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0"/>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0"/>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0"/>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0"/>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0"/>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0"/>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0"/>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0"/>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0"/>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0"/>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0"/>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0"/>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0"/>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0"/>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0"/>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0"/>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0"/>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0"/>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0"/>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0"/>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0"/>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0"/>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0"/>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0"/>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0"/>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0"/>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0"/>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0"/>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0"/>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0"/>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0"/>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0"/>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0"/>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0"/>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0"/>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0"/>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0"/>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0"/>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0"/>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0"/>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0"/>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0"/>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0"/>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0"/>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0"/>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0"/>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0"/>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0"/>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0"/>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0"/>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0"/>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0"/>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0"/>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0"/>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0"/>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0"/>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0"/>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0"/>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0"/>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0"/>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0"/>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0"/>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0"/>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0"/>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0"/>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0"/>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0"/>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0"/>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0"/>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0"/>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0"/>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0"/>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0"/>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0"/>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0"/>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0"/>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0"/>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0"/>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0"/>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0"/>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0"/>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0"/>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0"/>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0"/>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0"/>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0"/>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0"/>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0"/>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0"/>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0"/>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0"/>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0"/>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0"/>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0"/>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0"/>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0"/>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0"/>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0"/>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0"/>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0"/>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0"/>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0"/>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0"/>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0"/>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0"/>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0"/>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0"/>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0"/>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0"/>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0"/>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0"/>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0"/>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0"/>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0"/>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0"/>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0"/>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0"/>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0"/>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0"/>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0"/>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0"/>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0"/>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0"/>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0"/>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0"/>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0"/>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0"/>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0"/>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0"/>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0"/>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0"/>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0"/>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0"/>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0"/>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0"/>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0"/>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0"/>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0"/>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0"/>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0"/>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0"/>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0"/>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0"/>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0"/>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0"/>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0"/>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0"/>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0"/>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0"/>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0"/>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0"/>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0"/>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0"/>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0"/>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0"/>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0"/>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0"/>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0"/>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0"/>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0"/>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0"/>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0"/>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0"/>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0"/>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0"/>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0"/>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0"/>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0"/>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0"/>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0"/>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0"/>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0"/>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0"/>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0"/>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0"/>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0"/>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0"/>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0"/>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0"/>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0"/>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0"/>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0"/>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0"/>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0"/>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0"/>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0"/>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0"/>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0"/>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0"/>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0"/>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0"/>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0"/>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0"/>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0"/>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0"/>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0"/>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0"/>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0"/>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0"/>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0"/>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0"/>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0"/>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0"/>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0"/>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0"/>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0"/>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0"/>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0"/>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0"/>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0"/>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0"/>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0"/>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0"/>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0"/>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0"/>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0"/>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0"/>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0"/>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0"/>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0"/>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0"/>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0"/>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0"/>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0"/>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0"/>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0"/>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0"/>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0"/>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0"/>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0"/>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0"/>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0"/>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0"/>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0"/>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0"/>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0"/>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0"/>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0"/>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0"/>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0"/>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0"/>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0"/>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0"/>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0"/>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0"/>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0"/>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0"/>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0"/>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0"/>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0"/>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0"/>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0"/>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0"/>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0"/>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0"/>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0"/>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0"/>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0"/>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0"/>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0"/>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0"/>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0"/>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0"/>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0"/>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0"/>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0"/>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0"/>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0"/>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0"/>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0"/>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0"/>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0"/>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0"/>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0"/>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0"/>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0"/>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0"/>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0"/>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0"/>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0"/>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0"/>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0"/>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0"/>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0"/>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0"/>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0"/>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0"/>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0"/>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0"/>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0"/>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0"/>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0"/>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0"/>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0"/>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0"/>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0"/>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0"/>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0"/>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0"/>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0"/>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0"/>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0"/>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0"/>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0"/>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0"/>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0"/>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0"/>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0"/>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0"/>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0"/>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0"/>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0"/>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0"/>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0"/>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0"/>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0"/>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0"/>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0"/>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0"/>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0"/>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0"/>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0"/>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0"/>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0"/>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0"/>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0"/>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0"/>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0"/>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0"/>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0"/>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0"/>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0"/>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0"/>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0"/>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0"/>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0"/>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0"/>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0"/>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0"/>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0"/>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0"/>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0"/>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0"/>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0"/>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0"/>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0"/>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0"/>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0"/>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0"/>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0"/>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0"/>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0"/>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0"/>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0"/>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0"/>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0"/>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0"/>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0"/>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0"/>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0"/>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0"/>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0"/>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0"/>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0"/>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0"/>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0"/>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0"/>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0"/>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0"/>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0"/>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0"/>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0"/>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0"/>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0"/>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0"/>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0"/>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0"/>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0"/>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0"/>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0"/>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0"/>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0"/>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0"/>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0"/>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0"/>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0"/>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0"/>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0"/>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0"/>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0"/>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0"/>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0"/>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0"/>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0"/>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0"/>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0"/>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0"/>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0"/>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0"/>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0"/>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0"/>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0"/>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0"/>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0"/>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0"/>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0"/>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0"/>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0"/>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0"/>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0"/>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0"/>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0"/>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0"/>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0"/>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0"/>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0"/>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0"/>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0"/>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0"/>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0"/>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0"/>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0"/>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0"/>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0"/>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0"/>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0"/>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0"/>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0"/>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0"/>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0"/>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0"/>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0"/>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0"/>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0"/>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0"/>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0"/>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0"/>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0"/>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0"/>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0"/>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0"/>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0"/>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0"/>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0"/>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0"/>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0"/>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0"/>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0"/>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0"/>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0"/>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0"/>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0"/>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0"/>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0"/>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0"/>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0"/>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0"/>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0"/>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0"/>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0"/>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0"/>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0"/>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0"/>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0"/>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0"/>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0"/>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0"/>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0"/>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0"/>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0"/>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0"/>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0"/>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0"/>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0"/>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0"/>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0"/>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0"/>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0"/>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0"/>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0"/>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0"/>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0"/>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0"/>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0"/>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0"/>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0"/>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0"/>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0"/>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0"/>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0"/>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0"/>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0"/>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0"/>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0"/>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0"/>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0"/>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0"/>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0"/>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0"/>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0"/>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0"/>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0"/>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0"/>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0"/>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0"/>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0"/>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0"/>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0"/>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0"/>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0"/>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0"/>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0"/>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0"/>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0"/>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0"/>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0"/>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0"/>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0"/>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0"/>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0"/>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0"/>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0"/>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0"/>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0"/>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0"/>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0"/>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0"/>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0"/>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0"/>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0"/>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0"/>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0"/>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0"/>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0"/>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0"/>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0"/>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0"/>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0"/>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0"/>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0"/>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0"/>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0"/>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0"/>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0"/>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0"/>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0"/>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0"/>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0"/>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0"/>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0"/>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0"/>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0"/>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0"/>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0"/>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0"/>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0"/>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0"/>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0"/>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0"/>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0"/>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0"/>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0"/>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0"/>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0"/>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0"/>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0"/>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0"/>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0"/>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0"/>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0"/>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0"/>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0"/>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0"/>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0"/>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0"/>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0"/>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0"/>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0"/>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0"/>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0"/>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0"/>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0"/>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0"/>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0"/>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0"/>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0"/>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0"/>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0"/>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0"/>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0"/>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0"/>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0"/>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0"/>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0"/>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0"/>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0"/>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0"/>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0"/>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0"/>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0"/>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0"/>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0"/>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0"/>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0"/>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0"/>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0"/>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0"/>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0"/>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0"/>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0"/>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0"/>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0"/>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0"/>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0"/>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0"/>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0"/>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0"/>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0"/>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0"/>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0"/>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0"/>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0"/>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0"/>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0"/>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0"/>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0"/>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0"/>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0"/>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0"/>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0"/>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0"/>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0"/>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0"/>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0"/>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0"/>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0"/>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0"/>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0"/>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0"/>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0"/>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0"/>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0"/>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0"/>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0"/>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0"/>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0"/>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0"/>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0"/>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0"/>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0"/>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0"/>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0"/>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0"/>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0"/>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0"/>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0"/>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0"/>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0"/>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0"/>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0"/>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0"/>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0"/>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0"/>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0"/>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0"/>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0"/>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0"/>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0"/>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0"/>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0"/>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0"/>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0"/>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0"/>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0"/>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0"/>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0"/>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0"/>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0"/>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0"/>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0"/>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0"/>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0"/>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0"/>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0"/>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0"/>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0"/>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0"/>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0"/>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0"/>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0"/>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0"/>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0"/>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0"/>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0"/>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0"/>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0"/>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0"/>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0"/>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0"/>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0"/>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0"/>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0"/>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0"/>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0"/>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0"/>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0"/>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0"/>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0"/>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0"/>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0"/>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0"/>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0"/>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0"/>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0"/>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0"/>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0"/>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0"/>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0"/>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0"/>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0"/>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0"/>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80"/>
          <p:cNvGrpSpPr/>
          <p:nvPr/>
        </p:nvGrpSpPr>
        <p:grpSpPr>
          <a:xfrm>
            <a:off x="3450485" y="919691"/>
            <a:ext cx="2310381" cy="1488888"/>
            <a:chOff x="229225" y="549050"/>
            <a:chExt cx="7161750" cy="4615275"/>
          </a:xfrm>
        </p:grpSpPr>
        <p:sp>
          <p:nvSpPr>
            <p:cNvPr id="11202" name="Google Shape;11202;p80"/>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0"/>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0"/>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0"/>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0"/>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0"/>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0"/>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0"/>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0"/>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0"/>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0"/>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0"/>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0"/>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0"/>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0"/>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0"/>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0"/>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0"/>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0"/>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0"/>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0"/>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0"/>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0"/>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0"/>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0"/>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0"/>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0"/>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0"/>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0"/>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0"/>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0"/>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0"/>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0"/>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0"/>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0"/>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0"/>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0"/>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0"/>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0"/>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0"/>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0"/>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0"/>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0"/>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0"/>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0"/>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0"/>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0"/>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0"/>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0"/>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0"/>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0"/>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0"/>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0"/>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0"/>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0"/>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0"/>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0"/>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0"/>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0"/>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0"/>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0"/>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0"/>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0"/>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0"/>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0"/>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0"/>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0"/>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0"/>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0"/>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0"/>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0"/>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0"/>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0"/>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0"/>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0"/>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0"/>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0"/>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0"/>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0"/>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0"/>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0"/>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0"/>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0"/>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0"/>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0"/>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0"/>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0"/>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0"/>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0"/>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0"/>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0"/>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0"/>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0"/>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0"/>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0"/>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0"/>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0"/>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0"/>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0"/>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0"/>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0"/>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0"/>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0"/>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0"/>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0"/>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0"/>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0"/>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0"/>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0"/>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0"/>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0"/>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0"/>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0"/>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0"/>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0"/>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0"/>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0"/>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80"/>
          <p:cNvGrpSpPr/>
          <p:nvPr/>
        </p:nvGrpSpPr>
        <p:grpSpPr>
          <a:xfrm>
            <a:off x="3548403" y="2849588"/>
            <a:ext cx="2310282" cy="1374222"/>
            <a:chOff x="238125" y="732525"/>
            <a:chExt cx="7130500" cy="4241425"/>
          </a:xfrm>
        </p:grpSpPr>
        <p:sp>
          <p:nvSpPr>
            <p:cNvPr id="11320" name="Google Shape;11320;p80"/>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0"/>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0"/>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0"/>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0"/>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0"/>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0"/>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0"/>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0"/>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0"/>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0"/>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0"/>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0"/>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0"/>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0"/>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0"/>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0"/>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0"/>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0"/>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0"/>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0"/>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0"/>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0"/>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0"/>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0"/>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0"/>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0"/>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0"/>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0"/>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0"/>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0"/>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0"/>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0"/>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0"/>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0"/>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0"/>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0"/>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0"/>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0"/>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0"/>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0"/>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0"/>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0"/>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0"/>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0"/>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0"/>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0"/>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0"/>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0"/>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0"/>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0"/>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0"/>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0"/>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0"/>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0"/>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0"/>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0"/>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0"/>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0"/>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0"/>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0"/>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0"/>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0"/>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0"/>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0"/>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0"/>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0"/>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0"/>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0"/>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0"/>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0"/>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0"/>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0"/>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0"/>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0"/>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0"/>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0"/>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0"/>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0"/>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0"/>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0"/>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0"/>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0"/>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0"/>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0"/>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0"/>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0"/>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0"/>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0"/>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0"/>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0"/>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0"/>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0"/>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0"/>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0"/>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0"/>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0"/>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0"/>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0"/>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0"/>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0"/>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0"/>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0"/>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0"/>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0"/>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0"/>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0"/>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0"/>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0"/>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0"/>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0"/>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0"/>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0"/>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0"/>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37" name="Shape 11437"/>
        <p:cNvGrpSpPr/>
        <p:nvPr/>
      </p:nvGrpSpPr>
      <p:grpSpPr>
        <a:xfrm>
          <a:off x="0" y="0"/>
          <a:ext cx="0" cy="0"/>
          <a:chOff x="0" y="0"/>
          <a:chExt cx="0" cy="0"/>
        </a:xfrm>
      </p:grpSpPr>
      <p:grpSp>
        <p:nvGrpSpPr>
          <p:cNvPr id="11438" name="Google Shape;11438;p81"/>
          <p:cNvGrpSpPr/>
          <p:nvPr/>
        </p:nvGrpSpPr>
        <p:grpSpPr>
          <a:xfrm>
            <a:off x="2100560" y="3398663"/>
            <a:ext cx="1102891" cy="760337"/>
            <a:chOff x="4967783" y="2151471"/>
            <a:chExt cx="3920692" cy="2702940"/>
          </a:xfrm>
        </p:grpSpPr>
        <p:grpSp>
          <p:nvGrpSpPr>
            <p:cNvPr id="11439" name="Google Shape;11439;p81"/>
            <p:cNvGrpSpPr/>
            <p:nvPr/>
          </p:nvGrpSpPr>
          <p:grpSpPr>
            <a:xfrm>
              <a:off x="5045709" y="2252109"/>
              <a:ext cx="3761071" cy="2501708"/>
              <a:chOff x="2691784" y="1805334"/>
              <a:chExt cx="3761071" cy="2501708"/>
            </a:xfrm>
          </p:grpSpPr>
          <p:sp>
            <p:nvSpPr>
              <p:cNvPr id="11440" name="Google Shape;11440;p8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81"/>
            <p:cNvGrpSpPr/>
            <p:nvPr/>
          </p:nvGrpSpPr>
          <p:grpSpPr>
            <a:xfrm>
              <a:off x="4967783" y="2151471"/>
              <a:ext cx="3920692" cy="2702940"/>
              <a:chOff x="2613858" y="1704696"/>
              <a:chExt cx="3920692" cy="2702940"/>
            </a:xfrm>
          </p:grpSpPr>
          <p:sp>
            <p:nvSpPr>
              <p:cNvPr id="11448" name="Google Shape;11448;p8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53" name="Google Shape;11453;p81"/>
          <p:cNvGrpSpPr/>
          <p:nvPr/>
        </p:nvGrpSpPr>
        <p:grpSpPr>
          <a:xfrm>
            <a:off x="3504468" y="1286940"/>
            <a:ext cx="1561911" cy="708580"/>
            <a:chOff x="3530532" y="1496185"/>
            <a:chExt cx="1561911" cy="708580"/>
          </a:xfrm>
        </p:grpSpPr>
        <p:grpSp>
          <p:nvGrpSpPr>
            <p:cNvPr id="11454" name="Google Shape;11454;p81"/>
            <p:cNvGrpSpPr/>
            <p:nvPr/>
          </p:nvGrpSpPr>
          <p:grpSpPr>
            <a:xfrm>
              <a:off x="3720318" y="1857562"/>
              <a:ext cx="1372125" cy="54"/>
              <a:chOff x="3720318" y="1857562"/>
              <a:chExt cx="1372125" cy="54"/>
            </a:xfrm>
          </p:grpSpPr>
          <p:cxnSp>
            <p:nvCxnSpPr>
              <p:cNvPr id="11455" name="Google Shape;11455;p81"/>
              <p:cNvCxnSpPr>
                <a:endCxn id="1145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457" name="Google Shape;11457;p8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458" name="Google Shape;11458;p8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459" name="Google Shape;11459;p81"/>
              <p:cNvCxnSpPr>
                <a:stCxn id="1145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1460" name="Google Shape;11460;p81"/>
            <p:cNvGrpSpPr/>
            <p:nvPr/>
          </p:nvGrpSpPr>
          <p:grpSpPr>
            <a:xfrm>
              <a:off x="3567462" y="1496185"/>
              <a:ext cx="286500" cy="272914"/>
              <a:chOff x="3567462" y="1496185"/>
              <a:chExt cx="286500" cy="272914"/>
            </a:xfrm>
          </p:grpSpPr>
          <p:cxnSp>
            <p:nvCxnSpPr>
              <p:cNvPr id="11461" name="Google Shape;11461;p8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462" name="Google Shape;11462;p8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3" name="Google Shape;11463;p8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5" name="Google Shape;11465;p81"/>
            <p:cNvGrpSpPr/>
            <p:nvPr/>
          </p:nvGrpSpPr>
          <p:grpSpPr>
            <a:xfrm>
              <a:off x="3929014" y="1960574"/>
              <a:ext cx="286500" cy="242342"/>
              <a:chOff x="3929014" y="1960574"/>
              <a:chExt cx="286500" cy="242342"/>
            </a:xfrm>
          </p:grpSpPr>
          <p:cxnSp>
            <p:nvCxnSpPr>
              <p:cNvPr id="11466" name="Google Shape;11466;p8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1467" name="Google Shape;11467;p8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81"/>
            <p:cNvGrpSpPr/>
            <p:nvPr/>
          </p:nvGrpSpPr>
          <p:grpSpPr>
            <a:xfrm>
              <a:off x="4290828" y="1496185"/>
              <a:ext cx="286500" cy="272914"/>
              <a:chOff x="4290828" y="1496185"/>
              <a:chExt cx="286500" cy="272914"/>
            </a:xfrm>
          </p:grpSpPr>
          <p:cxnSp>
            <p:nvCxnSpPr>
              <p:cNvPr id="11469" name="Google Shape;11469;p8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470" name="Google Shape;11470;p8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1" name="Google Shape;11471;p8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2" name="Google Shape;11472;p81"/>
            <p:cNvGrpSpPr/>
            <p:nvPr/>
          </p:nvGrpSpPr>
          <p:grpSpPr>
            <a:xfrm>
              <a:off x="4657726" y="1959674"/>
              <a:ext cx="286500" cy="245092"/>
              <a:chOff x="4657726" y="1959674"/>
              <a:chExt cx="286500" cy="245092"/>
            </a:xfrm>
          </p:grpSpPr>
          <p:cxnSp>
            <p:nvCxnSpPr>
              <p:cNvPr id="11473" name="Google Shape;11473;p8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1474" name="Google Shape;11474;p8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75" name="Google Shape;11475;p81"/>
          <p:cNvGrpSpPr/>
          <p:nvPr/>
        </p:nvGrpSpPr>
        <p:grpSpPr>
          <a:xfrm>
            <a:off x="3486488" y="2149036"/>
            <a:ext cx="1597032" cy="378649"/>
            <a:chOff x="3512551" y="2358282"/>
            <a:chExt cx="1597032" cy="378649"/>
          </a:xfrm>
        </p:grpSpPr>
        <p:grpSp>
          <p:nvGrpSpPr>
            <p:cNvPr id="11476" name="Google Shape;11476;p81"/>
            <p:cNvGrpSpPr/>
            <p:nvPr/>
          </p:nvGrpSpPr>
          <p:grpSpPr>
            <a:xfrm>
              <a:off x="3738198" y="2553002"/>
              <a:ext cx="1145834" cy="117"/>
              <a:chOff x="3738198" y="2553002"/>
              <a:chExt cx="1145834" cy="117"/>
            </a:xfrm>
          </p:grpSpPr>
          <p:cxnSp>
            <p:nvCxnSpPr>
              <p:cNvPr id="11477" name="Google Shape;11477;p8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478" name="Google Shape;11478;p8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479" name="Google Shape;11479;p81"/>
              <p:cNvCxnSpPr>
                <a:stCxn id="11480" idx="6"/>
                <a:endCxn id="1148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1482" name="Google Shape;11482;p81"/>
            <p:cNvGrpSpPr/>
            <p:nvPr/>
          </p:nvGrpSpPr>
          <p:grpSpPr>
            <a:xfrm>
              <a:off x="3969644" y="2440153"/>
              <a:ext cx="225900" cy="296779"/>
              <a:chOff x="3969644" y="2440153"/>
              <a:chExt cx="225900" cy="296779"/>
            </a:xfrm>
          </p:grpSpPr>
          <p:cxnSp>
            <p:nvCxnSpPr>
              <p:cNvPr id="11483" name="Google Shape;11483;p8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1481" name="Google Shape;11481;p8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81"/>
            <p:cNvGrpSpPr/>
            <p:nvPr/>
          </p:nvGrpSpPr>
          <p:grpSpPr>
            <a:xfrm>
              <a:off x="4426818" y="2358282"/>
              <a:ext cx="225600" cy="307471"/>
              <a:chOff x="4426818" y="2358282"/>
              <a:chExt cx="225600" cy="307471"/>
            </a:xfrm>
          </p:grpSpPr>
          <p:cxnSp>
            <p:nvCxnSpPr>
              <p:cNvPr id="11486" name="Google Shape;11486;p81"/>
              <p:cNvCxnSpPr>
                <a:stCxn id="1148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1488" name="Google Shape;11488;p8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81"/>
            <p:cNvGrpSpPr/>
            <p:nvPr/>
          </p:nvGrpSpPr>
          <p:grpSpPr>
            <a:xfrm>
              <a:off x="4883984" y="2440153"/>
              <a:ext cx="225600" cy="296479"/>
              <a:chOff x="4883984" y="2440153"/>
              <a:chExt cx="225600" cy="296479"/>
            </a:xfrm>
          </p:grpSpPr>
          <p:cxnSp>
            <p:nvCxnSpPr>
              <p:cNvPr id="11490" name="Google Shape;11490;p8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1491" name="Google Shape;11491;p8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81"/>
            <p:cNvGrpSpPr/>
            <p:nvPr/>
          </p:nvGrpSpPr>
          <p:grpSpPr>
            <a:xfrm>
              <a:off x="3512551" y="2358356"/>
              <a:ext cx="225647" cy="307629"/>
              <a:chOff x="2182679" y="2005014"/>
              <a:chExt cx="792300" cy="1080158"/>
            </a:xfrm>
          </p:grpSpPr>
          <p:cxnSp>
            <p:nvCxnSpPr>
              <p:cNvPr id="11494" name="Google Shape;11494;p81"/>
              <p:cNvCxnSpPr>
                <a:stCxn id="1149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1480" name="Google Shape;11480;p8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96" name="Google Shape;11496;p81"/>
          <p:cNvGrpSpPr/>
          <p:nvPr/>
        </p:nvGrpSpPr>
        <p:grpSpPr>
          <a:xfrm>
            <a:off x="6846570" y="972834"/>
            <a:ext cx="1559809" cy="722610"/>
            <a:chOff x="634175" y="2986275"/>
            <a:chExt cx="3147949" cy="1458344"/>
          </a:xfrm>
        </p:grpSpPr>
        <p:cxnSp>
          <p:nvCxnSpPr>
            <p:cNvPr id="11497" name="Google Shape;11497;p81"/>
            <p:cNvCxnSpPr>
              <a:stCxn id="11498" idx="4"/>
              <a:endCxn id="1149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1500" name="Google Shape;11500;p81"/>
            <p:cNvCxnSpPr>
              <a:stCxn id="11499" idx="0"/>
              <a:endCxn id="1150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502" name="Google Shape;11502;p81"/>
            <p:cNvCxnSpPr>
              <a:stCxn id="11501" idx="4"/>
              <a:endCxn id="1150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504" name="Google Shape;11504;p81"/>
            <p:cNvCxnSpPr>
              <a:stCxn id="11503" idx="0"/>
              <a:endCxn id="1150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1505" name="Google Shape;11505;p8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01" name="Google Shape;11501;p8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98" name="Google Shape;11498;p8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03" name="Google Shape;11503;p8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99" name="Google Shape;11499;p8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506" name="Google Shape;11506;p81"/>
          <p:cNvGrpSpPr/>
          <p:nvPr/>
        </p:nvGrpSpPr>
        <p:grpSpPr>
          <a:xfrm>
            <a:off x="3500360" y="2682741"/>
            <a:ext cx="1570719" cy="294123"/>
            <a:chOff x="998425" y="1182125"/>
            <a:chExt cx="1065400" cy="199500"/>
          </a:xfrm>
        </p:grpSpPr>
        <p:sp>
          <p:nvSpPr>
            <p:cNvPr id="11507" name="Google Shape;11507;p8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81"/>
          <p:cNvGrpSpPr/>
          <p:nvPr/>
        </p:nvGrpSpPr>
        <p:grpSpPr>
          <a:xfrm>
            <a:off x="6843616" y="1800228"/>
            <a:ext cx="1565716" cy="366729"/>
            <a:chOff x="1247650" y="2075423"/>
            <a:chExt cx="6648477" cy="1557238"/>
          </a:xfrm>
        </p:grpSpPr>
        <p:sp>
          <p:nvSpPr>
            <p:cNvPr id="11513" name="Google Shape;11513;p8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81"/>
          <p:cNvGrpSpPr/>
          <p:nvPr/>
        </p:nvGrpSpPr>
        <p:grpSpPr>
          <a:xfrm>
            <a:off x="6827928" y="2949043"/>
            <a:ext cx="1597061" cy="663440"/>
            <a:chOff x="6796238" y="3158297"/>
            <a:chExt cx="1630319" cy="677257"/>
          </a:xfrm>
        </p:grpSpPr>
        <p:cxnSp>
          <p:nvCxnSpPr>
            <p:cNvPr id="11520" name="Google Shape;11520;p8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521" name="Google Shape;11521;p8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522" name="Google Shape;11522;p8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1523" name="Google Shape;11523;p8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1524" name="Google Shape;11524;p81"/>
            <p:cNvGrpSpPr/>
            <p:nvPr/>
          </p:nvGrpSpPr>
          <p:grpSpPr>
            <a:xfrm>
              <a:off x="6796238" y="3311904"/>
              <a:ext cx="1630319" cy="377697"/>
              <a:chOff x="6796238" y="3311904"/>
              <a:chExt cx="1630319" cy="377697"/>
            </a:xfrm>
          </p:grpSpPr>
          <p:sp>
            <p:nvSpPr>
              <p:cNvPr id="11525" name="Google Shape;11525;p8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28" name="Google Shape;11528;p81"/>
          <p:cNvGrpSpPr/>
          <p:nvPr/>
        </p:nvGrpSpPr>
        <p:grpSpPr>
          <a:xfrm>
            <a:off x="5349066" y="970435"/>
            <a:ext cx="1368606" cy="1593805"/>
            <a:chOff x="1839112" y="2209163"/>
            <a:chExt cx="1918159" cy="2233784"/>
          </a:xfrm>
        </p:grpSpPr>
        <p:sp>
          <p:nvSpPr>
            <p:cNvPr id="11529" name="Google Shape;11529;p8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32" name="Google Shape;11532;p81"/>
            <p:cNvCxnSpPr>
              <a:stCxn id="11529" idx="6"/>
              <a:endCxn id="1153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533" name="Google Shape;11533;p81"/>
            <p:cNvCxnSpPr>
              <a:stCxn id="11530" idx="4"/>
              <a:endCxn id="1153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1535" name="Google Shape;11535;p81"/>
            <p:cNvCxnSpPr>
              <a:stCxn id="11534" idx="6"/>
              <a:endCxn id="1153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536" name="Google Shape;11536;p81"/>
            <p:cNvCxnSpPr>
              <a:stCxn id="11531" idx="4"/>
              <a:endCxn id="1153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1534" name="Google Shape;11534;p8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39" name="Google Shape;11539;p81"/>
            <p:cNvCxnSpPr>
              <a:endCxn id="1153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1540" name="Google Shape;11540;p81"/>
          <p:cNvGrpSpPr/>
          <p:nvPr/>
        </p:nvGrpSpPr>
        <p:grpSpPr>
          <a:xfrm>
            <a:off x="3481439" y="976671"/>
            <a:ext cx="1637968" cy="154942"/>
            <a:chOff x="238125" y="2506075"/>
            <a:chExt cx="7115411" cy="673075"/>
          </a:xfrm>
        </p:grpSpPr>
        <p:sp>
          <p:nvSpPr>
            <p:cNvPr id="11541" name="Google Shape;11541;p8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81"/>
          <p:cNvGrpSpPr/>
          <p:nvPr/>
        </p:nvGrpSpPr>
        <p:grpSpPr>
          <a:xfrm>
            <a:off x="720124" y="1298269"/>
            <a:ext cx="2476762" cy="91743"/>
            <a:chOff x="1464850" y="436376"/>
            <a:chExt cx="6001362" cy="222300"/>
          </a:xfrm>
        </p:grpSpPr>
        <p:sp>
          <p:nvSpPr>
            <p:cNvPr id="11547" name="Google Shape;11547;p8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52" name="Google Shape;11552;p8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553" name="Google Shape;11553;p8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554" name="Google Shape;11554;p8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555" name="Google Shape;11555;p8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1556" name="Google Shape;11556;p81"/>
          <p:cNvGrpSpPr/>
          <p:nvPr/>
        </p:nvGrpSpPr>
        <p:grpSpPr>
          <a:xfrm>
            <a:off x="706391" y="2533734"/>
            <a:ext cx="1452710" cy="651923"/>
            <a:chOff x="803162" y="2667727"/>
            <a:chExt cx="1411906" cy="633611"/>
          </a:xfrm>
        </p:grpSpPr>
        <p:cxnSp>
          <p:nvCxnSpPr>
            <p:cNvPr id="11557" name="Google Shape;11557;p81"/>
            <p:cNvCxnSpPr>
              <a:stCxn id="11558" idx="2"/>
              <a:endCxn id="1155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560" name="Google Shape;11560;p81"/>
            <p:cNvCxnSpPr>
              <a:stCxn id="11561" idx="0"/>
              <a:endCxn id="1155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562" name="Google Shape;11562;p81"/>
            <p:cNvCxnSpPr>
              <a:stCxn id="11561" idx="2"/>
              <a:endCxn id="1156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564" name="Google Shape;11564;p81"/>
            <p:cNvCxnSpPr>
              <a:stCxn id="11565" idx="0"/>
              <a:endCxn id="1156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566" name="Google Shape;11566;p81"/>
            <p:cNvCxnSpPr>
              <a:stCxn id="11559" idx="2"/>
              <a:endCxn id="1156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568" name="Google Shape;11568;p81"/>
            <p:cNvCxnSpPr>
              <a:stCxn id="11569" idx="0"/>
              <a:endCxn id="1155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1565" name="Google Shape;11565;p8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63" name="Google Shape;11563;p8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69" name="Google Shape;11569;p8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67" name="Google Shape;11567;p8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59" name="Google Shape;11559;p8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61" name="Google Shape;11561;p8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58" name="Google Shape;11558;p8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1570" name="Google Shape;11570;p81"/>
          <p:cNvGrpSpPr/>
          <p:nvPr/>
        </p:nvGrpSpPr>
        <p:grpSpPr>
          <a:xfrm>
            <a:off x="706393" y="969273"/>
            <a:ext cx="2518541" cy="209309"/>
            <a:chOff x="803163" y="1111966"/>
            <a:chExt cx="2447800" cy="203430"/>
          </a:xfrm>
        </p:grpSpPr>
        <p:grpSp>
          <p:nvGrpSpPr>
            <p:cNvPr id="11571" name="Google Shape;11571;p81"/>
            <p:cNvGrpSpPr/>
            <p:nvPr/>
          </p:nvGrpSpPr>
          <p:grpSpPr>
            <a:xfrm>
              <a:off x="1958180" y="1111966"/>
              <a:ext cx="588019" cy="121396"/>
              <a:chOff x="4808316" y="2800065"/>
              <a:chExt cx="1999386" cy="412910"/>
            </a:xfrm>
          </p:grpSpPr>
          <p:sp>
            <p:nvSpPr>
              <p:cNvPr id="11572" name="Google Shape;11572;p8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3" name="Google Shape;11573;p81"/>
              <p:cNvGrpSpPr/>
              <p:nvPr/>
            </p:nvGrpSpPr>
            <p:grpSpPr>
              <a:xfrm>
                <a:off x="4808316" y="2800065"/>
                <a:ext cx="92400" cy="411825"/>
                <a:chOff x="845575" y="2563700"/>
                <a:chExt cx="92400" cy="411825"/>
              </a:xfrm>
            </p:grpSpPr>
            <p:cxnSp>
              <p:nvCxnSpPr>
                <p:cNvPr id="11574" name="Google Shape;11574;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575" name="Google Shape;11575;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1576" name="Google Shape;11576;p8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1577" name="Google Shape;11577;p8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8" name="Google Shape;11578;p81"/>
            <p:cNvGrpSpPr/>
            <p:nvPr/>
          </p:nvGrpSpPr>
          <p:grpSpPr>
            <a:xfrm>
              <a:off x="803163" y="1111974"/>
              <a:ext cx="591158" cy="121545"/>
              <a:chOff x="803163" y="1111974"/>
              <a:chExt cx="591158" cy="121545"/>
            </a:xfrm>
          </p:grpSpPr>
          <p:grpSp>
            <p:nvGrpSpPr>
              <p:cNvPr id="11579" name="Google Shape;11579;p81"/>
              <p:cNvGrpSpPr/>
              <p:nvPr/>
            </p:nvGrpSpPr>
            <p:grpSpPr>
              <a:xfrm>
                <a:off x="803163" y="1111974"/>
                <a:ext cx="27175" cy="121077"/>
                <a:chOff x="845575" y="2563700"/>
                <a:chExt cx="92400" cy="411825"/>
              </a:xfrm>
            </p:grpSpPr>
            <p:cxnSp>
              <p:nvCxnSpPr>
                <p:cNvPr id="11580" name="Google Shape;11580;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581" name="Google Shape;11581;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2" name="Google Shape;11582;p8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81"/>
            <p:cNvGrpSpPr/>
            <p:nvPr/>
          </p:nvGrpSpPr>
          <p:grpSpPr>
            <a:xfrm>
              <a:off x="1381910" y="1194219"/>
              <a:ext cx="588341" cy="121177"/>
              <a:chOff x="1381910" y="1194219"/>
              <a:chExt cx="588341" cy="121177"/>
            </a:xfrm>
          </p:grpSpPr>
          <p:grpSp>
            <p:nvGrpSpPr>
              <p:cNvPr id="11584" name="Google Shape;11584;p81"/>
              <p:cNvGrpSpPr/>
              <p:nvPr/>
            </p:nvGrpSpPr>
            <p:grpSpPr>
              <a:xfrm rot="10800000">
                <a:off x="1381910" y="1194319"/>
                <a:ext cx="27175" cy="121077"/>
                <a:chOff x="2070100" y="2563700"/>
                <a:chExt cx="92400" cy="411825"/>
              </a:xfrm>
            </p:grpSpPr>
            <p:cxnSp>
              <p:nvCxnSpPr>
                <p:cNvPr id="11585" name="Google Shape;11585;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586" name="Google Shape;11586;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7" name="Google Shape;11587;p8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81"/>
            <p:cNvGrpSpPr/>
            <p:nvPr/>
          </p:nvGrpSpPr>
          <p:grpSpPr>
            <a:xfrm>
              <a:off x="2532079" y="1194219"/>
              <a:ext cx="704927" cy="121177"/>
              <a:chOff x="2532079" y="1194219"/>
              <a:chExt cx="704927" cy="121177"/>
            </a:xfrm>
          </p:grpSpPr>
          <p:grpSp>
            <p:nvGrpSpPr>
              <p:cNvPr id="11589" name="Google Shape;11589;p81"/>
              <p:cNvGrpSpPr/>
              <p:nvPr/>
            </p:nvGrpSpPr>
            <p:grpSpPr>
              <a:xfrm rot="10800000">
                <a:off x="2532079" y="1194319"/>
                <a:ext cx="27175" cy="121077"/>
                <a:chOff x="2070100" y="2563700"/>
                <a:chExt cx="92400" cy="411825"/>
              </a:xfrm>
            </p:grpSpPr>
            <p:cxnSp>
              <p:nvCxnSpPr>
                <p:cNvPr id="11590" name="Google Shape;11590;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591" name="Google Shape;11591;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2" name="Google Shape;11592;p8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93" name="Google Shape;11593;p81"/>
          <p:cNvGrpSpPr/>
          <p:nvPr/>
        </p:nvGrpSpPr>
        <p:grpSpPr>
          <a:xfrm>
            <a:off x="3499403" y="3665904"/>
            <a:ext cx="1567778" cy="491677"/>
            <a:chOff x="5194708" y="3484366"/>
            <a:chExt cx="3148148" cy="987304"/>
          </a:xfrm>
        </p:grpSpPr>
        <p:grpSp>
          <p:nvGrpSpPr>
            <p:cNvPr id="11594" name="Google Shape;11594;p81"/>
            <p:cNvGrpSpPr/>
            <p:nvPr/>
          </p:nvGrpSpPr>
          <p:grpSpPr>
            <a:xfrm>
              <a:off x="7531521" y="3484366"/>
              <a:ext cx="811335" cy="987304"/>
              <a:chOff x="3379425" y="1617275"/>
              <a:chExt cx="1090650" cy="1327200"/>
            </a:xfrm>
          </p:grpSpPr>
          <p:sp>
            <p:nvSpPr>
              <p:cNvPr id="11595" name="Google Shape;11595;p8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81"/>
            <p:cNvGrpSpPr/>
            <p:nvPr/>
          </p:nvGrpSpPr>
          <p:grpSpPr>
            <a:xfrm>
              <a:off x="6752546" y="3484366"/>
              <a:ext cx="811428" cy="987304"/>
              <a:chOff x="2332275" y="1617275"/>
              <a:chExt cx="1090775" cy="1327200"/>
            </a:xfrm>
          </p:grpSpPr>
          <p:sp>
            <p:nvSpPr>
              <p:cNvPr id="11599" name="Google Shape;11599;p8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81"/>
            <p:cNvGrpSpPr/>
            <p:nvPr/>
          </p:nvGrpSpPr>
          <p:grpSpPr>
            <a:xfrm>
              <a:off x="5973664" y="3484366"/>
              <a:ext cx="811335" cy="987304"/>
              <a:chOff x="1285250" y="1617275"/>
              <a:chExt cx="1090650" cy="1327200"/>
            </a:xfrm>
          </p:grpSpPr>
          <p:sp>
            <p:nvSpPr>
              <p:cNvPr id="11603" name="Google Shape;11603;p8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81"/>
            <p:cNvGrpSpPr/>
            <p:nvPr/>
          </p:nvGrpSpPr>
          <p:grpSpPr>
            <a:xfrm>
              <a:off x="5194708" y="3484366"/>
              <a:ext cx="811409" cy="987304"/>
              <a:chOff x="238125" y="1617275"/>
              <a:chExt cx="1090750" cy="1327200"/>
            </a:xfrm>
          </p:grpSpPr>
          <p:sp>
            <p:nvSpPr>
              <p:cNvPr id="11607" name="Google Shape;11607;p8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10" name="Google Shape;11610;p81"/>
          <p:cNvGrpSpPr/>
          <p:nvPr/>
        </p:nvGrpSpPr>
        <p:grpSpPr>
          <a:xfrm>
            <a:off x="3460012" y="3146315"/>
            <a:ext cx="1616964" cy="346256"/>
            <a:chOff x="1808063" y="4294338"/>
            <a:chExt cx="3370782" cy="721817"/>
          </a:xfrm>
        </p:grpSpPr>
        <p:sp>
          <p:nvSpPr>
            <p:cNvPr id="11611" name="Google Shape;11611;p8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81"/>
          <p:cNvGrpSpPr/>
          <p:nvPr/>
        </p:nvGrpSpPr>
        <p:grpSpPr>
          <a:xfrm>
            <a:off x="738224" y="3432344"/>
            <a:ext cx="1295882" cy="646587"/>
            <a:chOff x="834100" y="3642869"/>
            <a:chExt cx="1259483" cy="628426"/>
          </a:xfrm>
        </p:grpSpPr>
        <p:sp>
          <p:nvSpPr>
            <p:cNvPr id="11622" name="Google Shape;11622;p8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7" name="Google Shape;11647;p81"/>
            <p:cNvGrpSpPr/>
            <p:nvPr/>
          </p:nvGrpSpPr>
          <p:grpSpPr>
            <a:xfrm>
              <a:off x="1360364" y="3847835"/>
              <a:ext cx="208119" cy="224359"/>
              <a:chOff x="1360769" y="3847100"/>
              <a:chExt cx="208119" cy="224359"/>
            </a:xfrm>
          </p:grpSpPr>
          <p:sp>
            <p:nvSpPr>
              <p:cNvPr id="11648" name="Google Shape;11648;p8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8" name="Google Shape;11668;p8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81"/>
          <p:cNvGrpSpPr/>
          <p:nvPr/>
        </p:nvGrpSpPr>
        <p:grpSpPr>
          <a:xfrm rot="5400000">
            <a:off x="5951337" y="3228841"/>
            <a:ext cx="164064" cy="1414916"/>
            <a:chOff x="4428249" y="1369375"/>
            <a:chExt cx="36905" cy="429569"/>
          </a:xfrm>
        </p:grpSpPr>
        <p:sp>
          <p:nvSpPr>
            <p:cNvPr id="11683" name="Google Shape;11683;p8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81"/>
          <p:cNvGrpSpPr/>
          <p:nvPr/>
        </p:nvGrpSpPr>
        <p:grpSpPr>
          <a:xfrm flipH="1" rot="10800000">
            <a:off x="5323766" y="2817385"/>
            <a:ext cx="1419207" cy="24808"/>
            <a:chOff x="219558" y="4738465"/>
            <a:chExt cx="5852400" cy="102300"/>
          </a:xfrm>
        </p:grpSpPr>
        <p:cxnSp>
          <p:nvCxnSpPr>
            <p:cNvPr id="11716" name="Google Shape;11716;p8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1717" name="Google Shape;11717;p8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81"/>
          <p:cNvGrpSpPr/>
          <p:nvPr/>
        </p:nvGrpSpPr>
        <p:grpSpPr>
          <a:xfrm>
            <a:off x="5335084" y="3190448"/>
            <a:ext cx="1396570" cy="385016"/>
            <a:chOff x="5286284" y="2966544"/>
            <a:chExt cx="1396570" cy="385016"/>
          </a:xfrm>
        </p:grpSpPr>
        <p:cxnSp>
          <p:nvCxnSpPr>
            <p:cNvPr id="11723" name="Google Shape;11723;p8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1724" name="Google Shape;11724;p8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1725" name="Google Shape;11725;p81"/>
            <p:cNvGrpSpPr/>
            <p:nvPr/>
          </p:nvGrpSpPr>
          <p:grpSpPr>
            <a:xfrm>
              <a:off x="5287688" y="3173364"/>
              <a:ext cx="1395166" cy="74100"/>
              <a:chOff x="5287688" y="3173364"/>
              <a:chExt cx="1395166" cy="74100"/>
            </a:xfrm>
          </p:grpSpPr>
          <p:cxnSp>
            <p:nvCxnSpPr>
              <p:cNvPr id="11726" name="Google Shape;11726;p8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1727" name="Google Shape;11727;p8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1728" name="Google Shape;11728;p8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29" name="Google Shape;11729;p8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30" name="Google Shape;11730;p8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31" name="Google Shape;11731;p8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32" name="Google Shape;11732;p8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33" name="Google Shape;11733;p8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1734" name="Google Shape;11734;p8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1735" name="Google Shape;11735;p81"/>
          <p:cNvGrpSpPr/>
          <p:nvPr/>
        </p:nvGrpSpPr>
        <p:grpSpPr>
          <a:xfrm>
            <a:off x="2021150" y="1609224"/>
            <a:ext cx="1182276" cy="662027"/>
            <a:chOff x="2029517" y="1732295"/>
            <a:chExt cx="1149068" cy="643432"/>
          </a:xfrm>
        </p:grpSpPr>
        <p:grpSp>
          <p:nvGrpSpPr>
            <p:cNvPr id="11736" name="Google Shape;11736;p81"/>
            <p:cNvGrpSpPr/>
            <p:nvPr/>
          </p:nvGrpSpPr>
          <p:grpSpPr>
            <a:xfrm>
              <a:off x="2708660" y="1746937"/>
              <a:ext cx="455427" cy="244429"/>
              <a:chOff x="2700693" y="1746937"/>
              <a:chExt cx="455427" cy="244429"/>
            </a:xfrm>
          </p:grpSpPr>
          <p:grpSp>
            <p:nvGrpSpPr>
              <p:cNvPr id="11737" name="Google Shape;11737;p81"/>
              <p:cNvGrpSpPr/>
              <p:nvPr/>
            </p:nvGrpSpPr>
            <p:grpSpPr>
              <a:xfrm>
                <a:off x="2905682" y="1782817"/>
                <a:ext cx="250438" cy="208549"/>
                <a:chOff x="2905682" y="1782817"/>
                <a:chExt cx="250438" cy="208549"/>
              </a:xfrm>
            </p:grpSpPr>
            <p:cxnSp>
              <p:nvCxnSpPr>
                <p:cNvPr id="11738" name="Google Shape;11738;p8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739" name="Google Shape;11739;p8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81"/>
              <p:cNvGrpSpPr/>
              <p:nvPr/>
            </p:nvGrpSpPr>
            <p:grpSpPr>
              <a:xfrm>
                <a:off x="2700693" y="1746937"/>
                <a:ext cx="449967" cy="72374"/>
                <a:chOff x="2700693" y="1746937"/>
                <a:chExt cx="449967" cy="72374"/>
              </a:xfrm>
            </p:grpSpPr>
            <p:cxnSp>
              <p:nvCxnSpPr>
                <p:cNvPr id="11741" name="Google Shape;11741;p8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742" name="Google Shape;11742;p8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43" name="Google Shape;11743;p81"/>
            <p:cNvGrpSpPr/>
            <p:nvPr/>
          </p:nvGrpSpPr>
          <p:grpSpPr>
            <a:xfrm>
              <a:off x="2029517" y="1732295"/>
              <a:ext cx="1149068" cy="643432"/>
              <a:chOff x="2029517" y="1732295"/>
              <a:chExt cx="1149068" cy="643432"/>
            </a:xfrm>
          </p:grpSpPr>
          <p:grpSp>
            <p:nvGrpSpPr>
              <p:cNvPr id="11744" name="Google Shape;11744;p81"/>
              <p:cNvGrpSpPr/>
              <p:nvPr/>
            </p:nvGrpSpPr>
            <p:grpSpPr>
              <a:xfrm>
                <a:off x="2703618" y="2103152"/>
                <a:ext cx="474966" cy="260017"/>
                <a:chOff x="2703618" y="2103152"/>
                <a:chExt cx="474966" cy="260017"/>
              </a:xfrm>
            </p:grpSpPr>
            <p:grpSp>
              <p:nvGrpSpPr>
                <p:cNvPr id="11745" name="Google Shape;11745;p81"/>
                <p:cNvGrpSpPr/>
                <p:nvPr/>
              </p:nvGrpSpPr>
              <p:grpSpPr>
                <a:xfrm>
                  <a:off x="2703618" y="2290640"/>
                  <a:ext cx="450291" cy="72529"/>
                  <a:chOff x="2703618" y="2290640"/>
                  <a:chExt cx="450291" cy="72529"/>
                </a:xfrm>
              </p:grpSpPr>
              <p:cxnSp>
                <p:nvCxnSpPr>
                  <p:cNvPr id="11746" name="Google Shape;11746;p8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747" name="Google Shape;11747;p8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81"/>
                <p:cNvGrpSpPr/>
                <p:nvPr/>
              </p:nvGrpSpPr>
              <p:grpSpPr>
                <a:xfrm>
                  <a:off x="2908607" y="2103152"/>
                  <a:ext cx="269977" cy="223538"/>
                  <a:chOff x="2908607" y="2103152"/>
                  <a:chExt cx="269977" cy="223538"/>
                </a:xfrm>
              </p:grpSpPr>
              <p:cxnSp>
                <p:nvCxnSpPr>
                  <p:cNvPr id="11749" name="Google Shape;11749;p8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750" name="Google Shape;11750;p8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51" name="Google Shape;11751;p81"/>
              <p:cNvGrpSpPr/>
              <p:nvPr/>
            </p:nvGrpSpPr>
            <p:grpSpPr>
              <a:xfrm>
                <a:off x="2029517" y="1732295"/>
                <a:ext cx="685827" cy="643432"/>
                <a:chOff x="2029517" y="1732295"/>
                <a:chExt cx="685827" cy="643432"/>
              </a:xfrm>
            </p:grpSpPr>
            <p:sp>
              <p:nvSpPr>
                <p:cNvPr id="11752" name="Google Shape;11752;p8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3" name="Google Shape;11753;p81"/>
                <p:cNvGrpSpPr/>
                <p:nvPr/>
              </p:nvGrpSpPr>
              <p:grpSpPr>
                <a:xfrm>
                  <a:off x="2158948" y="1732295"/>
                  <a:ext cx="556396" cy="333108"/>
                  <a:chOff x="2158948" y="1732295"/>
                  <a:chExt cx="556396" cy="333108"/>
                </a:xfrm>
              </p:grpSpPr>
              <p:cxnSp>
                <p:nvCxnSpPr>
                  <p:cNvPr id="11754" name="Google Shape;11754;p8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755" name="Google Shape;11755;p8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81"/>
                <p:cNvGrpSpPr/>
                <p:nvPr/>
              </p:nvGrpSpPr>
              <p:grpSpPr>
                <a:xfrm>
                  <a:off x="2159908" y="2065057"/>
                  <a:ext cx="550884" cy="310670"/>
                  <a:chOff x="2159908" y="2065057"/>
                  <a:chExt cx="550884" cy="310670"/>
                </a:xfrm>
              </p:grpSpPr>
              <p:cxnSp>
                <p:nvCxnSpPr>
                  <p:cNvPr id="11757" name="Google Shape;11757;p8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758" name="Google Shape;11758;p8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759" name="Google Shape;11759;p81"/>
          <p:cNvGrpSpPr/>
          <p:nvPr/>
        </p:nvGrpSpPr>
        <p:grpSpPr>
          <a:xfrm>
            <a:off x="706399" y="1556837"/>
            <a:ext cx="962651" cy="810058"/>
            <a:chOff x="844912" y="1681380"/>
            <a:chExt cx="935611" cy="787305"/>
          </a:xfrm>
        </p:grpSpPr>
        <p:grpSp>
          <p:nvGrpSpPr>
            <p:cNvPr id="11760" name="Google Shape;11760;p81"/>
            <p:cNvGrpSpPr/>
            <p:nvPr/>
          </p:nvGrpSpPr>
          <p:grpSpPr>
            <a:xfrm>
              <a:off x="844912" y="1819635"/>
              <a:ext cx="329836" cy="510016"/>
              <a:chOff x="844912" y="1819635"/>
              <a:chExt cx="329836" cy="510016"/>
            </a:xfrm>
          </p:grpSpPr>
          <p:sp>
            <p:nvSpPr>
              <p:cNvPr id="11761" name="Google Shape;11761;p8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81"/>
            <p:cNvGrpSpPr/>
            <p:nvPr/>
          </p:nvGrpSpPr>
          <p:grpSpPr>
            <a:xfrm>
              <a:off x="1284601" y="2158168"/>
              <a:ext cx="495923" cy="310517"/>
              <a:chOff x="1284601" y="2158168"/>
              <a:chExt cx="495923" cy="310517"/>
            </a:xfrm>
          </p:grpSpPr>
          <p:sp>
            <p:nvSpPr>
              <p:cNvPr id="11768" name="Google Shape;11768;p8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9" name="Google Shape;11769;p81"/>
              <p:cNvGrpSpPr/>
              <p:nvPr/>
            </p:nvGrpSpPr>
            <p:grpSpPr>
              <a:xfrm>
                <a:off x="1507666" y="2158168"/>
                <a:ext cx="272858" cy="310517"/>
                <a:chOff x="1507666" y="2158168"/>
                <a:chExt cx="272858" cy="310517"/>
              </a:xfrm>
            </p:grpSpPr>
            <p:grpSp>
              <p:nvGrpSpPr>
                <p:cNvPr id="11770" name="Google Shape;11770;p81"/>
                <p:cNvGrpSpPr/>
                <p:nvPr/>
              </p:nvGrpSpPr>
              <p:grpSpPr>
                <a:xfrm>
                  <a:off x="1507666" y="2176104"/>
                  <a:ext cx="166395" cy="273149"/>
                  <a:chOff x="1507666" y="2176104"/>
                  <a:chExt cx="166395" cy="273149"/>
                </a:xfrm>
              </p:grpSpPr>
              <p:sp>
                <p:nvSpPr>
                  <p:cNvPr id="11771" name="Google Shape;11771;p8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8" name="Google Shape;11778;p8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80" name="Google Shape;11780;p81"/>
            <p:cNvGrpSpPr/>
            <p:nvPr/>
          </p:nvGrpSpPr>
          <p:grpSpPr>
            <a:xfrm>
              <a:off x="1284601" y="1681380"/>
              <a:ext cx="495923" cy="310517"/>
              <a:chOff x="1284601" y="1681380"/>
              <a:chExt cx="495923" cy="310517"/>
            </a:xfrm>
          </p:grpSpPr>
          <p:sp>
            <p:nvSpPr>
              <p:cNvPr id="11781" name="Google Shape;11781;p8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2" name="Google Shape;11782;p81"/>
              <p:cNvGrpSpPr/>
              <p:nvPr/>
            </p:nvGrpSpPr>
            <p:grpSpPr>
              <a:xfrm>
                <a:off x="1507666" y="1681380"/>
                <a:ext cx="272858" cy="310517"/>
                <a:chOff x="1507666" y="1681380"/>
                <a:chExt cx="272858" cy="310517"/>
              </a:xfrm>
            </p:grpSpPr>
            <p:grpSp>
              <p:nvGrpSpPr>
                <p:cNvPr id="11783" name="Google Shape;11783;p81"/>
                <p:cNvGrpSpPr/>
                <p:nvPr/>
              </p:nvGrpSpPr>
              <p:grpSpPr>
                <a:xfrm>
                  <a:off x="1507666" y="1700120"/>
                  <a:ext cx="166395" cy="272984"/>
                  <a:chOff x="1507666" y="1700120"/>
                  <a:chExt cx="166395" cy="272984"/>
                </a:xfrm>
              </p:grpSpPr>
              <p:sp>
                <p:nvSpPr>
                  <p:cNvPr id="11784" name="Google Shape;11784;p8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1" name="Google Shape;11791;p8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793" name="Google Shape;11793;p81"/>
          <p:cNvGrpSpPr/>
          <p:nvPr/>
        </p:nvGrpSpPr>
        <p:grpSpPr>
          <a:xfrm>
            <a:off x="6815339" y="2324267"/>
            <a:ext cx="1622269" cy="552443"/>
            <a:chOff x="6894650" y="2574740"/>
            <a:chExt cx="1445100" cy="492111"/>
          </a:xfrm>
        </p:grpSpPr>
        <p:sp>
          <p:nvSpPr>
            <p:cNvPr id="11794" name="Google Shape;11794;p8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99" name="Google Shape;11799;p8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1800" name="Google Shape;11800;p81"/>
          <p:cNvGrpSpPr/>
          <p:nvPr/>
        </p:nvGrpSpPr>
        <p:grpSpPr>
          <a:xfrm>
            <a:off x="6834882" y="3698522"/>
            <a:ext cx="1583206" cy="475705"/>
            <a:chOff x="6953919" y="3907920"/>
            <a:chExt cx="1377300" cy="475705"/>
          </a:xfrm>
        </p:grpSpPr>
        <p:cxnSp>
          <p:nvCxnSpPr>
            <p:cNvPr id="11801" name="Google Shape;11801;p8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802" name="Google Shape;11802;p8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1803" name="Google Shape;11803;p8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804" name="Google Shape;11804;p8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1805" name="Google Shape;11805;p8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1806" name="Google Shape;11806;p81"/>
          <p:cNvGrpSpPr/>
          <p:nvPr/>
        </p:nvGrpSpPr>
        <p:grpSpPr>
          <a:xfrm>
            <a:off x="2338470" y="2459668"/>
            <a:ext cx="836286" cy="824529"/>
            <a:chOff x="2389399" y="2595741"/>
            <a:chExt cx="812796" cy="801369"/>
          </a:xfrm>
        </p:grpSpPr>
        <p:grpSp>
          <p:nvGrpSpPr>
            <p:cNvPr id="11807" name="Google Shape;11807;p81"/>
            <p:cNvGrpSpPr/>
            <p:nvPr/>
          </p:nvGrpSpPr>
          <p:grpSpPr>
            <a:xfrm>
              <a:off x="2492145" y="2881565"/>
              <a:ext cx="607300" cy="229751"/>
              <a:chOff x="2492145" y="2881565"/>
              <a:chExt cx="607300" cy="229751"/>
            </a:xfrm>
          </p:grpSpPr>
          <p:sp>
            <p:nvSpPr>
              <p:cNvPr id="11808" name="Google Shape;11808;p8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81"/>
            <p:cNvGrpSpPr/>
            <p:nvPr/>
          </p:nvGrpSpPr>
          <p:grpSpPr>
            <a:xfrm>
              <a:off x="2389399" y="2595741"/>
              <a:ext cx="812796" cy="296825"/>
              <a:chOff x="2389399" y="2595741"/>
              <a:chExt cx="812796" cy="296825"/>
            </a:xfrm>
          </p:grpSpPr>
          <p:grpSp>
            <p:nvGrpSpPr>
              <p:cNvPr id="11812" name="Google Shape;11812;p81"/>
              <p:cNvGrpSpPr/>
              <p:nvPr/>
            </p:nvGrpSpPr>
            <p:grpSpPr>
              <a:xfrm>
                <a:off x="2389399" y="2595741"/>
                <a:ext cx="363638" cy="296825"/>
                <a:chOff x="2389399" y="2595741"/>
                <a:chExt cx="363638" cy="296825"/>
              </a:xfrm>
            </p:grpSpPr>
            <p:grpSp>
              <p:nvGrpSpPr>
                <p:cNvPr id="11813" name="Google Shape;11813;p81"/>
                <p:cNvGrpSpPr/>
                <p:nvPr/>
              </p:nvGrpSpPr>
              <p:grpSpPr>
                <a:xfrm>
                  <a:off x="2493852" y="2794333"/>
                  <a:ext cx="259185" cy="98232"/>
                  <a:chOff x="2493852" y="2794333"/>
                  <a:chExt cx="259185" cy="98232"/>
                </a:xfrm>
              </p:grpSpPr>
              <p:sp>
                <p:nvSpPr>
                  <p:cNvPr id="11814" name="Google Shape;11814;p8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81"/>
                <p:cNvGrpSpPr/>
                <p:nvPr/>
              </p:nvGrpSpPr>
              <p:grpSpPr>
                <a:xfrm>
                  <a:off x="2389399" y="2595741"/>
                  <a:ext cx="224343" cy="182054"/>
                  <a:chOff x="2389399" y="2595741"/>
                  <a:chExt cx="224343" cy="182054"/>
                </a:xfrm>
              </p:grpSpPr>
              <p:sp>
                <p:nvSpPr>
                  <p:cNvPr id="11818" name="Google Shape;11818;p8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20" name="Google Shape;11820;p81"/>
              <p:cNvGrpSpPr/>
              <p:nvPr/>
            </p:nvGrpSpPr>
            <p:grpSpPr>
              <a:xfrm>
                <a:off x="2683630" y="2595741"/>
                <a:ext cx="224334" cy="296825"/>
                <a:chOff x="2683630" y="2595741"/>
                <a:chExt cx="224334" cy="296825"/>
              </a:xfrm>
            </p:grpSpPr>
            <p:grpSp>
              <p:nvGrpSpPr>
                <p:cNvPr id="11821" name="Google Shape;11821;p81"/>
                <p:cNvGrpSpPr/>
                <p:nvPr/>
              </p:nvGrpSpPr>
              <p:grpSpPr>
                <a:xfrm>
                  <a:off x="2788083" y="2794333"/>
                  <a:ext cx="15356" cy="98232"/>
                  <a:chOff x="2788083" y="2794333"/>
                  <a:chExt cx="15356" cy="98232"/>
                </a:xfrm>
              </p:grpSpPr>
              <p:sp>
                <p:nvSpPr>
                  <p:cNvPr id="11822" name="Google Shape;11822;p8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5" name="Google Shape;11825;p81"/>
                <p:cNvGrpSpPr/>
                <p:nvPr/>
              </p:nvGrpSpPr>
              <p:grpSpPr>
                <a:xfrm>
                  <a:off x="2683630" y="2595741"/>
                  <a:ext cx="224334" cy="182054"/>
                  <a:chOff x="2683630" y="2595741"/>
                  <a:chExt cx="224334" cy="182054"/>
                </a:xfrm>
              </p:grpSpPr>
              <p:sp>
                <p:nvSpPr>
                  <p:cNvPr id="11826" name="Google Shape;11826;p8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28" name="Google Shape;11828;p81"/>
              <p:cNvGrpSpPr/>
              <p:nvPr/>
            </p:nvGrpSpPr>
            <p:grpSpPr>
              <a:xfrm>
                <a:off x="2838475" y="2595741"/>
                <a:ext cx="363719" cy="296825"/>
                <a:chOff x="2838475" y="2595741"/>
                <a:chExt cx="363719" cy="296825"/>
              </a:xfrm>
            </p:grpSpPr>
            <p:grpSp>
              <p:nvGrpSpPr>
                <p:cNvPr id="11829" name="Google Shape;11829;p81"/>
                <p:cNvGrpSpPr/>
                <p:nvPr/>
              </p:nvGrpSpPr>
              <p:grpSpPr>
                <a:xfrm>
                  <a:off x="2838475" y="2794333"/>
                  <a:ext cx="259185" cy="98232"/>
                  <a:chOff x="2838475" y="2794333"/>
                  <a:chExt cx="259185" cy="98232"/>
                </a:xfrm>
              </p:grpSpPr>
              <p:sp>
                <p:nvSpPr>
                  <p:cNvPr id="11830" name="Google Shape;11830;p8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81"/>
                <p:cNvGrpSpPr/>
                <p:nvPr/>
              </p:nvGrpSpPr>
              <p:grpSpPr>
                <a:xfrm>
                  <a:off x="2977852" y="2595741"/>
                  <a:ext cx="224343" cy="182054"/>
                  <a:chOff x="2977852" y="2595741"/>
                  <a:chExt cx="224343" cy="182054"/>
                </a:xfrm>
              </p:grpSpPr>
              <p:sp>
                <p:nvSpPr>
                  <p:cNvPr id="11834" name="Google Shape;11834;p8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36" name="Google Shape;11836;p81"/>
            <p:cNvGrpSpPr/>
            <p:nvPr/>
          </p:nvGrpSpPr>
          <p:grpSpPr>
            <a:xfrm>
              <a:off x="2389399" y="3100241"/>
              <a:ext cx="812796" cy="296869"/>
              <a:chOff x="2389399" y="3100241"/>
              <a:chExt cx="812796" cy="296869"/>
            </a:xfrm>
          </p:grpSpPr>
          <p:grpSp>
            <p:nvGrpSpPr>
              <p:cNvPr id="11837" name="Google Shape;11837;p81"/>
              <p:cNvGrpSpPr/>
              <p:nvPr/>
            </p:nvGrpSpPr>
            <p:grpSpPr>
              <a:xfrm>
                <a:off x="2683630" y="3100241"/>
                <a:ext cx="224334" cy="296869"/>
                <a:chOff x="2683630" y="3100241"/>
                <a:chExt cx="224334" cy="296869"/>
              </a:xfrm>
            </p:grpSpPr>
            <p:grpSp>
              <p:nvGrpSpPr>
                <p:cNvPr id="11838" name="Google Shape;11838;p81"/>
                <p:cNvGrpSpPr/>
                <p:nvPr/>
              </p:nvGrpSpPr>
              <p:grpSpPr>
                <a:xfrm>
                  <a:off x="2788083" y="3100241"/>
                  <a:ext cx="15356" cy="98237"/>
                  <a:chOff x="2788083" y="3100241"/>
                  <a:chExt cx="15356" cy="98237"/>
                </a:xfrm>
              </p:grpSpPr>
              <p:sp>
                <p:nvSpPr>
                  <p:cNvPr id="11839" name="Google Shape;11839;p8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81"/>
                <p:cNvGrpSpPr/>
                <p:nvPr/>
              </p:nvGrpSpPr>
              <p:grpSpPr>
                <a:xfrm>
                  <a:off x="2683630" y="3215065"/>
                  <a:ext cx="224334" cy="182045"/>
                  <a:chOff x="2683630" y="3215065"/>
                  <a:chExt cx="224334" cy="182045"/>
                </a:xfrm>
              </p:grpSpPr>
              <p:sp>
                <p:nvSpPr>
                  <p:cNvPr id="11843" name="Google Shape;11843;p8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45" name="Google Shape;11845;p81"/>
              <p:cNvGrpSpPr/>
              <p:nvPr/>
            </p:nvGrpSpPr>
            <p:grpSpPr>
              <a:xfrm>
                <a:off x="2389399" y="3100241"/>
                <a:ext cx="363638" cy="296869"/>
                <a:chOff x="2389399" y="3100241"/>
                <a:chExt cx="363638" cy="296869"/>
              </a:xfrm>
            </p:grpSpPr>
            <p:grpSp>
              <p:nvGrpSpPr>
                <p:cNvPr id="11846" name="Google Shape;11846;p81"/>
                <p:cNvGrpSpPr/>
                <p:nvPr/>
              </p:nvGrpSpPr>
              <p:grpSpPr>
                <a:xfrm>
                  <a:off x="2493852" y="3100241"/>
                  <a:ext cx="259185" cy="98237"/>
                  <a:chOff x="2493852" y="3100241"/>
                  <a:chExt cx="259185" cy="98237"/>
                </a:xfrm>
              </p:grpSpPr>
              <p:sp>
                <p:nvSpPr>
                  <p:cNvPr id="11847" name="Google Shape;11847;p8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81"/>
                <p:cNvGrpSpPr/>
                <p:nvPr/>
              </p:nvGrpSpPr>
              <p:grpSpPr>
                <a:xfrm>
                  <a:off x="2389399" y="3215065"/>
                  <a:ext cx="224343" cy="182045"/>
                  <a:chOff x="2389399" y="3215065"/>
                  <a:chExt cx="224343" cy="182045"/>
                </a:xfrm>
              </p:grpSpPr>
              <p:sp>
                <p:nvSpPr>
                  <p:cNvPr id="11851" name="Google Shape;11851;p8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53" name="Google Shape;11853;p81"/>
              <p:cNvGrpSpPr/>
              <p:nvPr/>
            </p:nvGrpSpPr>
            <p:grpSpPr>
              <a:xfrm>
                <a:off x="2838475" y="3100241"/>
                <a:ext cx="363719" cy="296869"/>
                <a:chOff x="2838475" y="3100241"/>
                <a:chExt cx="363719" cy="296869"/>
              </a:xfrm>
            </p:grpSpPr>
            <p:grpSp>
              <p:nvGrpSpPr>
                <p:cNvPr id="11854" name="Google Shape;11854;p81"/>
                <p:cNvGrpSpPr/>
                <p:nvPr/>
              </p:nvGrpSpPr>
              <p:grpSpPr>
                <a:xfrm>
                  <a:off x="2838475" y="3100241"/>
                  <a:ext cx="259185" cy="98237"/>
                  <a:chOff x="2838475" y="3100241"/>
                  <a:chExt cx="259185" cy="98237"/>
                </a:xfrm>
              </p:grpSpPr>
              <p:sp>
                <p:nvSpPr>
                  <p:cNvPr id="11855" name="Google Shape;11855;p8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81"/>
                <p:cNvGrpSpPr/>
                <p:nvPr/>
              </p:nvGrpSpPr>
              <p:grpSpPr>
                <a:xfrm>
                  <a:off x="2977852" y="3215065"/>
                  <a:ext cx="224343" cy="182045"/>
                  <a:chOff x="2977852" y="3215065"/>
                  <a:chExt cx="224343" cy="182045"/>
                </a:xfrm>
              </p:grpSpPr>
              <p:sp>
                <p:nvSpPr>
                  <p:cNvPr id="11859" name="Google Shape;11859;p8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64" name="Shape 11864"/>
        <p:cNvGrpSpPr/>
        <p:nvPr/>
      </p:nvGrpSpPr>
      <p:grpSpPr>
        <a:xfrm>
          <a:off x="0" y="0"/>
          <a:ext cx="0" cy="0"/>
          <a:chOff x="0" y="0"/>
          <a:chExt cx="0" cy="0"/>
        </a:xfrm>
      </p:grpSpPr>
      <p:grpSp>
        <p:nvGrpSpPr>
          <p:cNvPr id="11865" name="Google Shape;11865;p82"/>
          <p:cNvGrpSpPr/>
          <p:nvPr/>
        </p:nvGrpSpPr>
        <p:grpSpPr>
          <a:xfrm>
            <a:off x="702088" y="3155922"/>
            <a:ext cx="2390414" cy="1024800"/>
            <a:chOff x="728925" y="3296613"/>
            <a:chExt cx="2390414" cy="1024800"/>
          </a:xfrm>
        </p:grpSpPr>
        <p:grpSp>
          <p:nvGrpSpPr>
            <p:cNvPr id="11866" name="Google Shape;11866;p82"/>
            <p:cNvGrpSpPr/>
            <p:nvPr/>
          </p:nvGrpSpPr>
          <p:grpSpPr>
            <a:xfrm>
              <a:off x="728925" y="3619800"/>
              <a:ext cx="2390414" cy="500893"/>
              <a:chOff x="728925" y="3619800"/>
              <a:chExt cx="2390414" cy="500893"/>
            </a:xfrm>
          </p:grpSpPr>
          <p:sp>
            <p:nvSpPr>
              <p:cNvPr id="11867" name="Google Shape;11867;p8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868" name="Google Shape;11868;p8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869" name="Google Shape;11869;p82"/>
            <p:cNvGrpSpPr/>
            <p:nvPr/>
          </p:nvGrpSpPr>
          <p:grpSpPr>
            <a:xfrm>
              <a:off x="1348050" y="3296613"/>
              <a:ext cx="1706152" cy="1024800"/>
              <a:chOff x="1348050" y="3296613"/>
              <a:chExt cx="1706152" cy="1024800"/>
            </a:xfrm>
          </p:grpSpPr>
          <p:sp>
            <p:nvSpPr>
              <p:cNvPr id="11870" name="Google Shape;11870;p8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871" name="Google Shape;11871;p8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872" name="Google Shape;11872;p8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873" name="Google Shape;11873;p8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874" name="Google Shape;11874;p8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875" name="Google Shape;11875;p82"/>
            <p:cNvGrpSpPr/>
            <p:nvPr/>
          </p:nvGrpSpPr>
          <p:grpSpPr>
            <a:xfrm>
              <a:off x="1455707" y="3654858"/>
              <a:ext cx="1491150" cy="417657"/>
              <a:chOff x="1455707" y="3654858"/>
              <a:chExt cx="1491150" cy="417657"/>
            </a:xfrm>
          </p:grpSpPr>
          <p:sp>
            <p:nvSpPr>
              <p:cNvPr id="11876" name="Google Shape;11876;p8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896" name="Google Shape;11896;p82"/>
          <p:cNvGraphicFramePr/>
          <p:nvPr/>
        </p:nvGraphicFramePr>
        <p:xfrm>
          <a:off x="5937787" y="2153834"/>
          <a:ext cx="3000000" cy="3000000"/>
        </p:xfrm>
        <a:graphic>
          <a:graphicData uri="http://schemas.openxmlformats.org/drawingml/2006/table">
            <a:tbl>
              <a:tblPr>
                <a:noFill/>
                <a:tableStyleId>{4580D939-D9AB-4F44-AB16-41BFB12781F4}</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1897" name="Google Shape;11897;p82"/>
          <p:cNvGrpSpPr/>
          <p:nvPr/>
        </p:nvGrpSpPr>
        <p:grpSpPr>
          <a:xfrm>
            <a:off x="710464" y="981599"/>
            <a:ext cx="2396505" cy="976502"/>
            <a:chOff x="749309" y="1112739"/>
            <a:chExt cx="2371603" cy="976502"/>
          </a:xfrm>
        </p:grpSpPr>
        <p:grpSp>
          <p:nvGrpSpPr>
            <p:cNvPr id="11898" name="Google Shape;11898;p82"/>
            <p:cNvGrpSpPr/>
            <p:nvPr/>
          </p:nvGrpSpPr>
          <p:grpSpPr>
            <a:xfrm>
              <a:off x="1092126" y="1112739"/>
              <a:ext cx="2028786" cy="975464"/>
              <a:chOff x="1092126" y="1112739"/>
              <a:chExt cx="2028786" cy="975464"/>
            </a:xfrm>
          </p:grpSpPr>
          <p:sp>
            <p:nvSpPr>
              <p:cNvPr id="11899" name="Google Shape;11899;p8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82"/>
            <p:cNvGrpSpPr/>
            <p:nvPr/>
          </p:nvGrpSpPr>
          <p:grpSpPr>
            <a:xfrm>
              <a:off x="749309" y="1112739"/>
              <a:ext cx="314700" cy="975464"/>
              <a:chOff x="749309" y="1112739"/>
              <a:chExt cx="314700" cy="975464"/>
            </a:xfrm>
          </p:grpSpPr>
          <p:sp>
            <p:nvSpPr>
              <p:cNvPr id="11924" name="Google Shape;11924;p8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8" name="Google Shape;11928;p8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932" name="Google Shape;11932;p82"/>
          <p:cNvGraphicFramePr/>
          <p:nvPr/>
        </p:nvGraphicFramePr>
        <p:xfrm>
          <a:off x="5937812" y="981584"/>
          <a:ext cx="3000000" cy="3000000"/>
        </p:xfrm>
        <a:graphic>
          <a:graphicData uri="http://schemas.openxmlformats.org/drawingml/2006/table">
            <a:tbl>
              <a:tblPr>
                <a:noFill/>
                <a:tableStyleId>{4580D939-D9AB-4F44-AB16-41BFB12781F4}</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1933" name="Google Shape;11933;p82"/>
          <p:cNvGraphicFramePr/>
          <p:nvPr/>
        </p:nvGraphicFramePr>
        <p:xfrm>
          <a:off x="3358675" y="2153834"/>
          <a:ext cx="3000000" cy="3000000"/>
        </p:xfrm>
        <a:graphic>
          <a:graphicData uri="http://schemas.openxmlformats.org/drawingml/2006/table">
            <a:tbl>
              <a:tblPr>
                <a:noFill/>
                <a:tableStyleId>{4580D939-D9AB-4F44-AB16-41BFB12781F4}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1934" name="Google Shape;11934;p82"/>
          <p:cNvGrpSpPr/>
          <p:nvPr/>
        </p:nvGrpSpPr>
        <p:grpSpPr>
          <a:xfrm>
            <a:off x="3360661" y="3144795"/>
            <a:ext cx="2363377" cy="1047062"/>
            <a:chOff x="3358399" y="3285485"/>
            <a:chExt cx="2363377" cy="1047062"/>
          </a:xfrm>
        </p:grpSpPr>
        <p:grpSp>
          <p:nvGrpSpPr>
            <p:cNvPr id="11935" name="Google Shape;11935;p82"/>
            <p:cNvGrpSpPr/>
            <p:nvPr/>
          </p:nvGrpSpPr>
          <p:grpSpPr>
            <a:xfrm>
              <a:off x="3358412" y="3285485"/>
              <a:ext cx="2363244" cy="139500"/>
              <a:chOff x="3358412" y="3285485"/>
              <a:chExt cx="2363244" cy="139500"/>
            </a:xfrm>
          </p:grpSpPr>
          <p:sp>
            <p:nvSpPr>
              <p:cNvPr id="11936" name="Google Shape;11936;p8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82"/>
            <p:cNvGrpSpPr/>
            <p:nvPr/>
          </p:nvGrpSpPr>
          <p:grpSpPr>
            <a:xfrm>
              <a:off x="3358412" y="3466996"/>
              <a:ext cx="2363244" cy="139500"/>
              <a:chOff x="3358412" y="3466996"/>
              <a:chExt cx="2363244" cy="139500"/>
            </a:xfrm>
          </p:grpSpPr>
          <p:sp>
            <p:nvSpPr>
              <p:cNvPr id="11942" name="Google Shape;11942;p8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82"/>
            <p:cNvGrpSpPr/>
            <p:nvPr/>
          </p:nvGrpSpPr>
          <p:grpSpPr>
            <a:xfrm>
              <a:off x="3358412" y="3648507"/>
              <a:ext cx="2363244" cy="139500"/>
              <a:chOff x="3358412" y="3648507"/>
              <a:chExt cx="2363244" cy="139500"/>
            </a:xfrm>
          </p:grpSpPr>
          <p:sp>
            <p:nvSpPr>
              <p:cNvPr id="11948" name="Google Shape;11948;p8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82"/>
            <p:cNvGrpSpPr/>
            <p:nvPr/>
          </p:nvGrpSpPr>
          <p:grpSpPr>
            <a:xfrm>
              <a:off x="3358412" y="3830018"/>
              <a:ext cx="2363244" cy="139500"/>
              <a:chOff x="3358412" y="3830018"/>
              <a:chExt cx="2363244" cy="139500"/>
            </a:xfrm>
          </p:grpSpPr>
          <p:sp>
            <p:nvSpPr>
              <p:cNvPr id="11954" name="Google Shape;11954;p8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82"/>
            <p:cNvGrpSpPr/>
            <p:nvPr/>
          </p:nvGrpSpPr>
          <p:grpSpPr>
            <a:xfrm>
              <a:off x="3358399" y="4011514"/>
              <a:ext cx="2363377" cy="139537"/>
              <a:chOff x="3294800" y="4134603"/>
              <a:chExt cx="2638876" cy="152400"/>
            </a:xfrm>
          </p:grpSpPr>
          <p:sp>
            <p:nvSpPr>
              <p:cNvPr id="11960" name="Google Shape;11960;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82"/>
            <p:cNvGrpSpPr/>
            <p:nvPr/>
          </p:nvGrpSpPr>
          <p:grpSpPr>
            <a:xfrm>
              <a:off x="3358399" y="4193010"/>
              <a:ext cx="2363377" cy="139537"/>
              <a:chOff x="3294800" y="4134603"/>
              <a:chExt cx="2638876" cy="152400"/>
            </a:xfrm>
          </p:grpSpPr>
          <p:sp>
            <p:nvSpPr>
              <p:cNvPr id="11966" name="Google Shape;11966;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971" name="Google Shape;11971;p82"/>
          <p:cNvGraphicFramePr/>
          <p:nvPr/>
        </p:nvGraphicFramePr>
        <p:xfrm>
          <a:off x="711463" y="2153834"/>
          <a:ext cx="3000000" cy="3000000"/>
        </p:xfrm>
        <a:graphic>
          <a:graphicData uri="http://schemas.openxmlformats.org/drawingml/2006/table">
            <a:tbl>
              <a:tblPr>
                <a:noFill/>
                <a:tableStyleId>{4580D939-D9AB-4F44-AB16-41BFB12781F4}</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1972" name="Google Shape;11972;p82"/>
          <p:cNvGrpSpPr/>
          <p:nvPr/>
        </p:nvGrpSpPr>
        <p:grpSpPr>
          <a:xfrm>
            <a:off x="4161132" y="2557649"/>
            <a:ext cx="1302095" cy="60959"/>
            <a:chOff x="3558802" y="4011427"/>
            <a:chExt cx="1866000" cy="111300"/>
          </a:xfrm>
        </p:grpSpPr>
        <p:sp>
          <p:nvSpPr>
            <p:cNvPr id="11973" name="Google Shape;11973;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82"/>
          <p:cNvGrpSpPr/>
          <p:nvPr/>
        </p:nvGrpSpPr>
        <p:grpSpPr>
          <a:xfrm>
            <a:off x="4706620" y="2839808"/>
            <a:ext cx="914340" cy="60959"/>
            <a:chOff x="3558802" y="4011427"/>
            <a:chExt cx="1866000" cy="111300"/>
          </a:xfrm>
        </p:grpSpPr>
        <p:sp>
          <p:nvSpPr>
            <p:cNvPr id="11976" name="Google Shape;11976;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82"/>
          <p:cNvGrpSpPr/>
          <p:nvPr/>
        </p:nvGrpSpPr>
        <p:grpSpPr>
          <a:xfrm>
            <a:off x="5871419" y="3167606"/>
            <a:ext cx="2522867" cy="1001454"/>
            <a:chOff x="1904318" y="789980"/>
            <a:chExt cx="1489472" cy="606868"/>
          </a:xfrm>
        </p:grpSpPr>
        <p:cxnSp>
          <p:nvCxnSpPr>
            <p:cNvPr id="11979" name="Google Shape;11979;p8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980" name="Google Shape;11980;p8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981" name="Google Shape;11981;p8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1982" name="Google Shape;11982;p82"/>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1983" name="Google Shape;11983;p82"/>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1984" name="Google Shape;11984;p82"/>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1985" name="Google Shape;11985;p82"/>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1986" name="Google Shape;11986;p8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2"/>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1993" name="Google Shape;11993;p82"/>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1994" name="Google Shape;11994;p82"/>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1995" name="Google Shape;11995;p8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82"/>
          <p:cNvGrpSpPr/>
          <p:nvPr/>
        </p:nvGrpSpPr>
        <p:grpSpPr>
          <a:xfrm>
            <a:off x="3355824" y="951642"/>
            <a:ext cx="2363393" cy="1005865"/>
            <a:chOff x="3292400" y="1193188"/>
            <a:chExt cx="2615240" cy="1131075"/>
          </a:xfrm>
        </p:grpSpPr>
        <p:sp>
          <p:nvSpPr>
            <p:cNvPr id="11997" name="Google Shape;11997;p8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1998" name="Google Shape;11998;p8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1999" name="Google Shape;11999;p8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2000" name="Google Shape;12000;p8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2001" name="Google Shape;12001;p8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2002" name="Google Shape;12002;p8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2003" name="Google Shape;12003;p8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2004" name="Google Shape;12004;p8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2005" name="Google Shape;12005;p8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2006" name="Google Shape;12006;p8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2007" name="Google Shape;12007;p8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2008" name="Google Shape;12008;p8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2009" name="Google Shape;12009;p8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2010" name="Google Shape;12010;p8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2011" name="Google Shape;12011;p82"/>
            <p:cNvGrpSpPr/>
            <p:nvPr/>
          </p:nvGrpSpPr>
          <p:grpSpPr>
            <a:xfrm>
              <a:off x="3748438" y="1378608"/>
              <a:ext cx="2159202" cy="903971"/>
              <a:chOff x="1683525" y="2179850"/>
              <a:chExt cx="4519050" cy="2134525"/>
            </a:xfrm>
          </p:grpSpPr>
          <p:sp>
            <p:nvSpPr>
              <p:cNvPr id="12012" name="Google Shape;12012;p8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13" name="Google Shape;12013;p8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14" name="Google Shape;12014;p8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15" name="Google Shape;12015;p8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16" name="Google Shape;12016;p8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17" name="Google Shape;12017;p8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18" name="Google Shape;12018;p8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19" name="Google Shape;12019;p8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20" name="Google Shape;12020;p8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21" name="Google Shape;12021;p8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22" name="Google Shape;12022;p8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023" name="Google Shape;12023;p8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27" name="Shape 12027"/>
        <p:cNvGrpSpPr/>
        <p:nvPr/>
      </p:nvGrpSpPr>
      <p:grpSpPr>
        <a:xfrm>
          <a:off x="0" y="0"/>
          <a:ext cx="0" cy="0"/>
          <a:chOff x="0" y="0"/>
          <a:chExt cx="0" cy="0"/>
        </a:xfrm>
      </p:grpSpPr>
      <p:grpSp>
        <p:nvGrpSpPr>
          <p:cNvPr id="12028" name="Google Shape;12028;p83"/>
          <p:cNvGrpSpPr/>
          <p:nvPr/>
        </p:nvGrpSpPr>
        <p:grpSpPr>
          <a:xfrm>
            <a:off x="4796690" y="970936"/>
            <a:ext cx="745431" cy="718863"/>
            <a:chOff x="4249973" y="1201875"/>
            <a:chExt cx="1958568" cy="1888762"/>
          </a:xfrm>
        </p:grpSpPr>
        <p:sp>
          <p:nvSpPr>
            <p:cNvPr id="12029" name="Google Shape;12029;p8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0" name="Google Shape;12030;p83"/>
            <p:cNvGrpSpPr/>
            <p:nvPr/>
          </p:nvGrpSpPr>
          <p:grpSpPr>
            <a:xfrm>
              <a:off x="5853086" y="1789142"/>
              <a:ext cx="355454" cy="1048099"/>
              <a:chOff x="5576108" y="2016725"/>
              <a:chExt cx="565200" cy="1666560"/>
            </a:xfrm>
          </p:grpSpPr>
          <p:sp>
            <p:nvSpPr>
              <p:cNvPr id="12031" name="Google Shape;12031;p8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32" name="Google Shape;12032;p8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83"/>
            <p:cNvGrpSpPr/>
            <p:nvPr/>
          </p:nvGrpSpPr>
          <p:grpSpPr>
            <a:xfrm>
              <a:off x="4869455" y="2691676"/>
              <a:ext cx="1013897" cy="398961"/>
              <a:chOff x="4012057" y="3451825"/>
              <a:chExt cx="1612175" cy="634379"/>
            </a:xfrm>
          </p:grpSpPr>
          <p:sp>
            <p:nvSpPr>
              <p:cNvPr id="12034" name="Google Shape;12034;p8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35" name="Google Shape;12035;p8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83"/>
            <p:cNvGrpSpPr/>
            <p:nvPr/>
          </p:nvGrpSpPr>
          <p:grpSpPr>
            <a:xfrm>
              <a:off x="4276937" y="2155961"/>
              <a:ext cx="651965" cy="891358"/>
              <a:chOff x="3069908" y="2599997"/>
              <a:chExt cx="1036675" cy="1417328"/>
            </a:xfrm>
          </p:grpSpPr>
          <p:sp>
            <p:nvSpPr>
              <p:cNvPr id="12037" name="Google Shape;12037;p8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38" name="Google Shape;12038;p8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83"/>
            <p:cNvGrpSpPr/>
            <p:nvPr/>
          </p:nvGrpSpPr>
          <p:grpSpPr>
            <a:xfrm>
              <a:off x="5054918" y="1201875"/>
              <a:ext cx="999548" cy="602711"/>
              <a:chOff x="4306958" y="1082925"/>
              <a:chExt cx="1589359" cy="958358"/>
            </a:xfrm>
          </p:grpSpPr>
          <p:sp>
            <p:nvSpPr>
              <p:cNvPr id="12040" name="Google Shape;12040;p8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41" name="Google Shape;12041;p8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83"/>
            <p:cNvGrpSpPr/>
            <p:nvPr/>
          </p:nvGrpSpPr>
          <p:grpSpPr>
            <a:xfrm>
              <a:off x="4249973" y="1303451"/>
              <a:ext cx="799317" cy="841334"/>
              <a:chOff x="3027033" y="1244439"/>
              <a:chExt cx="1270977" cy="1337786"/>
            </a:xfrm>
          </p:grpSpPr>
          <p:sp>
            <p:nvSpPr>
              <p:cNvPr id="12043" name="Google Shape;12043;p8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44" name="Google Shape;12044;p8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45" name="Google Shape;12045;p83"/>
          <p:cNvGrpSpPr/>
          <p:nvPr/>
        </p:nvGrpSpPr>
        <p:grpSpPr>
          <a:xfrm>
            <a:off x="713063" y="1849386"/>
            <a:ext cx="761767" cy="729896"/>
            <a:chOff x="2657744" y="2337745"/>
            <a:chExt cx="832987" cy="798137"/>
          </a:xfrm>
        </p:grpSpPr>
        <p:sp>
          <p:nvSpPr>
            <p:cNvPr id="12046" name="Google Shape;12046;p8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83"/>
          <p:cNvGrpSpPr/>
          <p:nvPr/>
        </p:nvGrpSpPr>
        <p:grpSpPr>
          <a:xfrm>
            <a:off x="3224027" y="1852592"/>
            <a:ext cx="685569" cy="723586"/>
            <a:chOff x="3398134" y="2057755"/>
            <a:chExt cx="704087" cy="743130"/>
          </a:xfrm>
        </p:grpSpPr>
        <p:grpSp>
          <p:nvGrpSpPr>
            <p:cNvPr id="12053" name="Google Shape;12053;p83"/>
            <p:cNvGrpSpPr/>
            <p:nvPr/>
          </p:nvGrpSpPr>
          <p:grpSpPr>
            <a:xfrm>
              <a:off x="3398134" y="2290183"/>
              <a:ext cx="315300" cy="219900"/>
              <a:chOff x="3398134" y="2290183"/>
              <a:chExt cx="315300" cy="219900"/>
            </a:xfrm>
          </p:grpSpPr>
          <p:sp>
            <p:nvSpPr>
              <p:cNvPr id="12054" name="Google Shape;12054;p8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055" name="Google Shape;12055;p83"/>
              <p:cNvCxnSpPr>
                <a:stCxn id="1205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2056" name="Google Shape;12056;p83"/>
            <p:cNvGrpSpPr/>
            <p:nvPr/>
          </p:nvGrpSpPr>
          <p:grpSpPr>
            <a:xfrm>
              <a:off x="3547823" y="2467358"/>
              <a:ext cx="219900" cy="333527"/>
              <a:chOff x="3547823" y="2467358"/>
              <a:chExt cx="219900" cy="333527"/>
            </a:xfrm>
          </p:grpSpPr>
          <p:sp>
            <p:nvSpPr>
              <p:cNvPr id="12057" name="Google Shape;12057;p8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058" name="Google Shape;12058;p8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2059" name="Google Shape;12059;p83"/>
            <p:cNvGrpSpPr/>
            <p:nvPr/>
          </p:nvGrpSpPr>
          <p:grpSpPr>
            <a:xfrm>
              <a:off x="3734138" y="2467358"/>
              <a:ext cx="219900" cy="333527"/>
              <a:chOff x="3734138" y="2467358"/>
              <a:chExt cx="219900" cy="333527"/>
            </a:xfrm>
          </p:grpSpPr>
          <p:sp>
            <p:nvSpPr>
              <p:cNvPr id="12060" name="Google Shape;12060;p8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061" name="Google Shape;12061;p8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2062" name="Google Shape;12062;p83"/>
            <p:cNvGrpSpPr/>
            <p:nvPr/>
          </p:nvGrpSpPr>
          <p:grpSpPr>
            <a:xfrm>
              <a:off x="3787560" y="2288011"/>
              <a:ext cx="314661" cy="219900"/>
              <a:chOff x="3787560" y="2288011"/>
              <a:chExt cx="314661" cy="219900"/>
            </a:xfrm>
          </p:grpSpPr>
          <p:sp>
            <p:nvSpPr>
              <p:cNvPr id="12063" name="Google Shape;12063;p8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064" name="Google Shape;12064;p8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2065" name="Google Shape;12065;p83"/>
            <p:cNvGrpSpPr/>
            <p:nvPr/>
          </p:nvGrpSpPr>
          <p:grpSpPr>
            <a:xfrm>
              <a:off x="3637290" y="2057755"/>
              <a:ext cx="219900" cy="335499"/>
              <a:chOff x="3637290" y="2057755"/>
              <a:chExt cx="219900" cy="335499"/>
            </a:xfrm>
          </p:grpSpPr>
          <p:sp>
            <p:nvSpPr>
              <p:cNvPr id="12066" name="Google Shape;12066;p8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067" name="Google Shape;12067;p8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2068" name="Google Shape;12068;p83"/>
          <p:cNvGrpSpPr/>
          <p:nvPr/>
        </p:nvGrpSpPr>
        <p:grpSpPr>
          <a:xfrm>
            <a:off x="4899249" y="1859288"/>
            <a:ext cx="710153" cy="710153"/>
            <a:chOff x="5007123" y="2079403"/>
            <a:chExt cx="687600" cy="687600"/>
          </a:xfrm>
        </p:grpSpPr>
        <p:sp>
          <p:nvSpPr>
            <p:cNvPr id="12069" name="Google Shape;12069;p8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83"/>
          <p:cNvGrpSpPr/>
          <p:nvPr/>
        </p:nvGrpSpPr>
        <p:grpSpPr>
          <a:xfrm>
            <a:off x="5708687" y="1853794"/>
            <a:ext cx="720998" cy="721183"/>
            <a:chOff x="5797446" y="2063053"/>
            <a:chExt cx="698100" cy="698280"/>
          </a:xfrm>
        </p:grpSpPr>
        <p:sp>
          <p:nvSpPr>
            <p:cNvPr id="12074" name="Google Shape;12074;p8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83"/>
          <p:cNvGrpSpPr/>
          <p:nvPr/>
        </p:nvGrpSpPr>
        <p:grpSpPr>
          <a:xfrm>
            <a:off x="8153834" y="3499399"/>
            <a:ext cx="280585" cy="673164"/>
            <a:chOff x="8075075" y="3754290"/>
            <a:chExt cx="255612" cy="613194"/>
          </a:xfrm>
        </p:grpSpPr>
        <p:grpSp>
          <p:nvGrpSpPr>
            <p:cNvPr id="12079" name="Google Shape;12079;p83"/>
            <p:cNvGrpSpPr/>
            <p:nvPr/>
          </p:nvGrpSpPr>
          <p:grpSpPr>
            <a:xfrm>
              <a:off x="8075075" y="3754290"/>
              <a:ext cx="255612" cy="613194"/>
              <a:chOff x="8075075" y="3754290"/>
              <a:chExt cx="255612" cy="613194"/>
            </a:xfrm>
          </p:grpSpPr>
          <p:sp>
            <p:nvSpPr>
              <p:cNvPr id="12080" name="Google Shape;12080;p8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2" name="Google Shape;12082;p8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83"/>
          <p:cNvGrpSpPr/>
          <p:nvPr/>
        </p:nvGrpSpPr>
        <p:grpSpPr>
          <a:xfrm>
            <a:off x="5270892" y="3488196"/>
            <a:ext cx="470352" cy="683745"/>
            <a:chOff x="1697726" y="3244179"/>
            <a:chExt cx="788124" cy="1146069"/>
          </a:xfrm>
        </p:grpSpPr>
        <p:sp>
          <p:nvSpPr>
            <p:cNvPr id="12084" name="Google Shape;12084;p8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6" name="Google Shape;12086;p83"/>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7" name="Google Shape;12087;p83"/>
          <p:cNvGrpSpPr/>
          <p:nvPr/>
        </p:nvGrpSpPr>
        <p:grpSpPr>
          <a:xfrm>
            <a:off x="5892043" y="3499398"/>
            <a:ext cx="293891" cy="293845"/>
            <a:chOff x="6134814" y="3754290"/>
            <a:chExt cx="293891" cy="293845"/>
          </a:xfrm>
        </p:grpSpPr>
        <p:sp>
          <p:nvSpPr>
            <p:cNvPr id="12088" name="Google Shape;12088;p8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83"/>
          <p:cNvGrpSpPr/>
          <p:nvPr/>
        </p:nvGrpSpPr>
        <p:grpSpPr>
          <a:xfrm>
            <a:off x="5892043" y="3878069"/>
            <a:ext cx="293891" cy="293891"/>
            <a:chOff x="6134814" y="4086186"/>
            <a:chExt cx="293891" cy="293891"/>
          </a:xfrm>
        </p:grpSpPr>
        <p:sp>
          <p:nvSpPr>
            <p:cNvPr id="12091" name="Google Shape;12091;p8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3" name="Google Shape;12093;p83"/>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3"/>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5" name="Google Shape;12095;p83"/>
          <p:cNvGrpSpPr/>
          <p:nvPr/>
        </p:nvGrpSpPr>
        <p:grpSpPr>
          <a:xfrm>
            <a:off x="7817018" y="2706762"/>
            <a:ext cx="622883" cy="621944"/>
            <a:chOff x="1187048" y="238125"/>
            <a:chExt cx="5256397" cy="5248476"/>
          </a:xfrm>
        </p:grpSpPr>
        <p:sp>
          <p:nvSpPr>
            <p:cNvPr id="12096" name="Google Shape;12096;p8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83"/>
          <p:cNvGrpSpPr/>
          <p:nvPr/>
        </p:nvGrpSpPr>
        <p:grpSpPr>
          <a:xfrm>
            <a:off x="2274123" y="2716370"/>
            <a:ext cx="1310987" cy="612407"/>
            <a:chOff x="238125" y="1188750"/>
            <a:chExt cx="7140450" cy="3335550"/>
          </a:xfrm>
        </p:grpSpPr>
        <p:sp>
          <p:nvSpPr>
            <p:cNvPr id="12101" name="Google Shape;12101;p8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83"/>
          <p:cNvGrpSpPr/>
          <p:nvPr/>
        </p:nvGrpSpPr>
        <p:grpSpPr>
          <a:xfrm>
            <a:off x="6599995" y="2706925"/>
            <a:ext cx="1110299" cy="621702"/>
            <a:chOff x="238125" y="1335475"/>
            <a:chExt cx="5418735" cy="3034175"/>
          </a:xfrm>
        </p:grpSpPr>
        <p:sp>
          <p:nvSpPr>
            <p:cNvPr id="12107" name="Google Shape;12107;p8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83"/>
          <p:cNvGrpSpPr/>
          <p:nvPr/>
        </p:nvGrpSpPr>
        <p:grpSpPr>
          <a:xfrm>
            <a:off x="5417655" y="2703822"/>
            <a:ext cx="1074451" cy="627181"/>
            <a:chOff x="5359127" y="2910889"/>
            <a:chExt cx="1097723" cy="640831"/>
          </a:xfrm>
        </p:grpSpPr>
        <p:grpSp>
          <p:nvGrpSpPr>
            <p:cNvPr id="12111" name="Google Shape;12111;p83"/>
            <p:cNvGrpSpPr/>
            <p:nvPr/>
          </p:nvGrpSpPr>
          <p:grpSpPr>
            <a:xfrm>
              <a:off x="5929791" y="3263088"/>
              <a:ext cx="527060" cy="287097"/>
              <a:chOff x="5929791" y="3263088"/>
              <a:chExt cx="527060" cy="287097"/>
            </a:xfrm>
          </p:grpSpPr>
          <p:sp>
            <p:nvSpPr>
              <p:cNvPr id="12112" name="Google Shape;12112;p8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13" name="Google Shape;12113;p8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14" name="Google Shape;12114;p83"/>
            <p:cNvGrpSpPr/>
            <p:nvPr/>
          </p:nvGrpSpPr>
          <p:grpSpPr>
            <a:xfrm>
              <a:off x="5359127" y="3263089"/>
              <a:ext cx="526428" cy="288631"/>
              <a:chOff x="5359127" y="3263089"/>
              <a:chExt cx="526428" cy="288631"/>
            </a:xfrm>
          </p:grpSpPr>
          <p:sp>
            <p:nvSpPr>
              <p:cNvPr id="12115" name="Google Shape;12115;p8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16" name="Google Shape;12116;p8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17" name="Google Shape;12117;p83"/>
            <p:cNvGrpSpPr/>
            <p:nvPr/>
          </p:nvGrpSpPr>
          <p:grpSpPr>
            <a:xfrm>
              <a:off x="5551525" y="2910889"/>
              <a:ext cx="520901" cy="610283"/>
              <a:chOff x="5551525" y="2910889"/>
              <a:chExt cx="520901" cy="610283"/>
            </a:xfrm>
          </p:grpSpPr>
          <p:sp>
            <p:nvSpPr>
              <p:cNvPr id="12118" name="Google Shape;12118;p8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19" name="Google Shape;12119;p8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20" name="Google Shape;12120;p83"/>
            <p:cNvGrpSpPr/>
            <p:nvPr/>
          </p:nvGrpSpPr>
          <p:grpSpPr>
            <a:xfrm>
              <a:off x="5743962" y="2919100"/>
              <a:ext cx="623674" cy="284502"/>
              <a:chOff x="5743962" y="2919100"/>
              <a:chExt cx="623674" cy="284502"/>
            </a:xfrm>
          </p:grpSpPr>
          <p:sp>
            <p:nvSpPr>
              <p:cNvPr id="12121" name="Google Shape;12121;p8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22" name="Google Shape;12122;p8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123" name="Google Shape;12123;p83"/>
          <p:cNvGrpSpPr/>
          <p:nvPr/>
        </p:nvGrpSpPr>
        <p:grpSpPr>
          <a:xfrm>
            <a:off x="7568868" y="1854534"/>
            <a:ext cx="874976" cy="719600"/>
            <a:chOff x="7608988" y="2093194"/>
            <a:chExt cx="817276" cy="672147"/>
          </a:xfrm>
        </p:grpSpPr>
        <p:cxnSp>
          <p:nvCxnSpPr>
            <p:cNvPr id="12124" name="Google Shape;12124;p8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25" name="Google Shape;12125;p8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26" name="Google Shape;12126;p8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27" name="Google Shape;12127;p8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28" name="Google Shape;12128;p8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129" name="Google Shape;12129;p8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130" name="Google Shape;12130;p83"/>
            <p:cNvGrpSpPr/>
            <p:nvPr/>
          </p:nvGrpSpPr>
          <p:grpSpPr>
            <a:xfrm>
              <a:off x="7721175" y="2093194"/>
              <a:ext cx="599587" cy="623846"/>
              <a:chOff x="7721175" y="2093194"/>
              <a:chExt cx="599587" cy="623846"/>
            </a:xfrm>
          </p:grpSpPr>
          <p:grpSp>
            <p:nvGrpSpPr>
              <p:cNvPr id="12131" name="Google Shape;12131;p83"/>
              <p:cNvGrpSpPr/>
              <p:nvPr/>
            </p:nvGrpSpPr>
            <p:grpSpPr>
              <a:xfrm>
                <a:off x="7721175" y="2093194"/>
                <a:ext cx="291605" cy="623846"/>
                <a:chOff x="9405575" y="2061418"/>
                <a:chExt cx="291605" cy="623846"/>
              </a:xfrm>
            </p:grpSpPr>
            <p:sp>
              <p:nvSpPr>
                <p:cNvPr id="12132" name="Google Shape;12132;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83"/>
              <p:cNvGrpSpPr/>
              <p:nvPr/>
            </p:nvGrpSpPr>
            <p:grpSpPr>
              <a:xfrm flipH="1">
                <a:off x="8029157" y="2093194"/>
                <a:ext cx="291605" cy="623846"/>
                <a:chOff x="9405575" y="2061418"/>
                <a:chExt cx="291605" cy="623846"/>
              </a:xfrm>
            </p:grpSpPr>
            <p:sp>
              <p:nvSpPr>
                <p:cNvPr id="12140" name="Google Shape;12140;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147" name="Google Shape;12147;p83"/>
          <p:cNvGrpSpPr/>
          <p:nvPr/>
        </p:nvGrpSpPr>
        <p:grpSpPr>
          <a:xfrm>
            <a:off x="4013304" y="970936"/>
            <a:ext cx="712557" cy="785901"/>
            <a:chOff x="4206459" y="1191441"/>
            <a:chExt cx="712557" cy="785901"/>
          </a:xfrm>
        </p:grpSpPr>
        <p:sp>
          <p:nvSpPr>
            <p:cNvPr id="12148" name="Google Shape;12148;p8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2" name="Google Shape;12152;p83"/>
            <p:cNvGrpSpPr/>
            <p:nvPr/>
          </p:nvGrpSpPr>
          <p:grpSpPr>
            <a:xfrm>
              <a:off x="4644280" y="1290523"/>
              <a:ext cx="143716" cy="29463"/>
              <a:chOff x="4644280" y="1290523"/>
              <a:chExt cx="143716" cy="29463"/>
            </a:xfrm>
          </p:grpSpPr>
          <p:sp>
            <p:nvSpPr>
              <p:cNvPr id="12153" name="Google Shape;12153;p8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83"/>
            <p:cNvGrpSpPr/>
            <p:nvPr/>
          </p:nvGrpSpPr>
          <p:grpSpPr>
            <a:xfrm>
              <a:off x="4356567" y="1191441"/>
              <a:ext cx="143690" cy="29488"/>
              <a:chOff x="4356567" y="1191441"/>
              <a:chExt cx="143690" cy="29488"/>
            </a:xfrm>
          </p:grpSpPr>
          <p:sp>
            <p:nvSpPr>
              <p:cNvPr id="12158" name="Google Shape;12158;p8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83"/>
            <p:cNvGrpSpPr/>
            <p:nvPr/>
          </p:nvGrpSpPr>
          <p:grpSpPr>
            <a:xfrm>
              <a:off x="4339009" y="1863727"/>
              <a:ext cx="143703" cy="29476"/>
              <a:chOff x="4339009" y="1863727"/>
              <a:chExt cx="143703" cy="29476"/>
            </a:xfrm>
          </p:grpSpPr>
          <p:sp>
            <p:nvSpPr>
              <p:cNvPr id="12163" name="Google Shape;12163;p8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83"/>
            <p:cNvGrpSpPr/>
            <p:nvPr/>
          </p:nvGrpSpPr>
          <p:grpSpPr>
            <a:xfrm>
              <a:off x="4206459" y="1607315"/>
              <a:ext cx="29539" cy="142899"/>
              <a:chOff x="4206459" y="1607315"/>
              <a:chExt cx="29539" cy="142899"/>
            </a:xfrm>
          </p:grpSpPr>
          <p:sp>
            <p:nvSpPr>
              <p:cNvPr id="12168" name="Google Shape;12168;p8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2" name="Google Shape;12172;p8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6" name="Google Shape;12176;p83"/>
            <p:cNvGrpSpPr/>
            <p:nvPr/>
          </p:nvGrpSpPr>
          <p:grpSpPr>
            <a:xfrm>
              <a:off x="4889463" y="1423737"/>
              <a:ext cx="29552" cy="142899"/>
              <a:chOff x="4889463" y="1423737"/>
              <a:chExt cx="29552" cy="142899"/>
            </a:xfrm>
          </p:grpSpPr>
          <p:sp>
            <p:nvSpPr>
              <p:cNvPr id="12177" name="Google Shape;12177;p8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83"/>
            <p:cNvGrpSpPr/>
            <p:nvPr/>
          </p:nvGrpSpPr>
          <p:grpSpPr>
            <a:xfrm>
              <a:off x="4771663" y="1876896"/>
              <a:ext cx="108651" cy="100447"/>
              <a:chOff x="4771663" y="1876896"/>
              <a:chExt cx="108651" cy="100447"/>
            </a:xfrm>
          </p:grpSpPr>
          <p:sp>
            <p:nvSpPr>
              <p:cNvPr id="12182" name="Google Shape;12182;p8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86" name="Google Shape;12186;p83"/>
          <p:cNvGrpSpPr/>
          <p:nvPr/>
        </p:nvGrpSpPr>
        <p:grpSpPr>
          <a:xfrm>
            <a:off x="4008780" y="1854159"/>
            <a:ext cx="791287" cy="720350"/>
            <a:chOff x="267375" y="1071875"/>
            <a:chExt cx="470500" cy="428550"/>
          </a:xfrm>
        </p:grpSpPr>
        <p:sp>
          <p:nvSpPr>
            <p:cNvPr id="12187" name="Google Shape;12187;p8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5" name="Google Shape;12195;p83"/>
          <p:cNvGrpSpPr/>
          <p:nvPr/>
        </p:nvGrpSpPr>
        <p:grpSpPr>
          <a:xfrm>
            <a:off x="709275" y="3498789"/>
            <a:ext cx="1408444" cy="673166"/>
            <a:chOff x="712664" y="3693287"/>
            <a:chExt cx="1460738" cy="698160"/>
          </a:xfrm>
        </p:grpSpPr>
        <p:grpSp>
          <p:nvGrpSpPr>
            <p:cNvPr id="12196" name="Google Shape;12196;p83"/>
            <p:cNvGrpSpPr/>
            <p:nvPr/>
          </p:nvGrpSpPr>
          <p:grpSpPr>
            <a:xfrm>
              <a:off x="1380079" y="4133090"/>
              <a:ext cx="234048" cy="258099"/>
              <a:chOff x="1380079" y="4133090"/>
              <a:chExt cx="234048" cy="258099"/>
            </a:xfrm>
          </p:grpSpPr>
          <p:sp>
            <p:nvSpPr>
              <p:cNvPr id="12197" name="Google Shape;12197;p8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0" name="Google Shape;12200;p83"/>
            <p:cNvGrpSpPr/>
            <p:nvPr/>
          </p:nvGrpSpPr>
          <p:grpSpPr>
            <a:xfrm>
              <a:off x="884610" y="3864082"/>
              <a:ext cx="1118566" cy="527275"/>
              <a:chOff x="890961" y="3865463"/>
              <a:chExt cx="1115221" cy="525698"/>
            </a:xfrm>
          </p:grpSpPr>
          <p:sp>
            <p:nvSpPr>
              <p:cNvPr id="12201" name="Google Shape;12201;p8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83"/>
            <p:cNvGrpSpPr/>
            <p:nvPr/>
          </p:nvGrpSpPr>
          <p:grpSpPr>
            <a:xfrm>
              <a:off x="712664" y="3693287"/>
              <a:ext cx="1460738" cy="698160"/>
              <a:chOff x="712664" y="3693025"/>
              <a:chExt cx="1460738" cy="698160"/>
            </a:xfrm>
          </p:grpSpPr>
          <p:sp>
            <p:nvSpPr>
              <p:cNvPr id="12205" name="Google Shape;12205;p8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11" name="Google Shape;12211;p83"/>
          <p:cNvGrpSpPr/>
          <p:nvPr/>
        </p:nvGrpSpPr>
        <p:grpSpPr>
          <a:xfrm>
            <a:off x="3146990" y="970936"/>
            <a:ext cx="795485" cy="738831"/>
            <a:chOff x="3348603" y="1236445"/>
            <a:chExt cx="749256" cy="695894"/>
          </a:xfrm>
        </p:grpSpPr>
        <p:grpSp>
          <p:nvGrpSpPr>
            <p:cNvPr id="12212" name="Google Shape;12212;p83"/>
            <p:cNvGrpSpPr/>
            <p:nvPr/>
          </p:nvGrpSpPr>
          <p:grpSpPr>
            <a:xfrm>
              <a:off x="3583779" y="1236445"/>
              <a:ext cx="293795" cy="285811"/>
              <a:chOff x="3750225" y="1774000"/>
              <a:chExt cx="149575" cy="145525"/>
            </a:xfrm>
          </p:grpSpPr>
          <p:sp>
            <p:nvSpPr>
              <p:cNvPr id="12213" name="Google Shape;12213;p8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83"/>
            <p:cNvGrpSpPr/>
            <p:nvPr/>
          </p:nvGrpSpPr>
          <p:grpSpPr>
            <a:xfrm>
              <a:off x="3775534" y="1462599"/>
              <a:ext cx="322325" cy="285958"/>
              <a:chOff x="3847850" y="1889150"/>
              <a:chExt cx="164100" cy="145600"/>
            </a:xfrm>
          </p:grpSpPr>
          <p:sp>
            <p:nvSpPr>
              <p:cNvPr id="12216" name="Google Shape;12216;p8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83"/>
            <p:cNvGrpSpPr/>
            <p:nvPr/>
          </p:nvGrpSpPr>
          <p:grpSpPr>
            <a:xfrm>
              <a:off x="3545329" y="1646528"/>
              <a:ext cx="293746" cy="285811"/>
              <a:chOff x="3730650" y="1982800"/>
              <a:chExt cx="149550" cy="145525"/>
            </a:xfrm>
          </p:grpSpPr>
          <p:sp>
            <p:nvSpPr>
              <p:cNvPr id="12219" name="Google Shape;12219;p8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83"/>
            <p:cNvGrpSpPr/>
            <p:nvPr/>
          </p:nvGrpSpPr>
          <p:grpSpPr>
            <a:xfrm>
              <a:off x="3348603" y="1415046"/>
              <a:ext cx="294384" cy="284387"/>
              <a:chOff x="3630494" y="1864938"/>
              <a:chExt cx="149875" cy="144800"/>
            </a:xfrm>
          </p:grpSpPr>
          <p:sp>
            <p:nvSpPr>
              <p:cNvPr id="12222" name="Google Shape;12222;p8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24" name="Google Shape;12224;p83"/>
          <p:cNvGrpSpPr/>
          <p:nvPr/>
        </p:nvGrpSpPr>
        <p:grpSpPr>
          <a:xfrm>
            <a:off x="2268517" y="3493832"/>
            <a:ext cx="1324924" cy="678083"/>
            <a:chOff x="2413923" y="3711366"/>
            <a:chExt cx="1374117" cy="703260"/>
          </a:xfrm>
        </p:grpSpPr>
        <p:grpSp>
          <p:nvGrpSpPr>
            <p:cNvPr id="12225" name="Google Shape;12225;p83"/>
            <p:cNvGrpSpPr/>
            <p:nvPr/>
          </p:nvGrpSpPr>
          <p:grpSpPr>
            <a:xfrm>
              <a:off x="2413923" y="3711366"/>
              <a:ext cx="1374117" cy="703260"/>
              <a:chOff x="2413923" y="3711366"/>
              <a:chExt cx="1374117" cy="703260"/>
            </a:xfrm>
          </p:grpSpPr>
          <p:sp>
            <p:nvSpPr>
              <p:cNvPr id="12226" name="Google Shape;12226;p8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7" name="Google Shape;12227;p83"/>
              <p:cNvGrpSpPr/>
              <p:nvPr/>
            </p:nvGrpSpPr>
            <p:grpSpPr>
              <a:xfrm>
                <a:off x="2600284" y="3808654"/>
                <a:ext cx="234506" cy="138009"/>
                <a:chOff x="2600284" y="3808654"/>
                <a:chExt cx="234506" cy="138009"/>
              </a:xfrm>
            </p:grpSpPr>
            <p:sp>
              <p:nvSpPr>
                <p:cNvPr id="12228" name="Google Shape;12228;p8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29" name="Google Shape;12229;p8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30" name="Google Shape;12230;p83"/>
              <p:cNvGrpSpPr/>
              <p:nvPr/>
            </p:nvGrpSpPr>
            <p:grpSpPr>
              <a:xfrm>
                <a:off x="3359659" y="3805664"/>
                <a:ext cx="232294" cy="141000"/>
                <a:chOff x="3359659" y="3805664"/>
                <a:chExt cx="232294" cy="141000"/>
              </a:xfrm>
            </p:grpSpPr>
            <p:sp>
              <p:nvSpPr>
                <p:cNvPr id="12231" name="Google Shape;12231;p8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32" name="Google Shape;12232;p8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33" name="Google Shape;12233;p83"/>
              <p:cNvGrpSpPr/>
              <p:nvPr/>
            </p:nvGrpSpPr>
            <p:grpSpPr>
              <a:xfrm>
                <a:off x="3067316" y="3711366"/>
                <a:ext cx="66900" cy="166809"/>
                <a:chOff x="3067316" y="3711366"/>
                <a:chExt cx="66900" cy="166809"/>
              </a:xfrm>
            </p:grpSpPr>
            <p:sp>
              <p:nvSpPr>
                <p:cNvPr id="12234" name="Google Shape;12234;p8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35" name="Google Shape;12235;p8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36" name="Google Shape;12236;p83"/>
              <p:cNvGrpSpPr/>
              <p:nvPr/>
            </p:nvGrpSpPr>
            <p:grpSpPr>
              <a:xfrm>
                <a:off x="2413923" y="4058666"/>
                <a:ext cx="224119" cy="66900"/>
                <a:chOff x="2413923" y="4058666"/>
                <a:chExt cx="224119" cy="66900"/>
              </a:xfrm>
            </p:grpSpPr>
            <p:sp>
              <p:nvSpPr>
                <p:cNvPr id="12237" name="Google Shape;12237;p8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38" name="Google Shape;12238;p8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39" name="Google Shape;12239;p83"/>
              <p:cNvGrpSpPr/>
              <p:nvPr/>
            </p:nvGrpSpPr>
            <p:grpSpPr>
              <a:xfrm>
                <a:off x="3564643" y="4058666"/>
                <a:ext cx="223397" cy="66900"/>
                <a:chOff x="3564643" y="4058666"/>
                <a:chExt cx="223397" cy="66900"/>
              </a:xfrm>
            </p:grpSpPr>
            <p:sp>
              <p:nvSpPr>
                <p:cNvPr id="12240" name="Google Shape;12240;p8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41" name="Google Shape;12241;p8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2242" name="Google Shape;12242;p83"/>
            <p:cNvGrpSpPr/>
            <p:nvPr/>
          </p:nvGrpSpPr>
          <p:grpSpPr>
            <a:xfrm>
              <a:off x="2633353" y="3965763"/>
              <a:ext cx="933975" cy="445687"/>
              <a:chOff x="2633353" y="3965763"/>
              <a:chExt cx="933975" cy="445687"/>
            </a:xfrm>
          </p:grpSpPr>
          <p:sp>
            <p:nvSpPr>
              <p:cNvPr id="12243" name="Google Shape;12243;p8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45" name="Google Shape;12245;p83"/>
          <p:cNvGrpSpPr/>
          <p:nvPr/>
        </p:nvGrpSpPr>
        <p:grpSpPr>
          <a:xfrm>
            <a:off x="6392789" y="1044380"/>
            <a:ext cx="1131087" cy="587383"/>
            <a:chOff x="238125" y="999450"/>
            <a:chExt cx="7140700" cy="3708225"/>
          </a:xfrm>
        </p:grpSpPr>
        <p:sp>
          <p:nvSpPr>
            <p:cNvPr id="12246" name="Google Shape;12246;p8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83"/>
          <p:cNvGrpSpPr/>
          <p:nvPr/>
        </p:nvGrpSpPr>
        <p:grpSpPr>
          <a:xfrm>
            <a:off x="3744240" y="3493874"/>
            <a:ext cx="1375854" cy="678131"/>
            <a:chOff x="3913765" y="3641905"/>
            <a:chExt cx="1522805" cy="750560"/>
          </a:xfrm>
        </p:grpSpPr>
        <p:grpSp>
          <p:nvGrpSpPr>
            <p:cNvPr id="12256" name="Google Shape;12256;p83"/>
            <p:cNvGrpSpPr/>
            <p:nvPr/>
          </p:nvGrpSpPr>
          <p:grpSpPr>
            <a:xfrm>
              <a:off x="3913765" y="3997002"/>
              <a:ext cx="1522805" cy="395463"/>
              <a:chOff x="3913765" y="3997002"/>
              <a:chExt cx="1522805" cy="395463"/>
            </a:xfrm>
          </p:grpSpPr>
          <p:grpSp>
            <p:nvGrpSpPr>
              <p:cNvPr id="12257" name="Google Shape;12257;p83"/>
              <p:cNvGrpSpPr/>
              <p:nvPr/>
            </p:nvGrpSpPr>
            <p:grpSpPr>
              <a:xfrm>
                <a:off x="3913765" y="4138659"/>
                <a:ext cx="507602" cy="253806"/>
                <a:chOff x="3913765" y="4138659"/>
                <a:chExt cx="507602" cy="253806"/>
              </a:xfrm>
            </p:grpSpPr>
            <p:sp>
              <p:nvSpPr>
                <p:cNvPr id="12258" name="Google Shape;12258;p8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2260" name="Google Shape;12260;p83"/>
              <p:cNvGrpSpPr/>
              <p:nvPr/>
            </p:nvGrpSpPr>
            <p:grpSpPr>
              <a:xfrm>
                <a:off x="4421361" y="3997002"/>
                <a:ext cx="507618" cy="395463"/>
                <a:chOff x="4421361" y="3997002"/>
                <a:chExt cx="507618" cy="395463"/>
              </a:xfrm>
            </p:grpSpPr>
            <p:sp>
              <p:nvSpPr>
                <p:cNvPr id="12261" name="Google Shape;12261;p8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83"/>
              <p:cNvGrpSpPr/>
              <p:nvPr/>
            </p:nvGrpSpPr>
            <p:grpSpPr>
              <a:xfrm>
                <a:off x="4928973" y="4189418"/>
                <a:ext cx="507596" cy="203047"/>
                <a:chOff x="4928973" y="4189418"/>
                <a:chExt cx="507596" cy="203047"/>
              </a:xfrm>
            </p:grpSpPr>
            <p:sp>
              <p:nvSpPr>
                <p:cNvPr id="12264" name="Google Shape;12264;p8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66" name="Google Shape;12266;p83"/>
            <p:cNvGrpSpPr/>
            <p:nvPr/>
          </p:nvGrpSpPr>
          <p:grpSpPr>
            <a:xfrm>
              <a:off x="4482186" y="3641905"/>
              <a:ext cx="397605" cy="349784"/>
              <a:chOff x="2906375" y="1159725"/>
              <a:chExt cx="1860575" cy="1636800"/>
            </a:xfrm>
          </p:grpSpPr>
          <p:sp>
            <p:nvSpPr>
              <p:cNvPr id="12267" name="Google Shape;12267;p8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71" name="Google Shape;12271;p83"/>
          <p:cNvGrpSpPr/>
          <p:nvPr/>
        </p:nvGrpSpPr>
        <p:grpSpPr>
          <a:xfrm>
            <a:off x="6528949" y="1853801"/>
            <a:ext cx="940737" cy="721067"/>
            <a:chOff x="6599718" y="2068734"/>
            <a:chExt cx="940737" cy="721067"/>
          </a:xfrm>
        </p:grpSpPr>
        <p:sp>
          <p:nvSpPr>
            <p:cNvPr id="12272" name="Google Shape;12272;p8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8" name="Google Shape;12278;p83"/>
            <p:cNvGrpSpPr/>
            <p:nvPr/>
          </p:nvGrpSpPr>
          <p:grpSpPr>
            <a:xfrm>
              <a:off x="6836957" y="2068734"/>
              <a:ext cx="461892" cy="721067"/>
              <a:chOff x="6836957" y="2068734"/>
              <a:chExt cx="461892" cy="721067"/>
            </a:xfrm>
          </p:grpSpPr>
          <p:sp>
            <p:nvSpPr>
              <p:cNvPr id="12279" name="Google Shape;12279;p8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5" name="Google Shape;12285;p83"/>
              <p:cNvGrpSpPr/>
              <p:nvPr/>
            </p:nvGrpSpPr>
            <p:grpSpPr>
              <a:xfrm>
                <a:off x="6836957" y="2068734"/>
                <a:ext cx="461892" cy="721067"/>
                <a:chOff x="6836957" y="2068734"/>
                <a:chExt cx="461892" cy="721067"/>
              </a:xfrm>
            </p:grpSpPr>
            <p:sp>
              <p:nvSpPr>
                <p:cNvPr id="12286" name="Google Shape;12286;p8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93" name="Google Shape;12293;p83"/>
          <p:cNvGrpSpPr/>
          <p:nvPr/>
        </p:nvGrpSpPr>
        <p:grpSpPr>
          <a:xfrm>
            <a:off x="2412267" y="1858147"/>
            <a:ext cx="712577" cy="712374"/>
            <a:chOff x="2559249" y="2069323"/>
            <a:chExt cx="685566" cy="685634"/>
          </a:xfrm>
        </p:grpSpPr>
        <p:sp>
          <p:nvSpPr>
            <p:cNvPr id="12294" name="Google Shape;12294;p8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83"/>
          <p:cNvGrpSpPr/>
          <p:nvPr/>
        </p:nvGrpSpPr>
        <p:grpSpPr>
          <a:xfrm>
            <a:off x="7594705" y="970936"/>
            <a:ext cx="845645" cy="711911"/>
            <a:chOff x="951975" y="315800"/>
            <a:chExt cx="5860325" cy="4933550"/>
          </a:xfrm>
        </p:grpSpPr>
        <p:sp>
          <p:nvSpPr>
            <p:cNvPr id="12308" name="Google Shape;12308;p8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83"/>
          <p:cNvGrpSpPr/>
          <p:nvPr/>
        </p:nvGrpSpPr>
        <p:grpSpPr>
          <a:xfrm>
            <a:off x="3691834" y="2707045"/>
            <a:ext cx="1617932" cy="621724"/>
            <a:chOff x="3862800" y="3038525"/>
            <a:chExt cx="1329006" cy="510698"/>
          </a:xfrm>
        </p:grpSpPr>
        <p:sp>
          <p:nvSpPr>
            <p:cNvPr id="12317" name="Google Shape;12317;p8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9" name="Google Shape;12319;p83"/>
            <p:cNvGrpSpPr/>
            <p:nvPr/>
          </p:nvGrpSpPr>
          <p:grpSpPr>
            <a:xfrm>
              <a:off x="3967075" y="3040337"/>
              <a:ext cx="1019927" cy="402126"/>
              <a:chOff x="3967075" y="3040337"/>
              <a:chExt cx="1019927" cy="402126"/>
            </a:xfrm>
          </p:grpSpPr>
          <p:sp>
            <p:nvSpPr>
              <p:cNvPr id="12320" name="Google Shape;12320;p8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83"/>
            <p:cNvGrpSpPr/>
            <p:nvPr/>
          </p:nvGrpSpPr>
          <p:grpSpPr>
            <a:xfrm>
              <a:off x="4186700" y="3040337"/>
              <a:ext cx="390475" cy="183289"/>
              <a:chOff x="4186700" y="3040337"/>
              <a:chExt cx="390475" cy="183289"/>
            </a:xfrm>
          </p:grpSpPr>
          <p:sp>
            <p:nvSpPr>
              <p:cNvPr id="12323" name="Google Shape;12323;p8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83"/>
            <p:cNvGrpSpPr/>
            <p:nvPr/>
          </p:nvGrpSpPr>
          <p:grpSpPr>
            <a:xfrm>
              <a:off x="4073727" y="3040337"/>
              <a:ext cx="697794" cy="296263"/>
              <a:chOff x="4073727" y="3040337"/>
              <a:chExt cx="697794" cy="296263"/>
            </a:xfrm>
          </p:grpSpPr>
          <p:sp>
            <p:nvSpPr>
              <p:cNvPr id="12326" name="Google Shape;12326;p8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83"/>
            <p:cNvGrpSpPr/>
            <p:nvPr/>
          </p:nvGrpSpPr>
          <p:grpSpPr>
            <a:xfrm>
              <a:off x="3862800" y="3038525"/>
              <a:ext cx="1329006" cy="510698"/>
              <a:chOff x="3862800" y="3038525"/>
              <a:chExt cx="1329006" cy="510698"/>
            </a:xfrm>
          </p:grpSpPr>
          <p:sp>
            <p:nvSpPr>
              <p:cNvPr id="12329" name="Google Shape;12329;p8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31" name="Google Shape;12331;p83"/>
          <p:cNvGrpSpPr/>
          <p:nvPr/>
        </p:nvGrpSpPr>
        <p:grpSpPr>
          <a:xfrm>
            <a:off x="700156" y="970936"/>
            <a:ext cx="883205" cy="775176"/>
            <a:chOff x="649648" y="271400"/>
            <a:chExt cx="6215377" cy="5455143"/>
          </a:xfrm>
        </p:grpSpPr>
        <p:sp>
          <p:nvSpPr>
            <p:cNvPr id="12332" name="Google Shape;12332;p8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83"/>
          <p:cNvGrpSpPr/>
          <p:nvPr/>
        </p:nvGrpSpPr>
        <p:grpSpPr>
          <a:xfrm>
            <a:off x="2308457" y="970936"/>
            <a:ext cx="767704" cy="815489"/>
            <a:chOff x="2499700" y="1135950"/>
            <a:chExt cx="732402" cy="777990"/>
          </a:xfrm>
        </p:grpSpPr>
        <p:grpSp>
          <p:nvGrpSpPr>
            <p:cNvPr id="12345" name="Google Shape;12345;p83"/>
            <p:cNvGrpSpPr/>
            <p:nvPr/>
          </p:nvGrpSpPr>
          <p:grpSpPr>
            <a:xfrm>
              <a:off x="2499700" y="1135950"/>
              <a:ext cx="732402" cy="694705"/>
              <a:chOff x="2499700" y="1135950"/>
              <a:chExt cx="732402" cy="694705"/>
            </a:xfrm>
          </p:grpSpPr>
          <p:sp>
            <p:nvSpPr>
              <p:cNvPr id="12346" name="Google Shape;12346;p8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83"/>
            <p:cNvGrpSpPr/>
            <p:nvPr/>
          </p:nvGrpSpPr>
          <p:grpSpPr>
            <a:xfrm>
              <a:off x="2517909" y="1188726"/>
              <a:ext cx="702702" cy="725214"/>
              <a:chOff x="2517909" y="1188726"/>
              <a:chExt cx="702702" cy="725214"/>
            </a:xfrm>
          </p:grpSpPr>
          <p:sp>
            <p:nvSpPr>
              <p:cNvPr id="12374" name="Google Shape;12374;p8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79" name="Google Shape;12379;p83"/>
          <p:cNvGrpSpPr/>
          <p:nvPr/>
        </p:nvGrpSpPr>
        <p:grpSpPr>
          <a:xfrm>
            <a:off x="1654189" y="970936"/>
            <a:ext cx="583439" cy="870229"/>
            <a:chOff x="1716825" y="1121550"/>
            <a:chExt cx="622800" cy="928938"/>
          </a:xfrm>
        </p:grpSpPr>
        <p:grpSp>
          <p:nvGrpSpPr>
            <p:cNvPr id="12380" name="Google Shape;12380;p83"/>
            <p:cNvGrpSpPr/>
            <p:nvPr/>
          </p:nvGrpSpPr>
          <p:grpSpPr>
            <a:xfrm>
              <a:off x="1716825" y="1121550"/>
              <a:ext cx="622800" cy="928938"/>
              <a:chOff x="1716825" y="1121550"/>
              <a:chExt cx="622800" cy="928938"/>
            </a:xfrm>
          </p:grpSpPr>
          <p:cxnSp>
            <p:nvCxnSpPr>
              <p:cNvPr id="12381" name="Google Shape;12381;p8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2382" name="Google Shape;12382;p8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83"/>
            <p:cNvGrpSpPr/>
            <p:nvPr/>
          </p:nvGrpSpPr>
          <p:grpSpPr>
            <a:xfrm>
              <a:off x="1768050" y="1172775"/>
              <a:ext cx="520200" cy="832000"/>
              <a:chOff x="1768050" y="1172775"/>
              <a:chExt cx="520200" cy="832000"/>
            </a:xfrm>
          </p:grpSpPr>
          <p:cxnSp>
            <p:nvCxnSpPr>
              <p:cNvPr id="12384" name="Google Shape;12384;p8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2385" name="Google Shape;12385;p8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83"/>
            <p:cNvGrpSpPr/>
            <p:nvPr/>
          </p:nvGrpSpPr>
          <p:grpSpPr>
            <a:xfrm>
              <a:off x="1820100" y="1225475"/>
              <a:ext cx="416400" cy="729575"/>
              <a:chOff x="1820100" y="1225475"/>
              <a:chExt cx="416400" cy="729575"/>
            </a:xfrm>
          </p:grpSpPr>
          <p:cxnSp>
            <p:nvCxnSpPr>
              <p:cNvPr id="12387" name="Google Shape;12387;p8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2388" name="Google Shape;12388;p8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83"/>
            <p:cNvGrpSpPr/>
            <p:nvPr/>
          </p:nvGrpSpPr>
          <p:grpSpPr>
            <a:xfrm>
              <a:off x="1874250" y="1278825"/>
              <a:ext cx="308100" cy="605275"/>
              <a:chOff x="1874250" y="1278825"/>
              <a:chExt cx="308100" cy="605275"/>
            </a:xfrm>
          </p:grpSpPr>
          <p:cxnSp>
            <p:nvCxnSpPr>
              <p:cNvPr id="12390" name="Google Shape;12390;p8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2391" name="Google Shape;12391;p8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2" name="Google Shape;12392;p8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3" name="Google Shape;12393;p83"/>
          <p:cNvGrpSpPr/>
          <p:nvPr/>
        </p:nvGrpSpPr>
        <p:grpSpPr>
          <a:xfrm>
            <a:off x="1574012" y="1857258"/>
            <a:ext cx="739072" cy="714152"/>
            <a:chOff x="4334725" y="1355875"/>
            <a:chExt cx="3106650" cy="3001900"/>
          </a:xfrm>
        </p:grpSpPr>
        <p:grpSp>
          <p:nvGrpSpPr>
            <p:cNvPr id="12394" name="Google Shape;12394;p83"/>
            <p:cNvGrpSpPr/>
            <p:nvPr/>
          </p:nvGrpSpPr>
          <p:grpSpPr>
            <a:xfrm>
              <a:off x="4516050" y="1724875"/>
              <a:ext cx="2693725" cy="2632900"/>
              <a:chOff x="4516050" y="1724875"/>
              <a:chExt cx="2693725" cy="2632900"/>
            </a:xfrm>
          </p:grpSpPr>
          <p:sp>
            <p:nvSpPr>
              <p:cNvPr id="12395" name="Google Shape;12395;p8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83"/>
            <p:cNvGrpSpPr/>
            <p:nvPr/>
          </p:nvGrpSpPr>
          <p:grpSpPr>
            <a:xfrm>
              <a:off x="4334725" y="1355875"/>
              <a:ext cx="3106650" cy="2709650"/>
              <a:chOff x="4334725" y="1355875"/>
              <a:chExt cx="3106650" cy="2709650"/>
            </a:xfrm>
          </p:grpSpPr>
          <p:sp>
            <p:nvSpPr>
              <p:cNvPr id="12399" name="Google Shape;12399;p8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02" name="Google Shape;12402;p83"/>
          <p:cNvGrpSpPr/>
          <p:nvPr/>
        </p:nvGrpSpPr>
        <p:grpSpPr>
          <a:xfrm>
            <a:off x="7690961" y="3488029"/>
            <a:ext cx="312074" cy="684173"/>
            <a:chOff x="7645573" y="3754300"/>
            <a:chExt cx="293855" cy="644170"/>
          </a:xfrm>
        </p:grpSpPr>
        <p:sp>
          <p:nvSpPr>
            <p:cNvPr id="12403" name="Google Shape;12403;p8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83"/>
          <p:cNvGrpSpPr/>
          <p:nvPr/>
        </p:nvGrpSpPr>
        <p:grpSpPr>
          <a:xfrm>
            <a:off x="5612949" y="970936"/>
            <a:ext cx="709011" cy="739359"/>
            <a:chOff x="5830645" y="1256617"/>
            <a:chExt cx="530340" cy="553040"/>
          </a:xfrm>
        </p:grpSpPr>
        <p:grpSp>
          <p:nvGrpSpPr>
            <p:cNvPr id="12406" name="Google Shape;12406;p83"/>
            <p:cNvGrpSpPr/>
            <p:nvPr/>
          </p:nvGrpSpPr>
          <p:grpSpPr>
            <a:xfrm>
              <a:off x="5830645" y="1256617"/>
              <a:ext cx="259743" cy="269909"/>
              <a:chOff x="5830645" y="1256617"/>
              <a:chExt cx="259743" cy="269909"/>
            </a:xfrm>
          </p:grpSpPr>
          <p:sp>
            <p:nvSpPr>
              <p:cNvPr id="12407" name="Google Shape;12407;p8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83"/>
            <p:cNvGrpSpPr/>
            <p:nvPr/>
          </p:nvGrpSpPr>
          <p:grpSpPr>
            <a:xfrm>
              <a:off x="6101293" y="1256617"/>
              <a:ext cx="259692" cy="269909"/>
              <a:chOff x="6101293" y="1256617"/>
              <a:chExt cx="259692" cy="269909"/>
            </a:xfrm>
          </p:grpSpPr>
          <p:sp>
            <p:nvSpPr>
              <p:cNvPr id="12410" name="Google Shape;12410;p8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83"/>
            <p:cNvGrpSpPr/>
            <p:nvPr/>
          </p:nvGrpSpPr>
          <p:grpSpPr>
            <a:xfrm>
              <a:off x="5830645" y="1539749"/>
              <a:ext cx="259692" cy="269909"/>
              <a:chOff x="5830645" y="1539749"/>
              <a:chExt cx="259692" cy="269909"/>
            </a:xfrm>
          </p:grpSpPr>
          <p:sp>
            <p:nvSpPr>
              <p:cNvPr id="12413" name="Google Shape;12413;p8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83"/>
            <p:cNvGrpSpPr/>
            <p:nvPr/>
          </p:nvGrpSpPr>
          <p:grpSpPr>
            <a:xfrm>
              <a:off x="6101293" y="1539749"/>
              <a:ext cx="259692" cy="269909"/>
              <a:chOff x="6101293" y="1539749"/>
              <a:chExt cx="259692" cy="269909"/>
            </a:xfrm>
          </p:grpSpPr>
          <p:sp>
            <p:nvSpPr>
              <p:cNvPr id="12416" name="Google Shape;12416;p8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8" name="Google Shape;12418;p8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83"/>
          <p:cNvGrpSpPr/>
          <p:nvPr/>
        </p:nvGrpSpPr>
        <p:grpSpPr>
          <a:xfrm>
            <a:off x="714444" y="2707052"/>
            <a:ext cx="1452955" cy="621360"/>
            <a:chOff x="732422" y="2990152"/>
            <a:chExt cx="1337773" cy="572102"/>
          </a:xfrm>
        </p:grpSpPr>
        <p:sp>
          <p:nvSpPr>
            <p:cNvPr id="12420" name="Google Shape;12420;p8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29" name="Shape 12429"/>
        <p:cNvGrpSpPr/>
        <p:nvPr/>
      </p:nvGrpSpPr>
      <p:grpSpPr>
        <a:xfrm>
          <a:off x="0" y="0"/>
          <a:ext cx="0" cy="0"/>
          <a:chOff x="0" y="0"/>
          <a:chExt cx="0" cy="0"/>
        </a:xfrm>
      </p:grpSpPr>
      <p:grpSp>
        <p:nvGrpSpPr>
          <p:cNvPr id="12430" name="Google Shape;12430;p84"/>
          <p:cNvGrpSpPr/>
          <p:nvPr/>
        </p:nvGrpSpPr>
        <p:grpSpPr>
          <a:xfrm>
            <a:off x="708579" y="965872"/>
            <a:ext cx="1636117" cy="1526144"/>
            <a:chOff x="729238" y="1179665"/>
            <a:chExt cx="1636117" cy="1526144"/>
          </a:xfrm>
        </p:grpSpPr>
        <p:grpSp>
          <p:nvGrpSpPr>
            <p:cNvPr id="12431" name="Google Shape;12431;p84"/>
            <p:cNvGrpSpPr/>
            <p:nvPr/>
          </p:nvGrpSpPr>
          <p:grpSpPr>
            <a:xfrm>
              <a:off x="729238" y="1179665"/>
              <a:ext cx="80700" cy="1526144"/>
              <a:chOff x="729238" y="1179665"/>
              <a:chExt cx="80700" cy="1526144"/>
            </a:xfrm>
          </p:grpSpPr>
          <p:sp>
            <p:nvSpPr>
              <p:cNvPr id="12432" name="Google Shape;12432;p8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84"/>
            <p:cNvGrpSpPr/>
            <p:nvPr/>
          </p:nvGrpSpPr>
          <p:grpSpPr>
            <a:xfrm>
              <a:off x="903098" y="1179665"/>
              <a:ext cx="80700" cy="1526144"/>
              <a:chOff x="903098" y="1179665"/>
              <a:chExt cx="80700" cy="1526144"/>
            </a:xfrm>
          </p:grpSpPr>
          <p:sp>
            <p:nvSpPr>
              <p:cNvPr id="12443" name="Google Shape;12443;p8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84"/>
            <p:cNvGrpSpPr/>
            <p:nvPr/>
          </p:nvGrpSpPr>
          <p:grpSpPr>
            <a:xfrm>
              <a:off x="1076958" y="1179665"/>
              <a:ext cx="80700" cy="1526144"/>
              <a:chOff x="1076958" y="1179665"/>
              <a:chExt cx="80700" cy="1526144"/>
            </a:xfrm>
          </p:grpSpPr>
          <p:sp>
            <p:nvSpPr>
              <p:cNvPr id="12454" name="Google Shape;12454;p8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84"/>
            <p:cNvGrpSpPr/>
            <p:nvPr/>
          </p:nvGrpSpPr>
          <p:grpSpPr>
            <a:xfrm>
              <a:off x="1247707" y="1179665"/>
              <a:ext cx="80700" cy="1526144"/>
              <a:chOff x="1247707" y="1179665"/>
              <a:chExt cx="80700" cy="1526144"/>
            </a:xfrm>
          </p:grpSpPr>
          <p:sp>
            <p:nvSpPr>
              <p:cNvPr id="12465" name="Google Shape;12465;p8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84"/>
            <p:cNvGrpSpPr/>
            <p:nvPr/>
          </p:nvGrpSpPr>
          <p:grpSpPr>
            <a:xfrm>
              <a:off x="1421567" y="1179665"/>
              <a:ext cx="80700" cy="1526144"/>
              <a:chOff x="1421567" y="1179665"/>
              <a:chExt cx="80700" cy="1526144"/>
            </a:xfrm>
          </p:grpSpPr>
          <p:sp>
            <p:nvSpPr>
              <p:cNvPr id="12476" name="Google Shape;12476;p8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84"/>
            <p:cNvGrpSpPr/>
            <p:nvPr/>
          </p:nvGrpSpPr>
          <p:grpSpPr>
            <a:xfrm>
              <a:off x="1592327" y="1179665"/>
              <a:ext cx="80700" cy="1526144"/>
              <a:chOff x="1592327" y="1179665"/>
              <a:chExt cx="80700" cy="1526144"/>
            </a:xfrm>
          </p:grpSpPr>
          <p:sp>
            <p:nvSpPr>
              <p:cNvPr id="12487" name="Google Shape;12487;p8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84"/>
            <p:cNvGrpSpPr/>
            <p:nvPr/>
          </p:nvGrpSpPr>
          <p:grpSpPr>
            <a:xfrm>
              <a:off x="1766187" y="1179665"/>
              <a:ext cx="80700" cy="1526144"/>
              <a:chOff x="1766187" y="1179665"/>
              <a:chExt cx="80700" cy="1526144"/>
            </a:xfrm>
          </p:grpSpPr>
          <p:sp>
            <p:nvSpPr>
              <p:cNvPr id="12498" name="Google Shape;12498;p8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84"/>
            <p:cNvGrpSpPr/>
            <p:nvPr/>
          </p:nvGrpSpPr>
          <p:grpSpPr>
            <a:xfrm>
              <a:off x="1936935" y="1179665"/>
              <a:ext cx="80700" cy="1526144"/>
              <a:chOff x="1936935" y="1179665"/>
              <a:chExt cx="80700" cy="1526144"/>
            </a:xfrm>
          </p:grpSpPr>
          <p:sp>
            <p:nvSpPr>
              <p:cNvPr id="12509" name="Google Shape;12509;p8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84"/>
            <p:cNvGrpSpPr/>
            <p:nvPr/>
          </p:nvGrpSpPr>
          <p:grpSpPr>
            <a:xfrm>
              <a:off x="2110795" y="1179665"/>
              <a:ext cx="80700" cy="1526144"/>
              <a:chOff x="2110795" y="1179665"/>
              <a:chExt cx="80700" cy="1526144"/>
            </a:xfrm>
          </p:grpSpPr>
          <p:sp>
            <p:nvSpPr>
              <p:cNvPr id="12520" name="Google Shape;12520;p8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84"/>
            <p:cNvGrpSpPr/>
            <p:nvPr/>
          </p:nvGrpSpPr>
          <p:grpSpPr>
            <a:xfrm>
              <a:off x="2284655" y="1179665"/>
              <a:ext cx="80700" cy="1526144"/>
              <a:chOff x="2284655" y="1179665"/>
              <a:chExt cx="80700" cy="1526144"/>
            </a:xfrm>
          </p:grpSpPr>
          <p:sp>
            <p:nvSpPr>
              <p:cNvPr id="12531" name="Google Shape;12531;p8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41" name="Google Shape;12541;p84"/>
          <p:cNvGrpSpPr/>
          <p:nvPr/>
        </p:nvGrpSpPr>
        <p:grpSpPr>
          <a:xfrm>
            <a:off x="2603245" y="985011"/>
            <a:ext cx="1364248" cy="1102133"/>
            <a:chOff x="2623904" y="1198803"/>
            <a:chExt cx="1364248" cy="1102133"/>
          </a:xfrm>
        </p:grpSpPr>
        <p:grpSp>
          <p:nvGrpSpPr>
            <p:cNvPr id="12542" name="Google Shape;12542;p84"/>
            <p:cNvGrpSpPr/>
            <p:nvPr/>
          </p:nvGrpSpPr>
          <p:grpSpPr>
            <a:xfrm>
              <a:off x="2623907" y="1198803"/>
              <a:ext cx="1364245" cy="273000"/>
              <a:chOff x="2623907" y="1198803"/>
              <a:chExt cx="1364245" cy="273000"/>
            </a:xfrm>
          </p:grpSpPr>
          <p:sp>
            <p:nvSpPr>
              <p:cNvPr id="12543" name="Google Shape;12543;p8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84"/>
            <p:cNvGrpSpPr/>
            <p:nvPr/>
          </p:nvGrpSpPr>
          <p:grpSpPr>
            <a:xfrm>
              <a:off x="2623904" y="1476964"/>
              <a:ext cx="1364245" cy="273000"/>
              <a:chOff x="2623904" y="1476964"/>
              <a:chExt cx="1364245" cy="273000"/>
            </a:xfrm>
          </p:grpSpPr>
          <p:sp>
            <p:nvSpPr>
              <p:cNvPr id="12549" name="Google Shape;12549;p8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84"/>
            <p:cNvGrpSpPr/>
            <p:nvPr/>
          </p:nvGrpSpPr>
          <p:grpSpPr>
            <a:xfrm>
              <a:off x="2623907" y="1749775"/>
              <a:ext cx="1364245" cy="273000"/>
              <a:chOff x="2623907" y="1749775"/>
              <a:chExt cx="1364245" cy="273000"/>
            </a:xfrm>
          </p:grpSpPr>
          <p:sp>
            <p:nvSpPr>
              <p:cNvPr id="12555" name="Google Shape;12555;p8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84"/>
            <p:cNvGrpSpPr/>
            <p:nvPr/>
          </p:nvGrpSpPr>
          <p:grpSpPr>
            <a:xfrm>
              <a:off x="2623904" y="2027936"/>
              <a:ext cx="1364245" cy="273000"/>
              <a:chOff x="2623904" y="2027936"/>
              <a:chExt cx="1364245" cy="273000"/>
            </a:xfrm>
          </p:grpSpPr>
          <p:sp>
            <p:nvSpPr>
              <p:cNvPr id="12561" name="Google Shape;12561;p8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66" name="Google Shape;12566;p84"/>
          <p:cNvGrpSpPr/>
          <p:nvPr/>
        </p:nvGrpSpPr>
        <p:grpSpPr>
          <a:xfrm>
            <a:off x="2592706" y="2444193"/>
            <a:ext cx="1387541" cy="159124"/>
            <a:chOff x="3200660" y="2180272"/>
            <a:chExt cx="2563824" cy="378237"/>
          </a:xfrm>
        </p:grpSpPr>
        <p:sp>
          <p:nvSpPr>
            <p:cNvPr id="12567" name="Google Shape;12567;p8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84"/>
          <p:cNvGrpSpPr/>
          <p:nvPr/>
        </p:nvGrpSpPr>
        <p:grpSpPr>
          <a:xfrm>
            <a:off x="2589231" y="2722018"/>
            <a:ext cx="1390502" cy="159625"/>
            <a:chOff x="3530150" y="2790075"/>
            <a:chExt cx="1962600" cy="225300"/>
          </a:xfrm>
        </p:grpSpPr>
        <p:sp>
          <p:nvSpPr>
            <p:cNvPr id="12586" name="Google Shape;12586;p8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84"/>
          <p:cNvGrpSpPr/>
          <p:nvPr/>
        </p:nvGrpSpPr>
        <p:grpSpPr>
          <a:xfrm>
            <a:off x="2589884" y="3000344"/>
            <a:ext cx="1411629" cy="153761"/>
            <a:chOff x="3558802" y="4011427"/>
            <a:chExt cx="1866000" cy="111300"/>
          </a:xfrm>
        </p:grpSpPr>
        <p:sp>
          <p:nvSpPr>
            <p:cNvPr id="12589" name="Google Shape;12589;p8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84"/>
          <p:cNvGrpSpPr/>
          <p:nvPr/>
        </p:nvGrpSpPr>
        <p:grpSpPr>
          <a:xfrm>
            <a:off x="2589576" y="2205744"/>
            <a:ext cx="1383503" cy="119749"/>
            <a:chOff x="3465975" y="2270276"/>
            <a:chExt cx="1986364" cy="171929"/>
          </a:xfrm>
        </p:grpSpPr>
        <p:sp>
          <p:nvSpPr>
            <p:cNvPr id="12592" name="Google Shape;12592;p8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84"/>
          <p:cNvGrpSpPr/>
          <p:nvPr/>
        </p:nvGrpSpPr>
        <p:grpSpPr>
          <a:xfrm>
            <a:off x="2600584" y="3569394"/>
            <a:ext cx="1369531" cy="195460"/>
            <a:chOff x="723300" y="4253549"/>
            <a:chExt cx="2276482" cy="324900"/>
          </a:xfrm>
        </p:grpSpPr>
        <p:sp>
          <p:nvSpPr>
            <p:cNvPr id="12601" name="Google Shape;12601;p8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84"/>
          <p:cNvGrpSpPr/>
          <p:nvPr/>
        </p:nvGrpSpPr>
        <p:grpSpPr>
          <a:xfrm>
            <a:off x="2590145" y="3270574"/>
            <a:ext cx="1389066" cy="180119"/>
            <a:chOff x="705948" y="3788465"/>
            <a:chExt cx="2308953" cy="299400"/>
          </a:xfrm>
        </p:grpSpPr>
        <p:sp>
          <p:nvSpPr>
            <p:cNvPr id="12607" name="Google Shape;12607;p8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84"/>
          <p:cNvGrpSpPr/>
          <p:nvPr/>
        </p:nvGrpSpPr>
        <p:grpSpPr>
          <a:xfrm>
            <a:off x="2638082" y="3883554"/>
            <a:ext cx="1304609" cy="294074"/>
            <a:chOff x="2658741" y="4097347"/>
            <a:chExt cx="1304609" cy="294074"/>
          </a:xfrm>
        </p:grpSpPr>
        <p:grpSp>
          <p:nvGrpSpPr>
            <p:cNvPr id="12613" name="Google Shape;12613;p84"/>
            <p:cNvGrpSpPr/>
            <p:nvPr/>
          </p:nvGrpSpPr>
          <p:grpSpPr>
            <a:xfrm>
              <a:off x="2658741" y="4097347"/>
              <a:ext cx="118572" cy="294074"/>
              <a:chOff x="3343310" y="4475555"/>
              <a:chExt cx="127717" cy="316753"/>
            </a:xfrm>
          </p:grpSpPr>
          <p:sp>
            <p:nvSpPr>
              <p:cNvPr id="12614" name="Google Shape;12614;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84"/>
            <p:cNvGrpSpPr/>
            <p:nvPr/>
          </p:nvGrpSpPr>
          <p:grpSpPr>
            <a:xfrm>
              <a:off x="3815519" y="4098388"/>
              <a:ext cx="147831" cy="291991"/>
              <a:chOff x="3527539" y="4476677"/>
              <a:chExt cx="159232" cy="314510"/>
            </a:xfrm>
          </p:grpSpPr>
          <p:sp>
            <p:nvSpPr>
              <p:cNvPr id="12617" name="Google Shape;12617;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84"/>
            <p:cNvGrpSpPr/>
            <p:nvPr/>
          </p:nvGrpSpPr>
          <p:grpSpPr>
            <a:xfrm>
              <a:off x="3511696" y="4098388"/>
              <a:ext cx="147831" cy="291991"/>
              <a:chOff x="3527539" y="4476677"/>
              <a:chExt cx="159232" cy="314510"/>
            </a:xfrm>
          </p:grpSpPr>
          <p:sp>
            <p:nvSpPr>
              <p:cNvPr id="12620" name="Google Shape;12620;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84"/>
            <p:cNvGrpSpPr/>
            <p:nvPr/>
          </p:nvGrpSpPr>
          <p:grpSpPr>
            <a:xfrm>
              <a:off x="3207874" y="4098388"/>
              <a:ext cx="147831" cy="291991"/>
              <a:chOff x="3527539" y="4476677"/>
              <a:chExt cx="159232" cy="314510"/>
            </a:xfrm>
          </p:grpSpPr>
          <p:sp>
            <p:nvSpPr>
              <p:cNvPr id="12623" name="Google Shape;12623;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84"/>
            <p:cNvGrpSpPr/>
            <p:nvPr/>
          </p:nvGrpSpPr>
          <p:grpSpPr>
            <a:xfrm>
              <a:off x="2933305" y="4097347"/>
              <a:ext cx="118572" cy="294074"/>
              <a:chOff x="3343310" y="4475555"/>
              <a:chExt cx="127717" cy="316753"/>
            </a:xfrm>
          </p:grpSpPr>
          <p:sp>
            <p:nvSpPr>
              <p:cNvPr id="12626" name="Google Shape;12626;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8" name="Google Shape;12628;p84"/>
          <p:cNvGrpSpPr/>
          <p:nvPr/>
        </p:nvGrpSpPr>
        <p:grpSpPr>
          <a:xfrm>
            <a:off x="4256912" y="1866676"/>
            <a:ext cx="1433821" cy="191501"/>
            <a:chOff x="4273350" y="2080469"/>
            <a:chExt cx="1433821" cy="191501"/>
          </a:xfrm>
        </p:grpSpPr>
        <p:grpSp>
          <p:nvGrpSpPr>
            <p:cNvPr id="12629" name="Google Shape;12629;p84"/>
            <p:cNvGrpSpPr/>
            <p:nvPr/>
          </p:nvGrpSpPr>
          <p:grpSpPr>
            <a:xfrm>
              <a:off x="4273350" y="2080469"/>
              <a:ext cx="1433821" cy="0"/>
              <a:chOff x="5224975" y="2962250"/>
              <a:chExt cx="1544400" cy="0"/>
            </a:xfrm>
          </p:grpSpPr>
          <p:cxnSp>
            <p:nvCxnSpPr>
              <p:cNvPr id="12630" name="Google Shape;12630;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631" name="Google Shape;12631;p8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2632" name="Google Shape;12632;p84"/>
            <p:cNvGrpSpPr/>
            <p:nvPr/>
          </p:nvGrpSpPr>
          <p:grpSpPr>
            <a:xfrm>
              <a:off x="4273350" y="2271969"/>
              <a:ext cx="1433821" cy="0"/>
              <a:chOff x="5224975" y="2962250"/>
              <a:chExt cx="1544400" cy="0"/>
            </a:xfrm>
          </p:grpSpPr>
          <p:cxnSp>
            <p:nvCxnSpPr>
              <p:cNvPr id="12633" name="Google Shape;12633;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634" name="Google Shape;12634;p8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2635" name="Google Shape;12635;p84"/>
          <p:cNvGrpSpPr/>
          <p:nvPr/>
        </p:nvGrpSpPr>
        <p:grpSpPr>
          <a:xfrm>
            <a:off x="4258467" y="969244"/>
            <a:ext cx="1430711" cy="743389"/>
            <a:chOff x="5159450" y="1919950"/>
            <a:chExt cx="1541050" cy="862500"/>
          </a:xfrm>
        </p:grpSpPr>
        <p:sp>
          <p:nvSpPr>
            <p:cNvPr id="12636" name="Google Shape;12636;p8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637" name="Google Shape;12637;p84"/>
            <p:cNvGrpSpPr/>
            <p:nvPr/>
          </p:nvGrpSpPr>
          <p:grpSpPr>
            <a:xfrm>
              <a:off x="5159450" y="1919950"/>
              <a:ext cx="1541050" cy="862500"/>
              <a:chOff x="5159450" y="1919950"/>
              <a:chExt cx="1541050" cy="862500"/>
            </a:xfrm>
          </p:grpSpPr>
          <p:cxnSp>
            <p:nvCxnSpPr>
              <p:cNvPr id="12638" name="Google Shape;12638;p8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639" name="Google Shape;12639;p8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640" name="Google Shape;12640;p84"/>
          <p:cNvGrpSpPr/>
          <p:nvPr/>
        </p:nvGrpSpPr>
        <p:grpSpPr>
          <a:xfrm>
            <a:off x="4248581" y="2192571"/>
            <a:ext cx="1450484" cy="1052087"/>
            <a:chOff x="5230575" y="1554475"/>
            <a:chExt cx="2137150" cy="1550150"/>
          </a:xfrm>
        </p:grpSpPr>
        <p:sp>
          <p:nvSpPr>
            <p:cNvPr id="12641" name="Google Shape;12641;p8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84"/>
          <p:cNvGrpSpPr/>
          <p:nvPr/>
        </p:nvGrpSpPr>
        <p:grpSpPr>
          <a:xfrm rot="10800000">
            <a:off x="4265131" y="3284761"/>
            <a:ext cx="1417383" cy="887946"/>
            <a:chOff x="5645403" y="2920021"/>
            <a:chExt cx="2650800" cy="2180614"/>
          </a:xfrm>
        </p:grpSpPr>
        <p:sp>
          <p:nvSpPr>
            <p:cNvPr id="12655" name="Google Shape;12655;p8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56" name="Google Shape;12656;p84"/>
            <p:cNvCxnSpPr>
              <a:stCxn id="1265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2657" name="Google Shape;12657;p8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58" name="Google Shape;12658;p84"/>
            <p:cNvCxnSpPr>
              <a:endCxn id="12657"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2659" name="Google Shape;12659;p8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60" name="Google Shape;12660;p84"/>
            <p:cNvCxnSpPr>
              <a:stCxn id="12659"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2661" name="Google Shape;12661;p8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62" name="Google Shape;12662;p84"/>
            <p:cNvCxnSpPr>
              <a:endCxn id="1266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2663" name="Google Shape;12663;p84"/>
          <p:cNvGrpSpPr/>
          <p:nvPr/>
        </p:nvGrpSpPr>
        <p:grpSpPr>
          <a:xfrm>
            <a:off x="7365491" y="2188116"/>
            <a:ext cx="1071743" cy="1021579"/>
            <a:chOff x="7189833" y="2022667"/>
            <a:chExt cx="1251159" cy="1192597"/>
          </a:xfrm>
        </p:grpSpPr>
        <p:sp>
          <p:nvSpPr>
            <p:cNvPr id="12664" name="Google Shape;12664;p8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84"/>
          <p:cNvGrpSpPr/>
          <p:nvPr/>
        </p:nvGrpSpPr>
        <p:grpSpPr>
          <a:xfrm>
            <a:off x="706762" y="2614523"/>
            <a:ext cx="1695374" cy="1560837"/>
            <a:chOff x="727421" y="2828315"/>
            <a:chExt cx="1695374" cy="1560837"/>
          </a:xfrm>
        </p:grpSpPr>
        <p:grpSp>
          <p:nvGrpSpPr>
            <p:cNvPr id="12669" name="Google Shape;12669;p84"/>
            <p:cNvGrpSpPr/>
            <p:nvPr/>
          </p:nvGrpSpPr>
          <p:grpSpPr>
            <a:xfrm>
              <a:off x="819108" y="2882501"/>
              <a:ext cx="103104" cy="1426186"/>
              <a:chOff x="4674013" y="3100904"/>
              <a:chExt cx="122758" cy="1698043"/>
            </a:xfrm>
          </p:grpSpPr>
          <p:sp>
            <p:nvSpPr>
              <p:cNvPr id="12670" name="Google Shape;12670;p8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84"/>
            <p:cNvGrpSpPr/>
            <p:nvPr/>
          </p:nvGrpSpPr>
          <p:grpSpPr>
            <a:xfrm>
              <a:off x="1062475" y="2882501"/>
              <a:ext cx="103104" cy="1426186"/>
              <a:chOff x="4940438" y="3100904"/>
              <a:chExt cx="122758" cy="1698043"/>
            </a:xfrm>
          </p:grpSpPr>
          <p:sp>
            <p:nvSpPr>
              <p:cNvPr id="12678" name="Google Shape;12678;p8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84"/>
            <p:cNvGrpSpPr/>
            <p:nvPr/>
          </p:nvGrpSpPr>
          <p:grpSpPr>
            <a:xfrm>
              <a:off x="1299324" y="2882501"/>
              <a:ext cx="103104" cy="1426186"/>
              <a:chOff x="5206863" y="3100904"/>
              <a:chExt cx="122758" cy="1698043"/>
            </a:xfrm>
          </p:grpSpPr>
          <p:sp>
            <p:nvSpPr>
              <p:cNvPr id="12686" name="Google Shape;12686;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84"/>
            <p:cNvGrpSpPr/>
            <p:nvPr/>
          </p:nvGrpSpPr>
          <p:grpSpPr>
            <a:xfrm>
              <a:off x="1786057" y="2882501"/>
              <a:ext cx="103104" cy="1426186"/>
              <a:chOff x="6006138" y="3143629"/>
              <a:chExt cx="122758" cy="1698043"/>
            </a:xfrm>
          </p:grpSpPr>
          <p:sp>
            <p:nvSpPr>
              <p:cNvPr id="12694" name="Google Shape;12694;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84"/>
            <p:cNvGrpSpPr/>
            <p:nvPr/>
          </p:nvGrpSpPr>
          <p:grpSpPr>
            <a:xfrm>
              <a:off x="2029422" y="2882501"/>
              <a:ext cx="103104" cy="1426186"/>
              <a:chOff x="6805413" y="3100904"/>
              <a:chExt cx="122758" cy="1698043"/>
            </a:xfrm>
          </p:grpSpPr>
          <p:sp>
            <p:nvSpPr>
              <p:cNvPr id="12702" name="Google Shape;12702;p8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84"/>
            <p:cNvGrpSpPr/>
            <p:nvPr/>
          </p:nvGrpSpPr>
          <p:grpSpPr>
            <a:xfrm>
              <a:off x="727421" y="2828315"/>
              <a:ext cx="1695374" cy="1560837"/>
              <a:chOff x="734799" y="2782450"/>
              <a:chExt cx="1571100" cy="1577400"/>
            </a:xfrm>
          </p:grpSpPr>
          <p:cxnSp>
            <p:nvCxnSpPr>
              <p:cNvPr id="12710" name="Google Shape;12710;p8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711" name="Google Shape;12711;p8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712" name="Google Shape;12712;p84"/>
            <p:cNvGrpSpPr/>
            <p:nvPr/>
          </p:nvGrpSpPr>
          <p:grpSpPr>
            <a:xfrm>
              <a:off x="2272795" y="2882501"/>
              <a:ext cx="103104" cy="1426186"/>
              <a:chOff x="5206863" y="3100904"/>
              <a:chExt cx="122758" cy="1698043"/>
            </a:xfrm>
          </p:grpSpPr>
          <p:sp>
            <p:nvSpPr>
              <p:cNvPr id="12713" name="Google Shape;12713;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84"/>
            <p:cNvGrpSpPr/>
            <p:nvPr/>
          </p:nvGrpSpPr>
          <p:grpSpPr>
            <a:xfrm>
              <a:off x="1542694" y="2882501"/>
              <a:ext cx="103104" cy="1426186"/>
              <a:chOff x="6006138" y="3143629"/>
              <a:chExt cx="122758" cy="1698043"/>
            </a:xfrm>
          </p:grpSpPr>
          <p:sp>
            <p:nvSpPr>
              <p:cNvPr id="12721" name="Google Shape;12721;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28" name="Google Shape;12728;p84"/>
          <p:cNvGrpSpPr/>
          <p:nvPr/>
        </p:nvGrpSpPr>
        <p:grpSpPr>
          <a:xfrm>
            <a:off x="5915341" y="2192094"/>
            <a:ext cx="1248543" cy="1025319"/>
            <a:chOff x="5183758" y="1210600"/>
            <a:chExt cx="3605380" cy="2960783"/>
          </a:xfrm>
        </p:grpSpPr>
        <p:sp>
          <p:nvSpPr>
            <p:cNvPr id="12729" name="Google Shape;12729;p8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33" name="Google Shape;12733;p8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2734" name="Google Shape;12734;p8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2735" name="Google Shape;12735;p8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2736" name="Google Shape;12736;p8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2737" name="Google Shape;12737;p8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8" name="Google Shape;12738;p84"/>
          <p:cNvGrpSpPr/>
          <p:nvPr/>
        </p:nvGrpSpPr>
        <p:grpSpPr>
          <a:xfrm>
            <a:off x="5772403" y="3330411"/>
            <a:ext cx="2664831" cy="843440"/>
            <a:chOff x="5916567" y="1099697"/>
            <a:chExt cx="2556683" cy="809211"/>
          </a:xfrm>
        </p:grpSpPr>
        <p:sp>
          <p:nvSpPr>
            <p:cNvPr id="12739" name="Google Shape;12739;p8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7" name="Google Shape;12747;p84"/>
          <p:cNvGrpSpPr/>
          <p:nvPr/>
        </p:nvGrpSpPr>
        <p:grpSpPr>
          <a:xfrm>
            <a:off x="5879943" y="979270"/>
            <a:ext cx="1299851" cy="1023338"/>
            <a:chOff x="5900602" y="1193063"/>
            <a:chExt cx="1299851" cy="1023338"/>
          </a:xfrm>
        </p:grpSpPr>
        <p:grpSp>
          <p:nvGrpSpPr>
            <p:cNvPr id="12748" name="Google Shape;12748;p84"/>
            <p:cNvGrpSpPr/>
            <p:nvPr/>
          </p:nvGrpSpPr>
          <p:grpSpPr>
            <a:xfrm>
              <a:off x="6743564" y="1193063"/>
              <a:ext cx="456889" cy="700379"/>
              <a:chOff x="6743564" y="1193063"/>
              <a:chExt cx="456889" cy="700379"/>
            </a:xfrm>
          </p:grpSpPr>
          <p:grpSp>
            <p:nvGrpSpPr>
              <p:cNvPr id="12749" name="Google Shape;12749;p84"/>
              <p:cNvGrpSpPr/>
              <p:nvPr/>
            </p:nvGrpSpPr>
            <p:grpSpPr>
              <a:xfrm>
                <a:off x="6743564" y="1690731"/>
                <a:ext cx="214402" cy="202710"/>
                <a:chOff x="6743564" y="1690731"/>
                <a:chExt cx="214402" cy="202710"/>
              </a:xfrm>
            </p:grpSpPr>
            <p:sp>
              <p:nvSpPr>
                <p:cNvPr id="12750" name="Google Shape;12750;p8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84"/>
              <p:cNvGrpSpPr/>
              <p:nvPr/>
            </p:nvGrpSpPr>
            <p:grpSpPr>
              <a:xfrm>
                <a:off x="6915505" y="1193063"/>
                <a:ext cx="284947" cy="589637"/>
                <a:chOff x="6915505" y="1193063"/>
                <a:chExt cx="284947" cy="589637"/>
              </a:xfrm>
            </p:grpSpPr>
            <p:sp>
              <p:nvSpPr>
                <p:cNvPr id="12753" name="Google Shape;12753;p8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54" name="Google Shape;12754;p8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2755" name="Google Shape;12755;p84"/>
            <p:cNvGrpSpPr/>
            <p:nvPr/>
          </p:nvGrpSpPr>
          <p:grpSpPr>
            <a:xfrm>
              <a:off x="6520337" y="1193063"/>
              <a:ext cx="341815" cy="801589"/>
              <a:chOff x="6520337" y="1193063"/>
              <a:chExt cx="341815" cy="801589"/>
            </a:xfrm>
          </p:grpSpPr>
          <p:grpSp>
            <p:nvGrpSpPr>
              <p:cNvPr id="12756" name="Google Shape;12756;p84"/>
              <p:cNvGrpSpPr/>
              <p:nvPr/>
            </p:nvGrpSpPr>
            <p:grpSpPr>
              <a:xfrm>
                <a:off x="6520337" y="1589527"/>
                <a:ext cx="213950" cy="405125"/>
                <a:chOff x="6520337" y="1589527"/>
                <a:chExt cx="213950" cy="405125"/>
              </a:xfrm>
            </p:grpSpPr>
            <p:sp>
              <p:nvSpPr>
                <p:cNvPr id="12757" name="Google Shape;12757;p8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84"/>
              <p:cNvGrpSpPr/>
              <p:nvPr/>
            </p:nvGrpSpPr>
            <p:grpSpPr>
              <a:xfrm>
                <a:off x="6577204" y="1193063"/>
                <a:ext cx="284947" cy="453562"/>
                <a:chOff x="6577204" y="1193063"/>
                <a:chExt cx="284947" cy="453562"/>
              </a:xfrm>
            </p:grpSpPr>
            <p:sp>
              <p:nvSpPr>
                <p:cNvPr id="12760" name="Google Shape;12760;p8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61" name="Google Shape;12761;p8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762" name="Google Shape;12762;p84"/>
            <p:cNvGrpSpPr/>
            <p:nvPr/>
          </p:nvGrpSpPr>
          <p:grpSpPr>
            <a:xfrm>
              <a:off x="6238903" y="1193063"/>
              <a:ext cx="300475" cy="901782"/>
              <a:chOff x="6238903" y="1193063"/>
              <a:chExt cx="300475" cy="901782"/>
            </a:xfrm>
          </p:grpSpPr>
          <p:grpSp>
            <p:nvGrpSpPr>
              <p:cNvPr id="12763" name="Google Shape;12763;p84"/>
              <p:cNvGrpSpPr/>
              <p:nvPr/>
            </p:nvGrpSpPr>
            <p:grpSpPr>
              <a:xfrm>
                <a:off x="6290865" y="1489315"/>
                <a:ext cx="248514" cy="605530"/>
                <a:chOff x="6290865" y="1489315"/>
                <a:chExt cx="248514" cy="605530"/>
              </a:xfrm>
            </p:grpSpPr>
            <p:sp>
              <p:nvSpPr>
                <p:cNvPr id="12764" name="Google Shape;12764;p8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84"/>
              <p:cNvGrpSpPr/>
              <p:nvPr/>
            </p:nvGrpSpPr>
            <p:grpSpPr>
              <a:xfrm>
                <a:off x="6238903" y="1193063"/>
                <a:ext cx="284947" cy="327512"/>
                <a:chOff x="6238903" y="1193063"/>
                <a:chExt cx="284947" cy="327512"/>
              </a:xfrm>
            </p:grpSpPr>
            <p:sp>
              <p:nvSpPr>
                <p:cNvPr id="12767" name="Google Shape;12767;p8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68" name="Google Shape;12768;p8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769" name="Google Shape;12769;p84"/>
            <p:cNvGrpSpPr/>
            <p:nvPr/>
          </p:nvGrpSpPr>
          <p:grpSpPr>
            <a:xfrm>
              <a:off x="5900602" y="1193063"/>
              <a:ext cx="444345" cy="1023338"/>
              <a:chOff x="5900602" y="1193063"/>
              <a:chExt cx="444345" cy="1023338"/>
            </a:xfrm>
          </p:grpSpPr>
          <p:grpSp>
            <p:nvGrpSpPr>
              <p:cNvPr id="12770" name="Google Shape;12770;p84"/>
              <p:cNvGrpSpPr/>
              <p:nvPr/>
            </p:nvGrpSpPr>
            <p:grpSpPr>
              <a:xfrm>
                <a:off x="6046501" y="1367785"/>
                <a:ext cx="298446" cy="848616"/>
                <a:chOff x="6046501" y="1367785"/>
                <a:chExt cx="298446" cy="848616"/>
              </a:xfrm>
            </p:grpSpPr>
            <p:sp>
              <p:nvSpPr>
                <p:cNvPr id="12771" name="Google Shape;12771;p8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3" name="Google Shape;12773;p84"/>
              <p:cNvGrpSpPr/>
              <p:nvPr/>
            </p:nvGrpSpPr>
            <p:grpSpPr>
              <a:xfrm>
                <a:off x="5900602" y="1193063"/>
                <a:ext cx="284947" cy="182312"/>
                <a:chOff x="5900602" y="1193063"/>
                <a:chExt cx="284947" cy="182312"/>
              </a:xfrm>
            </p:grpSpPr>
            <p:sp>
              <p:nvSpPr>
                <p:cNvPr id="12774" name="Google Shape;12774;p8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75" name="Google Shape;12775;p8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2776" name="Google Shape;12776;p84"/>
          <p:cNvGrpSpPr/>
          <p:nvPr/>
        </p:nvGrpSpPr>
        <p:grpSpPr>
          <a:xfrm>
            <a:off x="7217825" y="979415"/>
            <a:ext cx="1219413" cy="1051365"/>
            <a:chOff x="7287122" y="1165658"/>
            <a:chExt cx="1219413" cy="1051365"/>
          </a:xfrm>
        </p:grpSpPr>
        <p:grpSp>
          <p:nvGrpSpPr>
            <p:cNvPr id="12777" name="Google Shape;12777;p84"/>
            <p:cNvGrpSpPr/>
            <p:nvPr/>
          </p:nvGrpSpPr>
          <p:grpSpPr>
            <a:xfrm>
              <a:off x="7287122" y="1969723"/>
              <a:ext cx="1219413" cy="247300"/>
              <a:chOff x="7287122" y="1969723"/>
              <a:chExt cx="1219413" cy="247300"/>
            </a:xfrm>
          </p:grpSpPr>
          <p:sp>
            <p:nvSpPr>
              <p:cNvPr id="12778" name="Google Shape;12778;p8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9" name="Google Shape;12779;p84"/>
              <p:cNvGrpSpPr/>
              <p:nvPr/>
            </p:nvGrpSpPr>
            <p:grpSpPr>
              <a:xfrm>
                <a:off x="7287122" y="2063892"/>
                <a:ext cx="1151753" cy="73428"/>
                <a:chOff x="7287122" y="2063892"/>
                <a:chExt cx="1151753" cy="73428"/>
              </a:xfrm>
            </p:grpSpPr>
            <p:sp>
              <p:nvSpPr>
                <p:cNvPr id="12780" name="Google Shape;12780;p8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81" name="Google Shape;12781;p8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782" name="Google Shape;12782;p84"/>
            <p:cNvGrpSpPr/>
            <p:nvPr/>
          </p:nvGrpSpPr>
          <p:grpSpPr>
            <a:xfrm>
              <a:off x="7287122" y="1712201"/>
              <a:ext cx="1219403" cy="246767"/>
              <a:chOff x="7287122" y="1712201"/>
              <a:chExt cx="1219403" cy="246767"/>
            </a:xfrm>
          </p:grpSpPr>
          <p:sp>
            <p:nvSpPr>
              <p:cNvPr id="12783" name="Google Shape;12783;p8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4" name="Google Shape;12784;p84"/>
              <p:cNvGrpSpPr/>
              <p:nvPr/>
            </p:nvGrpSpPr>
            <p:grpSpPr>
              <a:xfrm>
                <a:off x="7287122" y="1842861"/>
                <a:ext cx="1005303" cy="73419"/>
                <a:chOff x="7287122" y="1842861"/>
                <a:chExt cx="1005303" cy="73419"/>
              </a:xfrm>
            </p:grpSpPr>
            <p:sp>
              <p:nvSpPr>
                <p:cNvPr id="12785" name="Google Shape;12785;p8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86" name="Google Shape;12786;p8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787" name="Google Shape;12787;p84"/>
            <p:cNvGrpSpPr/>
            <p:nvPr/>
          </p:nvGrpSpPr>
          <p:grpSpPr>
            <a:xfrm>
              <a:off x="7287122" y="1447520"/>
              <a:ext cx="1219403" cy="286667"/>
              <a:chOff x="7287122" y="1447520"/>
              <a:chExt cx="1219403" cy="286667"/>
            </a:xfrm>
          </p:grpSpPr>
          <p:sp>
            <p:nvSpPr>
              <p:cNvPr id="12788" name="Google Shape;12788;p8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9" name="Google Shape;12789;p84"/>
              <p:cNvGrpSpPr/>
              <p:nvPr/>
            </p:nvGrpSpPr>
            <p:grpSpPr>
              <a:xfrm>
                <a:off x="7287122" y="1581977"/>
                <a:ext cx="852803" cy="73428"/>
                <a:chOff x="7287122" y="1581977"/>
                <a:chExt cx="852803" cy="73428"/>
              </a:xfrm>
            </p:grpSpPr>
            <p:sp>
              <p:nvSpPr>
                <p:cNvPr id="12790" name="Google Shape;12790;p8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91" name="Google Shape;12791;p8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792" name="Google Shape;12792;p84"/>
            <p:cNvGrpSpPr/>
            <p:nvPr/>
          </p:nvGrpSpPr>
          <p:grpSpPr>
            <a:xfrm>
              <a:off x="7287122" y="1165658"/>
              <a:ext cx="1219403" cy="344253"/>
              <a:chOff x="7287122" y="1165658"/>
              <a:chExt cx="1219403" cy="344253"/>
            </a:xfrm>
          </p:grpSpPr>
          <p:sp>
            <p:nvSpPr>
              <p:cNvPr id="12793" name="Google Shape;12793;p8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4" name="Google Shape;12794;p84"/>
              <p:cNvGrpSpPr/>
              <p:nvPr/>
            </p:nvGrpSpPr>
            <p:grpSpPr>
              <a:xfrm>
                <a:off x="7287122" y="1341025"/>
                <a:ext cx="695703" cy="73419"/>
                <a:chOff x="7287122" y="1341025"/>
                <a:chExt cx="695703" cy="73419"/>
              </a:xfrm>
            </p:grpSpPr>
            <p:sp>
              <p:nvSpPr>
                <p:cNvPr id="12795" name="Google Shape;12795;p8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96" name="Google Shape;12796;p8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00" name="Shape 12800"/>
        <p:cNvGrpSpPr/>
        <p:nvPr/>
      </p:nvGrpSpPr>
      <p:grpSpPr>
        <a:xfrm>
          <a:off x="0" y="0"/>
          <a:ext cx="0" cy="0"/>
          <a:chOff x="0" y="0"/>
          <a:chExt cx="0" cy="0"/>
        </a:xfrm>
      </p:grpSpPr>
      <p:grpSp>
        <p:nvGrpSpPr>
          <p:cNvPr id="12801" name="Google Shape;12801;p85"/>
          <p:cNvGrpSpPr/>
          <p:nvPr/>
        </p:nvGrpSpPr>
        <p:grpSpPr>
          <a:xfrm>
            <a:off x="846551" y="2273217"/>
            <a:ext cx="415546" cy="355053"/>
            <a:chOff x="866243" y="2291587"/>
            <a:chExt cx="415546" cy="355053"/>
          </a:xfrm>
        </p:grpSpPr>
        <p:sp>
          <p:nvSpPr>
            <p:cNvPr id="12802" name="Google Shape;12802;p8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7" name="Google Shape;12807;p85"/>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8" name="Google Shape;12808;p85"/>
          <p:cNvGrpSpPr/>
          <p:nvPr/>
        </p:nvGrpSpPr>
        <p:grpSpPr>
          <a:xfrm>
            <a:off x="1938828" y="2284205"/>
            <a:ext cx="359213" cy="327807"/>
            <a:chOff x="1958520" y="2302574"/>
            <a:chExt cx="359213" cy="327807"/>
          </a:xfrm>
        </p:grpSpPr>
        <p:sp>
          <p:nvSpPr>
            <p:cNvPr id="12809" name="Google Shape;12809;p8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85"/>
          <p:cNvGrpSpPr/>
          <p:nvPr/>
        </p:nvGrpSpPr>
        <p:grpSpPr>
          <a:xfrm>
            <a:off x="2560190" y="2269057"/>
            <a:ext cx="207582" cy="359594"/>
            <a:chOff x="2656082" y="2287427"/>
            <a:chExt cx="207582" cy="359594"/>
          </a:xfrm>
        </p:grpSpPr>
        <p:sp>
          <p:nvSpPr>
            <p:cNvPr id="12813" name="Google Shape;12813;p8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85"/>
          <p:cNvGrpSpPr/>
          <p:nvPr/>
        </p:nvGrpSpPr>
        <p:grpSpPr>
          <a:xfrm>
            <a:off x="3029961" y="2303099"/>
            <a:ext cx="362991" cy="290018"/>
            <a:chOff x="3049653" y="2321468"/>
            <a:chExt cx="362991" cy="290018"/>
          </a:xfrm>
        </p:grpSpPr>
        <p:sp>
          <p:nvSpPr>
            <p:cNvPr id="12818" name="Google Shape;12818;p8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85"/>
          <p:cNvGrpSpPr/>
          <p:nvPr/>
        </p:nvGrpSpPr>
        <p:grpSpPr>
          <a:xfrm>
            <a:off x="3544551" y="2271534"/>
            <a:ext cx="422342" cy="355243"/>
            <a:chOff x="3564243" y="2289904"/>
            <a:chExt cx="422342" cy="355243"/>
          </a:xfrm>
        </p:grpSpPr>
        <p:sp>
          <p:nvSpPr>
            <p:cNvPr id="12823" name="Google Shape;12823;p8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8" name="Google Shape;12828;p85"/>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9" name="Google Shape;12829;p85"/>
          <p:cNvGrpSpPr/>
          <p:nvPr/>
        </p:nvGrpSpPr>
        <p:grpSpPr>
          <a:xfrm>
            <a:off x="4668202" y="2271344"/>
            <a:ext cx="359594" cy="353909"/>
            <a:chOff x="4687894" y="2289713"/>
            <a:chExt cx="359594" cy="353909"/>
          </a:xfrm>
        </p:grpSpPr>
        <p:sp>
          <p:nvSpPr>
            <p:cNvPr id="12830" name="Google Shape;12830;p8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3" name="Google Shape;12833;p85"/>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4" name="Google Shape;12834;p85"/>
          <p:cNvGrpSpPr/>
          <p:nvPr/>
        </p:nvGrpSpPr>
        <p:grpSpPr>
          <a:xfrm>
            <a:off x="6352932" y="2289857"/>
            <a:ext cx="263567" cy="317614"/>
            <a:chOff x="6421399" y="2308227"/>
            <a:chExt cx="263567" cy="317614"/>
          </a:xfrm>
        </p:grpSpPr>
        <p:sp>
          <p:nvSpPr>
            <p:cNvPr id="12835" name="Google Shape;12835;p8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85"/>
          <p:cNvGrpSpPr/>
          <p:nvPr/>
        </p:nvGrpSpPr>
        <p:grpSpPr>
          <a:xfrm>
            <a:off x="6850501" y="2277250"/>
            <a:ext cx="360356" cy="343462"/>
            <a:chOff x="6870193" y="2295620"/>
            <a:chExt cx="360356" cy="343462"/>
          </a:xfrm>
        </p:grpSpPr>
        <p:sp>
          <p:nvSpPr>
            <p:cNvPr id="12840" name="Google Shape;12840;p8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85"/>
          <p:cNvGrpSpPr/>
          <p:nvPr/>
        </p:nvGrpSpPr>
        <p:grpSpPr>
          <a:xfrm>
            <a:off x="7421773" y="2284490"/>
            <a:ext cx="342192" cy="327140"/>
            <a:chOff x="7441465" y="2302860"/>
            <a:chExt cx="342192" cy="327140"/>
          </a:xfrm>
        </p:grpSpPr>
        <p:sp>
          <p:nvSpPr>
            <p:cNvPr id="12843" name="Google Shape;12843;p8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85"/>
          <p:cNvGrpSpPr/>
          <p:nvPr/>
        </p:nvGrpSpPr>
        <p:grpSpPr>
          <a:xfrm>
            <a:off x="7969991" y="2331837"/>
            <a:ext cx="332761" cy="234066"/>
            <a:chOff x="7989683" y="2350207"/>
            <a:chExt cx="332761" cy="234066"/>
          </a:xfrm>
        </p:grpSpPr>
        <p:sp>
          <p:nvSpPr>
            <p:cNvPr id="12846" name="Google Shape;12846;p8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85"/>
          <p:cNvGrpSpPr/>
          <p:nvPr/>
        </p:nvGrpSpPr>
        <p:grpSpPr>
          <a:xfrm>
            <a:off x="5803602" y="2291381"/>
            <a:ext cx="315327" cy="314978"/>
            <a:chOff x="5823294" y="2309751"/>
            <a:chExt cx="315327" cy="314978"/>
          </a:xfrm>
        </p:grpSpPr>
        <p:sp>
          <p:nvSpPr>
            <p:cNvPr id="12853" name="Google Shape;12853;p8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85"/>
          <p:cNvGrpSpPr/>
          <p:nvPr/>
        </p:nvGrpSpPr>
        <p:grpSpPr>
          <a:xfrm>
            <a:off x="2477583" y="2725790"/>
            <a:ext cx="370930" cy="370549"/>
            <a:chOff x="2497275" y="2744159"/>
            <a:chExt cx="370930" cy="370549"/>
          </a:xfrm>
        </p:grpSpPr>
        <p:sp>
          <p:nvSpPr>
            <p:cNvPr id="12871" name="Google Shape;12871;p8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85"/>
          <p:cNvGrpSpPr/>
          <p:nvPr/>
        </p:nvGrpSpPr>
        <p:grpSpPr>
          <a:xfrm>
            <a:off x="841248" y="2728108"/>
            <a:ext cx="371883" cy="365691"/>
            <a:chOff x="860940" y="2746477"/>
            <a:chExt cx="371883" cy="365691"/>
          </a:xfrm>
        </p:grpSpPr>
        <p:sp>
          <p:nvSpPr>
            <p:cNvPr id="12878" name="Google Shape;12878;p8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85"/>
          <p:cNvGrpSpPr/>
          <p:nvPr/>
        </p:nvGrpSpPr>
        <p:grpSpPr>
          <a:xfrm>
            <a:off x="1431144" y="2747889"/>
            <a:ext cx="283985" cy="341080"/>
            <a:chOff x="1493849" y="2775533"/>
            <a:chExt cx="283985" cy="341080"/>
          </a:xfrm>
        </p:grpSpPr>
        <p:sp>
          <p:nvSpPr>
            <p:cNvPr id="12884" name="Google Shape;12884;p8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85"/>
          <p:cNvGrpSpPr/>
          <p:nvPr/>
        </p:nvGrpSpPr>
        <p:grpSpPr>
          <a:xfrm>
            <a:off x="1933144" y="2756052"/>
            <a:ext cx="372835" cy="342573"/>
            <a:chOff x="1952836" y="2774422"/>
            <a:chExt cx="372835" cy="342573"/>
          </a:xfrm>
        </p:grpSpPr>
        <p:sp>
          <p:nvSpPr>
            <p:cNvPr id="12887" name="Google Shape;12887;p8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0" name="Google Shape;12890;p85"/>
          <p:cNvGrpSpPr/>
          <p:nvPr/>
        </p:nvGrpSpPr>
        <p:grpSpPr>
          <a:xfrm>
            <a:off x="3060224" y="2726107"/>
            <a:ext cx="332729" cy="372518"/>
            <a:chOff x="3079916" y="2744477"/>
            <a:chExt cx="332729" cy="372518"/>
          </a:xfrm>
        </p:grpSpPr>
        <p:sp>
          <p:nvSpPr>
            <p:cNvPr id="12891" name="Google Shape;12891;p8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85"/>
          <p:cNvGrpSpPr/>
          <p:nvPr/>
        </p:nvGrpSpPr>
        <p:grpSpPr>
          <a:xfrm>
            <a:off x="3600884" y="2727155"/>
            <a:ext cx="336889" cy="355592"/>
            <a:chOff x="3620576" y="2745525"/>
            <a:chExt cx="336889" cy="355592"/>
          </a:xfrm>
        </p:grpSpPr>
        <p:sp>
          <p:nvSpPr>
            <p:cNvPr id="12895" name="Google Shape;12895;p8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85"/>
          <p:cNvGrpSpPr/>
          <p:nvPr/>
        </p:nvGrpSpPr>
        <p:grpSpPr>
          <a:xfrm>
            <a:off x="4107123" y="2742334"/>
            <a:ext cx="380393" cy="363118"/>
            <a:chOff x="4126815" y="2760704"/>
            <a:chExt cx="380393" cy="363118"/>
          </a:xfrm>
        </p:grpSpPr>
        <p:sp>
          <p:nvSpPr>
            <p:cNvPr id="12898" name="Google Shape;12898;p8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2" name="Google Shape;12902;p85"/>
          <p:cNvGrpSpPr/>
          <p:nvPr/>
        </p:nvGrpSpPr>
        <p:grpSpPr>
          <a:xfrm>
            <a:off x="4656294" y="2727314"/>
            <a:ext cx="381346" cy="368644"/>
            <a:chOff x="4675986" y="2745684"/>
            <a:chExt cx="381346" cy="368644"/>
          </a:xfrm>
        </p:grpSpPr>
        <p:sp>
          <p:nvSpPr>
            <p:cNvPr id="12903" name="Google Shape;12903;p8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85"/>
          <p:cNvGrpSpPr/>
          <p:nvPr/>
        </p:nvGrpSpPr>
        <p:grpSpPr>
          <a:xfrm>
            <a:off x="5200924" y="2772692"/>
            <a:ext cx="373185" cy="302466"/>
            <a:chOff x="5220616" y="2791061"/>
            <a:chExt cx="373185" cy="302466"/>
          </a:xfrm>
        </p:grpSpPr>
        <p:sp>
          <p:nvSpPr>
            <p:cNvPr id="12906" name="Google Shape;12906;p8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4" name="Google Shape;12924;p85"/>
          <p:cNvGrpSpPr/>
          <p:nvPr/>
        </p:nvGrpSpPr>
        <p:grpSpPr>
          <a:xfrm>
            <a:off x="5768969" y="2754147"/>
            <a:ext cx="284366" cy="344097"/>
            <a:chOff x="5864861" y="2772517"/>
            <a:chExt cx="284366" cy="344097"/>
          </a:xfrm>
        </p:grpSpPr>
        <p:sp>
          <p:nvSpPr>
            <p:cNvPr id="12925" name="Google Shape;12925;p8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1" name="Google Shape;12931;p85"/>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2" name="Google Shape;12932;p85"/>
          <p:cNvGrpSpPr/>
          <p:nvPr/>
        </p:nvGrpSpPr>
        <p:grpSpPr>
          <a:xfrm>
            <a:off x="6954467" y="2771168"/>
            <a:ext cx="255247" cy="327458"/>
            <a:chOff x="6974158" y="2789537"/>
            <a:chExt cx="255247" cy="327458"/>
          </a:xfrm>
        </p:grpSpPr>
        <p:sp>
          <p:nvSpPr>
            <p:cNvPr id="12933" name="Google Shape;12933;p8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85"/>
          <p:cNvGrpSpPr/>
          <p:nvPr/>
        </p:nvGrpSpPr>
        <p:grpSpPr>
          <a:xfrm>
            <a:off x="7511005" y="2771930"/>
            <a:ext cx="244291" cy="326314"/>
            <a:chOff x="7530697" y="2790299"/>
            <a:chExt cx="244291" cy="326314"/>
          </a:xfrm>
        </p:grpSpPr>
        <p:sp>
          <p:nvSpPr>
            <p:cNvPr id="12940" name="Google Shape;12940;p8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85"/>
          <p:cNvGrpSpPr/>
          <p:nvPr/>
        </p:nvGrpSpPr>
        <p:grpSpPr>
          <a:xfrm>
            <a:off x="7968499" y="2813878"/>
            <a:ext cx="332348" cy="283985"/>
            <a:chOff x="7988191" y="2832248"/>
            <a:chExt cx="332348" cy="283985"/>
          </a:xfrm>
        </p:grpSpPr>
        <p:sp>
          <p:nvSpPr>
            <p:cNvPr id="12947" name="Google Shape;12947;p8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0" name="Google Shape;12950;p85"/>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1" name="Google Shape;12951;p85"/>
          <p:cNvGrpSpPr/>
          <p:nvPr/>
        </p:nvGrpSpPr>
        <p:grpSpPr>
          <a:xfrm>
            <a:off x="3568748" y="3239998"/>
            <a:ext cx="364484" cy="262423"/>
            <a:chOff x="3588440" y="3258368"/>
            <a:chExt cx="364484" cy="262423"/>
          </a:xfrm>
        </p:grpSpPr>
        <p:sp>
          <p:nvSpPr>
            <p:cNvPr id="12952" name="Google Shape;12952;p8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8" name="Google Shape;12958;p85"/>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9" name="Google Shape;12959;p85"/>
          <p:cNvGrpSpPr/>
          <p:nvPr/>
        </p:nvGrpSpPr>
        <p:grpSpPr>
          <a:xfrm>
            <a:off x="5746125" y="3209355"/>
            <a:ext cx="364865" cy="324822"/>
            <a:chOff x="5765817" y="3227724"/>
            <a:chExt cx="364865" cy="324822"/>
          </a:xfrm>
        </p:grpSpPr>
        <p:sp>
          <p:nvSpPr>
            <p:cNvPr id="12960" name="Google Shape;12960;p8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85"/>
          <p:cNvGrpSpPr/>
          <p:nvPr/>
        </p:nvGrpSpPr>
        <p:grpSpPr>
          <a:xfrm>
            <a:off x="6208891" y="3219294"/>
            <a:ext cx="446539" cy="303895"/>
            <a:chOff x="6228583" y="3237664"/>
            <a:chExt cx="446539" cy="303895"/>
          </a:xfrm>
        </p:grpSpPr>
        <p:sp>
          <p:nvSpPr>
            <p:cNvPr id="12964" name="Google Shape;12964;p85"/>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5"/>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5"/>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5"/>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5"/>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5"/>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5"/>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5"/>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5"/>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5"/>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5"/>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5"/>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5"/>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5"/>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5"/>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5"/>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5"/>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1" name="Google Shape;12981;p85"/>
          <p:cNvGrpSpPr/>
          <p:nvPr/>
        </p:nvGrpSpPr>
        <p:grpSpPr>
          <a:xfrm>
            <a:off x="846170" y="3188936"/>
            <a:ext cx="364484" cy="364897"/>
            <a:chOff x="865862" y="3207306"/>
            <a:chExt cx="364484" cy="364897"/>
          </a:xfrm>
        </p:grpSpPr>
        <p:sp>
          <p:nvSpPr>
            <p:cNvPr id="12982" name="Google Shape;12982;p8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6" name="Google Shape;12996;p85"/>
          <p:cNvGrpSpPr/>
          <p:nvPr/>
        </p:nvGrpSpPr>
        <p:grpSpPr>
          <a:xfrm>
            <a:off x="1384925" y="3208593"/>
            <a:ext cx="370168" cy="325965"/>
            <a:chOff x="1404617" y="3226962"/>
            <a:chExt cx="370168" cy="325965"/>
          </a:xfrm>
        </p:grpSpPr>
        <p:sp>
          <p:nvSpPr>
            <p:cNvPr id="12997" name="Google Shape;12997;p8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6" name="Google Shape;13006;p85"/>
          <p:cNvGrpSpPr/>
          <p:nvPr/>
        </p:nvGrpSpPr>
        <p:grpSpPr>
          <a:xfrm>
            <a:off x="1933711" y="3197724"/>
            <a:ext cx="366389" cy="354481"/>
            <a:chOff x="1954741" y="3212419"/>
            <a:chExt cx="366389" cy="354481"/>
          </a:xfrm>
        </p:grpSpPr>
        <p:sp>
          <p:nvSpPr>
            <p:cNvPr id="13007" name="Google Shape;13007;p8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85"/>
          <p:cNvGrpSpPr/>
          <p:nvPr/>
        </p:nvGrpSpPr>
        <p:grpSpPr>
          <a:xfrm>
            <a:off x="3023547" y="3197256"/>
            <a:ext cx="366008" cy="348670"/>
            <a:chOff x="3043239" y="3215626"/>
            <a:chExt cx="366008" cy="348670"/>
          </a:xfrm>
        </p:grpSpPr>
        <p:sp>
          <p:nvSpPr>
            <p:cNvPr id="13015" name="Google Shape;13015;p8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85"/>
          <p:cNvGrpSpPr/>
          <p:nvPr/>
        </p:nvGrpSpPr>
        <p:grpSpPr>
          <a:xfrm>
            <a:off x="4198641" y="3166613"/>
            <a:ext cx="209107" cy="383442"/>
            <a:chOff x="4218333" y="3184982"/>
            <a:chExt cx="209107" cy="383442"/>
          </a:xfrm>
        </p:grpSpPr>
        <p:sp>
          <p:nvSpPr>
            <p:cNvPr id="13018" name="Google Shape;13018;p8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0" name="Google Shape;13020;p85"/>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1" name="Google Shape;13021;p85"/>
          <p:cNvGrpSpPr/>
          <p:nvPr/>
        </p:nvGrpSpPr>
        <p:grpSpPr>
          <a:xfrm>
            <a:off x="6876953" y="3197637"/>
            <a:ext cx="322917" cy="347876"/>
            <a:chOff x="6896644" y="3216007"/>
            <a:chExt cx="322917" cy="347876"/>
          </a:xfrm>
        </p:grpSpPr>
        <p:sp>
          <p:nvSpPr>
            <p:cNvPr id="13022" name="Google Shape;13022;p8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9" name="Google Shape;13029;p85"/>
          <p:cNvGrpSpPr/>
          <p:nvPr/>
        </p:nvGrpSpPr>
        <p:grpSpPr>
          <a:xfrm>
            <a:off x="7409674" y="3204814"/>
            <a:ext cx="334634" cy="333904"/>
            <a:chOff x="7429366" y="3223183"/>
            <a:chExt cx="334634" cy="333904"/>
          </a:xfrm>
        </p:grpSpPr>
        <p:sp>
          <p:nvSpPr>
            <p:cNvPr id="13030" name="Google Shape;13030;p8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2" name="Google Shape;13032;p85"/>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3" name="Google Shape;13033;p85"/>
          <p:cNvGrpSpPr/>
          <p:nvPr/>
        </p:nvGrpSpPr>
        <p:grpSpPr>
          <a:xfrm>
            <a:off x="5196764" y="3707114"/>
            <a:ext cx="356196" cy="265631"/>
            <a:chOff x="5216456" y="3725484"/>
            <a:chExt cx="356196" cy="265631"/>
          </a:xfrm>
        </p:grpSpPr>
        <p:sp>
          <p:nvSpPr>
            <p:cNvPr id="13034" name="Google Shape;13034;p8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85"/>
          <p:cNvGrpSpPr/>
          <p:nvPr/>
        </p:nvGrpSpPr>
        <p:grpSpPr>
          <a:xfrm>
            <a:off x="6829701" y="3715625"/>
            <a:ext cx="355053" cy="248038"/>
            <a:chOff x="6849393" y="3733994"/>
            <a:chExt cx="355053" cy="248038"/>
          </a:xfrm>
        </p:grpSpPr>
        <p:sp>
          <p:nvSpPr>
            <p:cNvPr id="13037" name="Google Shape;13037;p8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85"/>
          <p:cNvGrpSpPr/>
          <p:nvPr/>
        </p:nvGrpSpPr>
        <p:grpSpPr>
          <a:xfrm>
            <a:off x="7899305" y="3696318"/>
            <a:ext cx="392111" cy="280206"/>
            <a:chOff x="7918997" y="3714687"/>
            <a:chExt cx="392111" cy="280206"/>
          </a:xfrm>
        </p:grpSpPr>
        <p:sp>
          <p:nvSpPr>
            <p:cNvPr id="13043" name="Google Shape;13043;p8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8" name="Google Shape;13048;p85"/>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9" name="Google Shape;13049;p85"/>
          <p:cNvGrpSpPr/>
          <p:nvPr/>
        </p:nvGrpSpPr>
        <p:grpSpPr>
          <a:xfrm>
            <a:off x="1389085" y="3662594"/>
            <a:ext cx="357720" cy="355148"/>
            <a:chOff x="1408777" y="3680964"/>
            <a:chExt cx="357720" cy="355148"/>
          </a:xfrm>
        </p:grpSpPr>
        <p:sp>
          <p:nvSpPr>
            <p:cNvPr id="13050" name="Google Shape;13050;p85"/>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5"/>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5"/>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5"/>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5"/>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5" name="Google Shape;13055;p85"/>
          <p:cNvGrpSpPr/>
          <p:nvPr/>
        </p:nvGrpSpPr>
        <p:grpSpPr>
          <a:xfrm>
            <a:off x="1933144" y="3662594"/>
            <a:ext cx="357720" cy="355148"/>
            <a:chOff x="1952836" y="3680964"/>
            <a:chExt cx="357720" cy="355148"/>
          </a:xfrm>
        </p:grpSpPr>
        <p:sp>
          <p:nvSpPr>
            <p:cNvPr id="13056" name="Google Shape;13056;p8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85"/>
          <p:cNvGrpSpPr/>
          <p:nvPr/>
        </p:nvGrpSpPr>
        <p:grpSpPr>
          <a:xfrm>
            <a:off x="2477202" y="3662594"/>
            <a:ext cx="357720" cy="355148"/>
            <a:chOff x="2496894" y="3680964"/>
            <a:chExt cx="357720" cy="355148"/>
          </a:xfrm>
        </p:grpSpPr>
        <p:sp>
          <p:nvSpPr>
            <p:cNvPr id="13062" name="Google Shape;13062;p8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85"/>
          <p:cNvGrpSpPr/>
          <p:nvPr/>
        </p:nvGrpSpPr>
        <p:grpSpPr>
          <a:xfrm>
            <a:off x="3021292" y="3662689"/>
            <a:ext cx="356164" cy="355815"/>
            <a:chOff x="3040984" y="3681059"/>
            <a:chExt cx="356164" cy="355815"/>
          </a:xfrm>
        </p:grpSpPr>
        <p:sp>
          <p:nvSpPr>
            <p:cNvPr id="13068" name="Google Shape;13068;p8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85"/>
          <p:cNvGrpSpPr/>
          <p:nvPr/>
        </p:nvGrpSpPr>
        <p:grpSpPr>
          <a:xfrm>
            <a:off x="3564589" y="3680821"/>
            <a:ext cx="358069" cy="317995"/>
            <a:chOff x="3584280" y="3699191"/>
            <a:chExt cx="358069" cy="317995"/>
          </a:xfrm>
        </p:grpSpPr>
        <p:sp>
          <p:nvSpPr>
            <p:cNvPr id="13072" name="Google Shape;13072;p8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85"/>
          <p:cNvGrpSpPr/>
          <p:nvPr/>
        </p:nvGrpSpPr>
        <p:grpSpPr>
          <a:xfrm>
            <a:off x="4109790" y="3662689"/>
            <a:ext cx="355402" cy="354291"/>
            <a:chOff x="4129482" y="3681059"/>
            <a:chExt cx="355402" cy="354291"/>
          </a:xfrm>
        </p:grpSpPr>
        <p:sp>
          <p:nvSpPr>
            <p:cNvPr id="13077" name="Google Shape;13077;p8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1" name="Google Shape;13081;p85"/>
          <p:cNvGrpSpPr/>
          <p:nvPr/>
        </p:nvGrpSpPr>
        <p:grpSpPr>
          <a:xfrm>
            <a:off x="4653849" y="3661927"/>
            <a:ext cx="355434" cy="355815"/>
            <a:chOff x="4673540" y="3680297"/>
            <a:chExt cx="355434" cy="355815"/>
          </a:xfrm>
        </p:grpSpPr>
        <p:sp>
          <p:nvSpPr>
            <p:cNvPr id="13082" name="Google Shape;13082;p8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85"/>
          <p:cNvGrpSpPr/>
          <p:nvPr/>
        </p:nvGrpSpPr>
        <p:grpSpPr>
          <a:xfrm>
            <a:off x="5759716" y="3680821"/>
            <a:ext cx="317645" cy="318757"/>
            <a:chOff x="5779408" y="3699191"/>
            <a:chExt cx="317645" cy="318757"/>
          </a:xfrm>
        </p:grpSpPr>
        <p:sp>
          <p:nvSpPr>
            <p:cNvPr id="13086" name="Google Shape;13086;p8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8" name="Google Shape;13088;p85"/>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9" name="Google Shape;13089;p85"/>
          <p:cNvGrpSpPr/>
          <p:nvPr/>
        </p:nvGrpSpPr>
        <p:grpSpPr>
          <a:xfrm>
            <a:off x="7370743" y="3662499"/>
            <a:ext cx="372073" cy="355243"/>
            <a:chOff x="7390435" y="3680868"/>
            <a:chExt cx="372073" cy="355243"/>
          </a:xfrm>
        </p:grpSpPr>
        <p:sp>
          <p:nvSpPr>
            <p:cNvPr id="13090" name="Google Shape;13090;p8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6" name="Google Shape;13096;p85"/>
          <p:cNvGrpSpPr/>
          <p:nvPr/>
        </p:nvGrpSpPr>
        <p:grpSpPr>
          <a:xfrm>
            <a:off x="1392301" y="4119346"/>
            <a:ext cx="374709" cy="374010"/>
            <a:chOff x="1421638" y="4125629"/>
            <a:chExt cx="374709" cy="374010"/>
          </a:xfrm>
        </p:grpSpPr>
        <p:sp>
          <p:nvSpPr>
            <p:cNvPr id="13097" name="Google Shape;13097;p8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85"/>
          <p:cNvGrpSpPr/>
          <p:nvPr/>
        </p:nvGrpSpPr>
        <p:grpSpPr>
          <a:xfrm>
            <a:off x="1943917" y="4135255"/>
            <a:ext cx="357720" cy="342192"/>
            <a:chOff x="1973254" y="4156304"/>
            <a:chExt cx="357720" cy="342192"/>
          </a:xfrm>
        </p:grpSpPr>
        <p:sp>
          <p:nvSpPr>
            <p:cNvPr id="13100" name="Google Shape;13100;p8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85"/>
          <p:cNvGrpSpPr/>
          <p:nvPr/>
        </p:nvGrpSpPr>
        <p:grpSpPr>
          <a:xfrm>
            <a:off x="2494422" y="4136192"/>
            <a:ext cx="341049" cy="340318"/>
            <a:chOff x="2523759" y="4135505"/>
            <a:chExt cx="341049" cy="340318"/>
          </a:xfrm>
        </p:grpSpPr>
        <p:sp>
          <p:nvSpPr>
            <p:cNvPr id="13107" name="Google Shape;13107;p8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85"/>
          <p:cNvGrpSpPr/>
          <p:nvPr/>
        </p:nvGrpSpPr>
        <p:grpSpPr>
          <a:xfrm>
            <a:off x="3011266" y="4131175"/>
            <a:ext cx="392079" cy="350353"/>
            <a:chOff x="3040603" y="4130360"/>
            <a:chExt cx="392079" cy="350353"/>
          </a:xfrm>
        </p:grpSpPr>
        <p:sp>
          <p:nvSpPr>
            <p:cNvPr id="13110" name="Google Shape;13110;p8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85"/>
          <p:cNvGrpSpPr/>
          <p:nvPr/>
        </p:nvGrpSpPr>
        <p:grpSpPr>
          <a:xfrm>
            <a:off x="3632807" y="4136192"/>
            <a:ext cx="232955" cy="340318"/>
            <a:chOff x="3662144" y="4135505"/>
            <a:chExt cx="232955" cy="340318"/>
          </a:xfrm>
        </p:grpSpPr>
        <p:sp>
          <p:nvSpPr>
            <p:cNvPr id="13121" name="Google Shape;13121;p8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85"/>
          <p:cNvGrpSpPr/>
          <p:nvPr/>
        </p:nvGrpSpPr>
        <p:grpSpPr>
          <a:xfrm>
            <a:off x="4119801" y="4122029"/>
            <a:ext cx="344065" cy="368644"/>
            <a:chOff x="4149138" y="4121151"/>
            <a:chExt cx="344065" cy="368644"/>
          </a:xfrm>
        </p:grpSpPr>
        <p:sp>
          <p:nvSpPr>
            <p:cNvPr id="13126" name="Google Shape;13126;p8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8" name="Google Shape;13138;p85"/>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9" name="Google Shape;13139;p85"/>
          <p:cNvGrpSpPr/>
          <p:nvPr/>
        </p:nvGrpSpPr>
        <p:grpSpPr>
          <a:xfrm>
            <a:off x="5176925" y="4174949"/>
            <a:ext cx="397763" cy="262804"/>
            <a:chOff x="5206262" y="4174817"/>
            <a:chExt cx="397763" cy="262804"/>
          </a:xfrm>
        </p:grpSpPr>
        <p:sp>
          <p:nvSpPr>
            <p:cNvPr id="13140" name="Google Shape;13140;p8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7" name="Google Shape;13147;p85"/>
          <p:cNvGrpSpPr/>
          <p:nvPr/>
        </p:nvGrpSpPr>
        <p:grpSpPr>
          <a:xfrm>
            <a:off x="5698279" y="4161342"/>
            <a:ext cx="440505" cy="290018"/>
            <a:chOff x="5727616" y="4204699"/>
            <a:chExt cx="440505" cy="290018"/>
          </a:xfrm>
        </p:grpSpPr>
        <p:sp>
          <p:nvSpPr>
            <p:cNvPr id="13148" name="Google Shape;13148;p8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85"/>
          <p:cNvGrpSpPr/>
          <p:nvPr/>
        </p:nvGrpSpPr>
        <p:grpSpPr>
          <a:xfrm>
            <a:off x="6380726" y="4124093"/>
            <a:ext cx="159950" cy="364516"/>
            <a:chOff x="6410063" y="4135124"/>
            <a:chExt cx="159950" cy="364516"/>
          </a:xfrm>
        </p:grpSpPr>
        <p:sp>
          <p:nvSpPr>
            <p:cNvPr id="13157" name="Google Shape;13157;p8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85"/>
          <p:cNvGrpSpPr/>
          <p:nvPr/>
        </p:nvGrpSpPr>
        <p:grpSpPr>
          <a:xfrm>
            <a:off x="6641065" y="4124284"/>
            <a:ext cx="214378" cy="364135"/>
            <a:chOff x="6924652" y="4135505"/>
            <a:chExt cx="214378" cy="364135"/>
          </a:xfrm>
        </p:grpSpPr>
        <p:sp>
          <p:nvSpPr>
            <p:cNvPr id="13162" name="Google Shape;13162;p8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6" name="Google Shape;13166;p85"/>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3167" name="Google Shape;13167;p8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3168" name="Google Shape;13168;p85"/>
          <p:cNvGrpSpPr/>
          <p:nvPr/>
        </p:nvGrpSpPr>
        <p:grpSpPr>
          <a:xfrm>
            <a:off x="841240" y="4119220"/>
            <a:ext cx="374177" cy="374263"/>
            <a:chOff x="775325" y="4143525"/>
            <a:chExt cx="468776" cy="468884"/>
          </a:xfrm>
        </p:grpSpPr>
        <p:sp>
          <p:nvSpPr>
            <p:cNvPr id="13169" name="Google Shape;13169;p85"/>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5"/>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5"/>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5"/>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85"/>
          <p:cNvGrpSpPr/>
          <p:nvPr/>
        </p:nvGrpSpPr>
        <p:grpSpPr>
          <a:xfrm>
            <a:off x="7015917" y="4114633"/>
            <a:ext cx="219464" cy="383437"/>
            <a:chOff x="1426400" y="1814750"/>
            <a:chExt cx="407850" cy="712575"/>
          </a:xfrm>
        </p:grpSpPr>
        <p:sp>
          <p:nvSpPr>
            <p:cNvPr id="13174" name="Google Shape;13174;p85"/>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5"/>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5"/>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7" name="Google Shape;13177;p85"/>
          <p:cNvGrpSpPr/>
          <p:nvPr/>
        </p:nvGrpSpPr>
        <p:grpSpPr>
          <a:xfrm>
            <a:off x="7391519" y="4149408"/>
            <a:ext cx="313833" cy="313887"/>
            <a:chOff x="1910075" y="2021700"/>
            <a:chExt cx="583225" cy="583325"/>
          </a:xfrm>
        </p:grpSpPr>
        <p:sp>
          <p:nvSpPr>
            <p:cNvPr id="13178" name="Google Shape;13178;p85"/>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5"/>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5"/>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85"/>
          <p:cNvGrpSpPr/>
          <p:nvPr/>
        </p:nvGrpSpPr>
        <p:grpSpPr>
          <a:xfrm>
            <a:off x="7861486" y="4189187"/>
            <a:ext cx="441255" cy="234329"/>
            <a:chOff x="2749275" y="2099575"/>
            <a:chExt cx="820025" cy="435475"/>
          </a:xfrm>
        </p:grpSpPr>
        <p:sp>
          <p:nvSpPr>
            <p:cNvPr id="13182" name="Google Shape;13182;p85"/>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5"/>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5"/>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5"/>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89" name="Shape 13189"/>
        <p:cNvGrpSpPr/>
        <p:nvPr/>
      </p:nvGrpSpPr>
      <p:grpSpPr>
        <a:xfrm>
          <a:off x="0" y="0"/>
          <a:ext cx="0" cy="0"/>
          <a:chOff x="0" y="0"/>
          <a:chExt cx="0" cy="0"/>
        </a:xfrm>
      </p:grpSpPr>
      <p:grpSp>
        <p:nvGrpSpPr>
          <p:cNvPr id="13190" name="Google Shape;13190;p86"/>
          <p:cNvGrpSpPr/>
          <p:nvPr/>
        </p:nvGrpSpPr>
        <p:grpSpPr>
          <a:xfrm>
            <a:off x="1989449" y="4101269"/>
            <a:ext cx="374774" cy="346073"/>
            <a:chOff x="1989449" y="4282269"/>
            <a:chExt cx="374774" cy="346073"/>
          </a:xfrm>
        </p:grpSpPr>
        <p:sp>
          <p:nvSpPr>
            <p:cNvPr id="13191" name="Google Shape;13191;p8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6" name="Google Shape;13196;p86"/>
          <p:cNvGrpSpPr/>
          <p:nvPr/>
        </p:nvGrpSpPr>
        <p:grpSpPr>
          <a:xfrm>
            <a:off x="2487439" y="4099740"/>
            <a:ext cx="198775" cy="348972"/>
            <a:chOff x="2487439" y="4280740"/>
            <a:chExt cx="198775" cy="348972"/>
          </a:xfrm>
        </p:grpSpPr>
        <p:sp>
          <p:nvSpPr>
            <p:cNvPr id="13197" name="Google Shape;13197;p8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86"/>
          <p:cNvGrpSpPr/>
          <p:nvPr/>
        </p:nvGrpSpPr>
        <p:grpSpPr>
          <a:xfrm>
            <a:off x="2810958" y="4092923"/>
            <a:ext cx="353145" cy="361873"/>
            <a:chOff x="2810958" y="4273923"/>
            <a:chExt cx="353145" cy="361873"/>
          </a:xfrm>
        </p:grpSpPr>
        <p:sp>
          <p:nvSpPr>
            <p:cNvPr id="13202" name="Google Shape;13202;p86"/>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6"/>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6"/>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6"/>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6"/>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6"/>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6"/>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9" name="Google Shape;13209;p86"/>
          <p:cNvGrpSpPr/>
          <p:nvPr/>
        </p:nvGrpSpPr>
        <p:grpSpPr>
          <a:xfrm>
            <a:off x="6275635" y="4101651"/>
            <a:ext cx="209383" cy="366778"/>
            <a:chOff x="6275635" y="4282651"/>
            <a:chExt cx="209383" cy="366778"/>
          </a:xfrm>
        </p:grpSpPr>
        <p:sp>
          <p:nvSpPr>
            <p:cNvPr id="13210" name="Google Shape;13210;p8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86"/>
          <p:cNvGrpSpPr/>
          <p:nvPr/>
        </p:nvGrpSpPr>
        <p:grpSpPr>
          <a:xfrm>
            <a:off x="6701186" y="4102033"/>
            <a:ext cx="280292" cy="366396"/>
            <a:chOff x="6701186" y="4283033"/>
            <a:chExt cx="280292" cy="366396"/>
          </a:xfrm>
        </p:grpSpPr>
        <p:sp>
          <p:nvSpPr>
            <p:cNvPr id="13213" name="Google Shape;13213;p8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86"/>
          <p:cNvGrpSpPr/>
          <p:nvPr/>
        </p:nvGrpSpPr>
        <p:grpSpPr>
          <a:xfrm>
            <a:off x="2609571" y="3643958"/>
            <a:ext cx="373627" cy="347347"/>
            <a:chOff x="2609571" y="3824958"/>
            <a:chExt cx="373627" cy="347347"/>
          </a:xfrm>
        </p:grpSpPr>
        <p:sp>
          <p:nvSpPr>
            <p:cNvPr id="13216" name="Google Shape;13216;p8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8" name="Google Shape;13218;p86"/>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9" name="Google Shape;13219;p86"/>
          <p:cNvGrpSpPr/>
          <p:nvPr/>
        </p:nvGrpSpPr>
        <p:grpSpPr>
          <a:xfrm>
            <a:off x="916127" y="3626056"/>
            <a:ext cx="221902" cy="380795"/>
            <a:chOff x="916127" y="3807056"/>
            <a:chExt cx="221902" cy="380795"/>
          </a:xfrm>
        </p:grpSpPr>
        <p:sp>
          <p:nvSpPr>
            <p:cNvPr id="13220" name="Google Shape;13220;p8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4" name="Google Shape;13224;p86"/>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6"/>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6" name="Google Shape;13226;p86"/>
          <p:cNvGrpSpPr/>
          <p:nvPr/>
        </p:nvGrpSpPr>
        <p:grpSpPr>
          <a:xfrm>
            <a:off x="3513010" y="3635134"/>
            <a:ext cx="362223" cy="361108"/>
            <a:chOff x="3513010" y="3816134"/>
            <a:chExt cx="362223" cy="361108"/>
          </a:xfrm>
        </p:grpSpPr>
        <p:sp>
          <p:nvSpPr>
            <p:cNvPr id="13227" name="Google Shape;13227;p8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86"/>
          <p:cNvGrpSpPr/>
          <p:nvPr/>
        </p:nvGrpSpPr>
        <p:grpSpPr>
          <a:xfrm>
            <a:off x="3950316" y="3639307"/>
            <a:ext cx="369805" cy="353782"/>
            <a:chOff x="3950316" y="3820307"/>
            <a:chExt cx="369805" cy="353782"/>
          </a:xfrm>
        </p:grpSpPr>
        <p:sp>
          <p:nvSpPr>
            <p:cNvPr id="13232" name="Google Shape;13232;p8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6" name="Google Shape;13236;p86"/>
          <p:cNvGrpSpPr/>
          <p:nvPr/>
        </p:nvGrpSpPr>
        <p:grpSpPr>
          <a:xfrm>
            <a:off x="1761909" y="3630961"/>
            <a:ext cx="307974" cy="371716"/>
            <a:chOff x="1761909" y="3811961"/>
            <a:chExt cx="307974" cy="371716"/>
          </a:xfrm>
        </p:grpSpPr>
        <p:sp>
          <p:nvSpPr>
            <p:cNvPr id="13237" name="Google Shape;13237;p86"/>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6"/>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6"/>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6"/>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6"/>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6"/>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6"/>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6"/>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6"/>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6"/>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7" name="Google Shape;13247;p86"/>
          <p:cNvGrpSpPr/>
          <p:nvPr/>
        </p:nvGrpSpPr>
        <p:grpSpPr>
          <a:xfrm>
            <a:off x="5373342" y="3627935"/>
            <a:ext cx="231395" cy="353145"/>
            <a:chOff x="5373342" y="3808935"/>
            <a:chExt cx="231395" cy="353145"/>
          </a:xfrm>
        </p:grpSpPr>
        <p:sp>
          <p:nvSpPr>
            <p:cNvPr id="13248" name="Google Shape;13248;p8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7" name="Google Shape;13257;p86"/>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8" name="Google Shape;13258;p86"/>
          <p:cNvGrpSpPr/>
          <p:nvPr/>
        </p:nvGrpSpPr>
        <p:grpSpPr>
          <a:xfrm>
            <a:off x="5833775" y="3628445"/>
            <a:ext cx="235185" cy="352253"/>
            <a:chOff x="5833775" y="3809445"/>
            <a:chExt cx="235185" cy="352253"/>
          </a:xfrm>
        </p:grpSpPr>
        <p:sp>
          <p:nvSpPr>
            <p:cNvPr id="13259" name="Google Shape;13259;p86"/>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6"/>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6"/>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2" name="Google Shape;13262;p86"/>
          <p:cNvGrpSpPr/>
          <p:nvPr/>
        </p:nvGrpSpPr>
        <p:grpSpPr>
          <a:xfrm>
            <a:off x="4942472" y="3628318"/>
            <a:ext cx="238976" cy="352762"/>
            <a:chOff x="4942472" y="3809318"/>
            <a:chExt cx="238976" cy="352762"/>
          </a:xfrm>
        </p:grpSpPr>
        <p:sp>
          <p:nvSpPr>
            <p:cNvPr id="13263" name="Google Shape;13263;p86"/>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6"/>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6"/>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6"/>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6"/>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6"/>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6"/>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0" name="Google Shape;13270;p86"/>
          <p:cNvGrpSpPr/>
          <p:nvPr/>
        </p:nvGrpSpPr>
        <p:grpSpPr>
          <a:xfrm>
            <a:off x="6266525" y="3626788"/>
            <a:ext cx="260223" cy="353527"/>
            <a:chOff x="6266525" y="3807788"/>
            <a:chExt cx="260223" cy="353527"/>
          </a:xfrm>
        </p:grpSpPr>
        <p:sp>
          <p:nvSpPr>
            <p:cNvPr id="13271" name="Google Shape;13271;p86"/>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6"/>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6"/>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6"/>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5" name="Google Shape;13275;p86"/>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6" name="Google Shape;13276;p86"/>
          <p:cNvGrpSpPr/>
          <p:nvPr/>
        </p:nvGrpSpPr>
        <p:grpSpPr>
          <a:xfrm>
            <a:off x="7184363" y="3628604"/>
            <a:ext cx="202184" cy="352762"/>
            <a:chOff x="7184363" y="3809604"/>
            <a:chExt cx="202184" cy="352762"/>
          </a:xfrm>
        </p:grpSpPr>
        <p:sp>
          <p:nvSpPr>
            <p:cNvPr id="13277" name="Google Shape;13277;p86"/>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6"/>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9" name="Google Shape;13279;p86"/>
          <p:cNvGrpSpPr/>
          <p:nvPr/>
        </p:nvGrpSpPr>
        <p:grpSpPr>
          <a:xfrm>
            <a:off x="7571624" y="3627935"/>
            <a:ext cx="292047" cy="352762"/>
            <a:chOff x="7571624" y="3808935"/>
            <a:chExt cx="292047" cy="352762"/>
          </a:xfrm>
        </p:grpSpPr>
        <p:sp>
          <p:nvSpPr>
            <p:cNvPr id="13280" name="Google Shape;13280;p8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86"/>
          <p:cNvGrpSpPr/>
          <p:nvPr/>
        </p:nvGrpSpPr>
        <p:grpSpPr>
          <a:xfrm>
            <a:off x="2174559" y="3175116"/>
            <a:ext cx="364135" cy="359930"/>
            <a:chOff x="2174559" y="3356116"/>
            <a:chExt cx="364135" cy="359930"/>
          </a:xfrm>
        </p:grpSpPr>
        <p:sp>
          <p:nvSpPr>
            <p:cNvPr id="13287" name="Google Shape;13287;p8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86"/>
          <p:cNvGrpSpPr/>
          <p:nvPr/>
        </p:nvGrpSpPr>
        <p:grpSpPr>
          <a:xfrm>
            <a:off x="1731934" y="3174639"/>
            <a:ext cx="368371" cy="361554"/>
            <a:chOff x="1731934" y="3355639"/>
            <a:chExt cx="368371" cy="361554"/>
          </a:xfrm>
        </p:grpSpPr>
        <p:sp>
          <p:nvSpPr>
            <p:cNvPr id="13290" name="Google Shape;13290;p8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86"/>
          <p:cNvGrpSpPr/>
          <p:nvPr/>
        </p:nvGrpSpPr>
        <p:grpSpPr>
          <a:xfrm>
            <a:off x="3990517" y="3173173"/>
            <a:ext cx="279559" cy="363402"/>
            <a:chOff x="3990517" y="3354173"/>
            <a:chExt cx="279559" cy="363402"/>
          </a:xfrm>
        </p:grpSpPr>
        <p:sp>
          <p:nvSpPr>
            <p:cNvPr id="13293" name="Google Shape;13293;p8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86"/>
          <p:cNvGrpSpPr/>
          <p:nvPr/>
        </p:nvGrpSpPr>
        <p:grpSpPr>
          <a:xfrm>
            <a:off x="3497847" y="3236374"/>
            <a:ext cx="379680" cy="237606"/>
            <a:chOff x="3497847" y="3417374"/>
            <a:chExt cx="379680" cy="237606"/>
          </a:xfrm>
        </p:grpSpPr>
        <p:sp>
          <p:nvSpPr>
            <p:cNvPr id="13297" name="Google Shape;13297;p8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1" name="Google Shape;13301;p86"/>
          <p:cNvGrpSpPr/>
          <p:nvPr/>
        </p:nvGrpSpPr>
        <p:grpSpPr>
          <a:xfrm>
            <a:off x="2612597" y="3186075"/>
            <a:ext cx="376271" cy="337982"/>
            <a:chOff x="2612597" y="3367075"/>
            <a:chExt cx="376271" cy="337982"/>
          </a:xfrm>
        </p:grpSpPr>
        <p:sp>
          <p:nvSpPr>
            <p:cNvPr id="13302" name="Google Shape;13302;p8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86"/>
          <p:cNvGrpSpPr/>
          <p:nvPr/>
        </p:nvGrpSpPr>
        <p:grpSpPr>
          <a:xfrm>
            <a:off x="3071914" y="3183431"/>
            <a:ext cx="343652" cy="342505"/>
            <a:chOff x="3071914" y="3364431"/>
            <a:chExt cx="343652" cy="342505"/>
          </a:xfrm>
        </p:grpSpPr>
        <p:sp>
          <p:nvSpPr>
            <p:cNvPr id="13305" name="Google Shape;13305;p8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86"/>
          <p:cNvGrpSpPr/>
          <p:nvPr/>
        </p:nvGrpSpPr>
        <p:grpSpPr>
          <a:xfrm>
            <a:off x="897141" y="3178875"/>
            <a:ext cx="257962" cy="352762"/>
            <a:chOff x="897141" y="3359875"/>
            <a:chExt cx="257962" cy="352762"/>
          </a:xfrm>
        </p:grpSpPr>
        <p:sp>
          <p:nvSpPr>
            <p:cNvPr id="13311" name="Google Shape;13311;p8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9" name="Google Shape;13319;p86"/>
          <p:cNvGrpSpPr/>
          <p:nvPr/>
        </p:nvGrpSpPr>
        <p:grpSpPr>
          <a:xfrm>
            <a:off x="1333682" y="3163330"/>
            <a:ext cx="271213" cy="383088"/>
            <a:chOff x="1333682" y="3344330"/>
            <a:chExt cx="271213" cy="383088"/>
          </a:xfrm>
        </p:grpSpPr>
        <p:sp>
          <p:nvSpPr>
            <p:cNvPr id="13320" name="Google Shape;13320;p8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1" name="Google Shape;13331;p86"/>
          <p:cNvGrpSpPr/>
          <p:nvPr/>
        </p:nvGrpSpPr>
        <p:grpSpPr>
          <a:xfrm>
            <a:off x="6664394" y="3165974"/>
            <a:ext cx="353113" cy="351998"/>
            <a:chOff x="6664394" y="3346974"/>
            <a:chExt cx="353113" cy="351998"/>
          </a:xfrm>
        </p:grpSpPr>
        <p:sp>
          <p:nvSpPr>
            <p:cNvPr id="13332" name="Google Shape;13332;p86"/>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6"/>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6"/>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6"/>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6"/>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7" name="Google Shape;13337;p86"/>
          <p:cNvGrpSpPr/>
          <p:nvPr/>
        </p:nvGrpSpPr>
        <p:grpSpPr>
          <a:xfrm>
            <a:off x="849741" y="1778307"/>
            <a:ext cx="399398" cy="375443"/>
            <a:chOff x="849741" y="1959307"/>
            <a:chExt cx="399398" cy="375443"/>
          </a:xfrm>
        </p:grpSpPr>
        <p:sp>
          <p:nvSpPr>
            <p:cNvPr id="13338" name="Google Shape;13338;p8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0" name="Google Shape;13340;p86"/>
          <p:cNvGrpSpPr/>
          <p:nvPr/>
        </p:nvGrpSpPr>
        <p:grpSpPr>
          <a:xfrm>
            <a:off x="1284212" y="1782766"/>
            <a:ext cx="379489" cy="366046"/>
            <a:chOff x="1284212" y="1963766"/>
            <a:chExt cx="379489" cy="366046"/>
          </a:xfrm>
        </p:grpSpPr>
        <p:sp>
          <p:nvSpPr>
            <p:cNvPr id="13341" name="Google Shape;13341;p8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3" name="Google Shape;13343;p86"/>
          <p:cNvGrpSpPr/>
          <p:nvPr/>
        </p:nvGrpSpPr>
        <p:grpSpPr>
          <a:xfrm>
            <a:off x="3037766" y="1788564"/>
            <a:ext cx="370219" cy="354928"/>
            <a:chOff x="3037766" y="1969564"/>
            <a:chExt cx="370219" cy="354928"/>
          </a:xfrm>
        </p:grpSpPr>
        <p:sp>
          <p:nvSpPr>
            <p:cNvPr id="13344" name="Google Shape;13344;p8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8" name="Google Shape;13348;p86"/>
          <p:cNvGrpSpPr/>
          <p:nvPr/>
        </p:nvGrpSpPr>
        <p:grpSpPr>
          <a:xfrm>
            <a:off x="3982553" y="1790730"/>
            <a:ext cx="304566" cy="350501"/>
            <a:chOff x="3982553" y="1971730"/>
            <a:chExt cx="304566" cy="350501"/>
          </a:xfrm>
        </p:grpSpPr>
        <p:sp>
          <p:nvSpPr>
            <p:cNvPr id="13349" name="Google Shape;13349;p8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1" name="Google Shape;13351;p86"/>
          <p:cNvGrpSpPr/>
          <p:nvPr/>
        </p:nvGrpSpPr>
        <p:grpSpPr>
          <a:xfrm>
            <a:off x="2567841" y="1813124"/>
            <a:ext cx="399812" cy="306477"/>
            <a:chOff x="2567841" y="1994124"/>
            <a:chExt cx="399812" cy="306477"/>
          </a:xfrm>
        </p:grpSpPr>
        <p:sp>
          <p:nvSpPr>
            <p:cNvPr id="13352" name="Google Shape;13352;p8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5" name="Google Shape;13355;p86"/>
          <p:cNvGrpSpPr/>
          <p:nvPr/>
        </p:nvGrpSpPr>
        <p:grpSpPr>
          <a:xfrm>
            <a:off x="2212084" y="1779358"/>
            <a:ext cx="324698" cy="372863"/>
            <a:chOff x="2212084" y="1960358"/>
            <a:chExt cx="324698" cy="372863"/>
          </a:xfrm>
        </p:grpSpPr>
        <p:sp>
          <p:nvSpPr>
            <p:cNvPr id="13356" name="Google Shape;13356;p8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9" name="Google Shape;13359;p86"/>
          <p:cNvGrpSpPr/>
          <p:nvPr/>
        </p:nvGrpSpPr>
        <p:grpSpPr>
          <a:xfrm>
            <a:off x="1805901" y="1779358"/>
            <a:ext cx="284847" cy="373627"/>
            <a:chOff x="1805901" y="1960358"/>
            <a:chExt cx="284847" cy="373627"/>
          </a:xfrm>
        </p:grpSpPr>
        <p:sp>
          <p:nvSpPr>
            <p:cNvPr id="13360" name="Google Shape;13360;p8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2" name="Google Shape;13362;p86"/>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6"/>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6"/>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5" name="Google Shape;13365;p86"/>
          <p:cNvGrpSpPr/>
          <p:nvPr/>
        </p:nvGrpSpPr>
        <p:grpSpPr>
          <a:xfrm>
            <a:off x="6656812" y="1848388"/>
            <a:ext cx="368690" cy="245793"/>
            <a:chOff x="6656812" y="2029388"/>
            <a:chExt cx="368690" cy="245793"/>
          </a:xfrm>
        </p:grpSpPr>
        <p:sp>
          <p:nvSpPr>
            <p:cNvPr id="13366" name="Google Shape;13366;p86"/>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6"/>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6"/>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6"/>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6"/>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6"/>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6"/>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6"/>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6"/>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6"/>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86"/>
          <p:cNvGrpSpPr/>
          <p:nvPr/>
        </p:nvGrpSpPr>
        <p:grpSpPr>
          <a:xfrm>
            <a:off x="4869651" y="1831218"/>
            <a:ext cx="376654" cy="281566"/>
            <a:chOff x="4869651" y="2012218"/>
            <a:chExt cx="376654" cy="281566"/>
          </a:xfrm>
        </p:grpSpPr>
        <p:sp>
          <p:nvSpPr>
            <p:cNvPr id="13377" name="Google Shape;13377;p8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1" name="Google Shape;13381;p86"/>
          <p:cNvGrpSpPr/>
          <p:nvPr/>
        </p:nvGrpSpPr>
        <p:grpSpPr>
          <a:xfrm>
            <a:off x="5306224" y="1831313"/>
            <a:ext cx="367925" cy="281694"/>
            <a:chOff x="5306224" y="2012313"/>
            <a:chExt cx="367925" cy="281694"/>
          </a:xfrm>
        </p:grpSpPr>
        <p:sp>
          <p:nvSpPr>
            <p:cNvPr id="13382" name="Google Shape;13382;p86"/>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6"/>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4" name="Google Shape;13384;p86"/>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5" name="Google Shape;13385;p86"/>
          <p:cNvGrpSpPr/>
          <p:nvPr/>
        </p:nvGrpSpPr>
        <p:grpSpPr>
          <a:xfrm>
            <a:off x="6195998" y="1802102"/>
            <a:ext cx="368308" cy="338746"/>
            <a:chOff x="6195998" y="1983102"/>
            <a:chExt cx="368308" cy="338746"/>
          </a:xfrm>
        </p:grpSpPr>
        <p:sp>
          <p:nvSpPr>
            <p:cNvPr id="13386" name="Google Shape;13386;p8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86"/>
          <p:cNvGrpSpPr/>
          <p:nvPr/>
        </p:nvGrpSpPr>
        <p:grpSpPr>
          <a:xfrm>
            <a:off x="7542031" y="1830835"/>
            <a:ext cx="369072" cy="280037"/>
            <a:chOff x="7542031" y="2011835"/>
            <a:chExt cx="369072" cy="280037"/>
          </a:xfrm>
        </p:grpSpPr>
        <p:sp>
          <p:nvSpPr>
            <p:cNvPr id="13390" name="Google Shape;13390;p8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9" name="Google Shape;13399;p86"/>
          <p:cNvGrpSpPr/>
          <p:nvPr/>
        </p:nvGrpSpPr>
        <p:grpSpPr>
          <a:xfrm>
            <a:off x="8010427" y="3167503"/>
            <a:ext cx="278795" cy="351615"/>
            <a:chOff x="8010427" y="3348503"/>
            <a:chExt cx="278795" cy="351615"/>
          </a:xfrm>
        </p:grpSpPr>
        <p:sp>
          <p:nvSpPr>
            <p:cNvPr id="13400" name="Google Shape;13400;p8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4" name="Google Shape;13404;p86"/>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5" name="Google Shape;13405;p86"/>
          <p:cNvGrpSpPr/>
          <p:nvPr/>
        </p:nvGrpSpPr>
        <p:grpSpPr>
          <a:xfrm>
            <a:off x="7141900" y="3168204"/>
            <a:ext cx="281057" cy="351010"/>
            <a:chOff x="7141900" y="3349204"/>
            <a:chExt cx="281057" cy="351010"/>
          </a:xfrm>
        </p:grpSpPr>
        <p:sp>
          <p:nvSpPr>
            <p:cNvPr id="13406" name="Google Shape;13406;p86"/>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6"/>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6"/>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86"/>
          <p:cNvGrpSpPr/>
          <p:nvPr/>
        </p:nvGrpSpPr>
        <p:grpSpPr>
          <a:xfrm>
            <a:off x="5314188" y="3169032"/>
            <a:ext cx="363752" cy="353113"/>
            <a:chOff x="5314188" y="3350032"/>
            <a:chExt cx="363752" cy="353113"/>
          </a:xfrm>
        </p:grpSpPr>
        <p:sp>
          <p:nvSpPr>
            <p:cNvPr id="13410" name="Google Shape;13410;p8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86"/>
          <p:cNvGrpSpPr/>
          <p:nvPr/>
        </p:nvGrpSpPr>
        <p:grpSpPr>
          <a:xfrm>
            <a:off x="5829984" y="3169032"/>
            <a:ext cx="220755" cy="352348"/>
            <a:chOff x="5829984" y="3350032"/>
            <a:chExt cx="220755" cy="352348"/>
          </a:xfrm>
        </p:grpSpPr>
        <p:sp>
          <p:nvSpPr>
            <p:cNvPr id="13413" name="Google Shape;13413;p8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86"/>
          <p:cNvGrpSpPr/>
          <p:nvPr/>
        </p:nvGrpSpPr>
        <p:grpSpPr>
          <a:xfrm>
            <a:off x="4882170" y="3168841"/>
            <a:ext cx="358464" cy="352316"/>
            <a:chOff x="4882170" y="3349841"/>
            <a:chExt cx="358464" cy="352316"/>
          </a:xfrm>
        </p:grpSpPr>
        <p:sp>
          <p:nvSpPr>
            <p:cNvPr id="13418" name="Google Shape;13418;p8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0" name="Google Shape;13420;p86"/>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6"/>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2" name="Google Shape;13422;p86"/>
          <p:cNvGrpSpPr/>
          <p:nvPr/>
        </p:nvGrpSpPr>
        <p:grpSpPr>
          <a:xfrm>
            <a:off x="3044965" y="2254220"/>
            <a:ext cx="400194" cy="324316"/>
            <a:chOff x="3044965" y="2435220"/>
            <a:chExt cx="400194" cy="324316"/>
          </a:xfrm>
        </p:grpSpPr>
        <p:sp>
          <p:nvSpPr>
            <p:cNvPr id="13423" name="Google Shape;13423;p8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6" name="Google Shape;13426;p86"/>
          <p:cNvGrpSpPr/>
          <p:nvPr/>
        </p:nvGrpSpPr>
        <p:grpSpPr>
          <a:xfrm>
            <a:off x="6203579" y="3167981"/>
            <a:ext cx="351615" cy="350373"/>
            <a:chOff x="6203579" y="3348981"/>
            <a:chExt cx="351615" cy="350373"/>
          </a:xfrm>
        </p:grpSpPr>
        <p:sp>
          <p:nvSpPr>
            <p:cNvPr id="13427" name="Google Shape;13427;p8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86"/>
          <p:cNvGrpSpPr/>
          <p:nvPr/>
        </p:nvGrpSpPr>
        <p:grpSpPr>
          <a:xfrm>
            <a:off x="4878379" y="2292892"/>
            <a:ext cx="367161" cy="287523"/>
            <a:chOff x="4878379" y="2473892"/>
            <a:chExt cx="367161" cy="287523"/>
          </a:xfrm>
        </p:grpSpPr>
        <p:sp>
          <p:nvSpPr>
            <p:cNvPr id="13433" name="Google Shape;13433;p8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86"/>
          <p:cNvGrpSpPr/>
          <p:nvPr/>
        </p:nvGrpSpPr>
        <p:grpSpPr>
          <a:xfrm>
            <a:off x="1325719" y="2706689"/>
            <a:ext cx="290581" cy="372481"/>
            <a:chOff x="1325719" y="2887689"/>
            <a:chExt cx="290581" cy="372481"/>
          </a:xfrm>
        </p:grpSpPr>
        <p:sp>
          <p:nvSpPr>
            <p:cNvPr id="13439" name="Google Shape;13439;p8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1" name="Google Shape;13441;p86"/>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2" name="Google Shape;13442;p86"/>
          <p:cNvGrpSpPr/>
          <p:nvPr/>
        </p:nvGrpSpPr>
        <p:grpSpPr>
          <a:xfrm>
            <a:off x="3510335" y="2711499"/>
            <a:ext cx="360726" cy="361204"/>
            <a:chOff x="3510335" y="2892499"/>
            <a:chExt cx="360726" cy="361204"/>
          </a:xfrm>
        </p:grpSpPr>
        <p:sp>
          <p:nvSpPr>
            <p:cNvPr id="13443" name="Google Shape;13443;p8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8" name="Google Shape;13448;p86"/>
          <p:cNvGrpSpPr/>
          <p:nvPr/>
        </p:nvGrpSpPr>
        <p:grpSpPr>
          <a:xfrm>
            <a:off x="3086313" y="2696049"/>
            <a:ext cx="320143" cy="392581"/>
            <a:chOff x="3086313" y="2877049"/>
            <a:chExt cx="320143" cy="392581"/>
          </a:xfrm>
        </p:grpSpPr>
        <p:sp>
          <p:nvSpPr>
            <p:cNvPr id="13449" name="Google Shape;13449;p8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1" name="Google Shape;13461;p86"/>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2" name="Google Shape;13462;p86"/>
          <p:cNvGrpSpPr/>
          <p:nvPr/>
        </p:nvGrpSpPr>
        <p:grpSpPr>
          <a:xfrm>
            <a:off x="861113" y="2704746"/>
            <a:ext cx="333809" cy="373277"/>
            <a:chOff x="861113" y="2885746"/>
            <a:chExt cx="333809" cy="373277"/>
          </a:xfrm>
        </p:grpSpPr>
        <p:sp>
          <p:nvSpPr>
            <p:cNvPr id="13463" name="Google Shape;13463;p8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6" name="Google Shape;13466;p86"/>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6"/>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8" name="Google Shape;13468;p86"/>
          <p:cNvGrpSpPr/>
          <p:nvPr/>
        </p:nvGrpSpPr>
        <p:grpSpPr>
          <a:xfrm>
            <a:off x="1297654" y="1323481"/>
            <a:ext cx="349354" cy="362223"/>
            <a:chOff x="1297654" y="1504481"/>
            <a:chExt cx="349354" cy="362223"/>
          </a:xfrm>
        </p:grpSpPr>
        <p:sp>
          <p:nvSpPr>
            <p:cNvPr id="13469" name="Google Shape;13469;p8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2" name="Google Shape;13472;p86"/>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3" name="Google Shape;13473;p86"/>
          <p:cNvGrpSpPr/>
          <p:nvPr/>
        </p:nvGrpSpPr>
        <p:grpSpPr>
          <a:xfrm>
            <a:off x="852385" y="1329916"/>
            <a:ext cx="353145" cy="351998"/>
            <a:chOff x="852385" y="1510916"/>
            <a:chExt cx="353145" cy="351998"/>
          </a:xfrm>
        </p:grpSpPr>
        <p:sp>
          <p:nvSpPr>
            <p:cNvPr id="13474" name="Google Shape;13474;p8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86"/>
          <p:cNvGrpSpPr/>
          <p:nvPr/>
        </p:nvGrpSpPr>
        <p:grpSpPr>
          <a:xfrm>
            <a:off x="1745217" y="1334471"/>
            <a:ext cx="343269" cy="342505"/>
            <a:chOff x="1745217" y="1515471"/>
            <a:chExt cx="343269" cy="342505"/>
          </a:xfrm>
        </p:grpSpPr>
        <p:sp>
          <p:nvSpPr>
            <p:cNvPr id="13478" name="Google Shape;13478;p8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2" name="Google Shape;13482;p86"/>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3" name="Google Shape;13483;p86"/>
          <p:cNvGrpSpPr/>
          <p:nvPr/>
        </p:nvGrpSpPr>
        <p:grpSpPr>
          <a:xfrm>
            <a:off x="3042703" y="1348137"/>
            <a:ext cx="411535" cy="315587"/>
            <a:chOff x="3042703" y="1529137"/>
            <a:chExt cx="411535" cy="315587"/>
          </a:xfrm>
        </p:grpSpPr>
        <p:sp>
          <p:nvSpPr>
            <p:cNvPr id="13484" name="Google Shape;13484;p8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4" name="Google Shape;13494;p86"/>
          <p:cNvGrpSpPr/>
          <p:nvPr/>
        </p:nvGrpSpPr>
        <p:grpSpPr>
          <a:xfrm>
            <a:off x="2629289" y="1363682"/>
            <a:ext cx="350501" cy="284497"/>
            <a:chOff x="2629289" y="1544682"/>
            <a:chExt cx="350501" cy="284497"/>
          </a:xfrm>
        </p:grpSpPr>
        <p:sp>
          <p:nvSpPr>
            <p:cNvPr id="13495" name="Google Shape;13495;p8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86"/>
          <p:cNvGrpSpPr/>
          <p:nvPr/>
        </p:nvGrpSpPr>
        <p:grpSpPr>
          <a:xfrm>
            <a:off x="5305077" y="1321633"/>
            <a:ext cx="367893" cy="365218"/>
            <a:chOff x="5305077" y="1502633"/>
            <a:chExt cx="367893" cy="365218"/>
          </a:xfrm>
        </p:grpSpPr>
        <p:sp>
          <p:nvSpPr>
            <p:cNvPr id="13501" name="Google Shape;13501;p8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86"/>
          <p:cNvGrpSpPr/>
          <p:nvPr/>
        </p:nvGrpSpPr>
        <p:grpSpPr>
          <a:xfrm>
            <a:off x="7100170" y="1319117"/>
            <a:ext cx="368308" cy="367033"/>
            <a:chOff x="7100170" y="1500117"/>
            <a:chExt cx="368308" cy="367033"/>
          </a:xfrm>
        </p:grpSpPr>
        <p:sp>
          <p:nvSpPr>
            <p:cNvPr id="13504" name="Google Shape;13504;p8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7" name="Google Shape;13517;p86"/>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8" name="Google Shape;13518;p86"/>
          <p:cNvGrpSpPr/>
          <p:nvPr/>
        </p:nvGrpSpPr>
        <p:grpSpPr>
          <a:xfrm>
            <a:off x="6649231" y="1319021"/>
            <a:ext cx="390287" cy="367065"/>
            <a:chOff x="6649231" y="1500021"/>
            <a:chExt cx="390287" cy="367065"/>
          </a:xfrm>
        </p:grpSpPr>
        <p:sp>
          <p:nvSpPr>
            <p:cNvPr id="13519" name="Google Shape;13519;p8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1" name="Google Shape;13531;p86"/>
          <p:cNvGrpSpPr/>
          <p:nvPr/>
        </p:nvGrpSpPr>
        <p:grpSpPr>
          <a:xfrm>
            <a:off x="5746938" y="1362503"/>
            <a:ext cx="387261" cy="280356"/>
            <a:chOff x="5746938" y="1543503"/>
            <a:chExt cx="387261" cy="280356"/>
          </a:xfrm>
        </p:grpSpPr>
        <p:sp>
          <p:nvSpPr>
            <p:cNvPr id="13532" name="Google Shape;13532;p8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86"/>
          <p:cNvGrpSpPr/>
          <p:nvPr/>
        </p:nvGrpSpPr>
        <p:grpSpPr>
          <a:xfrm>
            <a:off x="6196730" y="1344346"/>
            <a:ext cx="369072" cy="317467"/>
            <a:chOff x="6196730" y="1525346"/>
            <a:chExt cx="369072" cy="317467"/>
          </a:xfrm>
        </p:grpSpPr>
        <p:sp>
          <p:nvSpPr>
            <p:cNvPr id="13535" name="Google Shape;13535;p8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86"/>
          <p:cNvGrpSpPr/>
          <p:nvPr/>
        </p:nvGrpSpPr>
        <p:grpSpPr>
          <a:xfrm>
            <a:off x="4940592" y="1319690"/>
            <a:ext cx="246558" cy="367161"/>
            <a:chOff x="4940592" y="1500690"/>
            <a:chExt cx="246558" cy="367161"/>
          </a:xfrm>
        </p:grpSpPr>
        <p:sp>
          <p:nvSpPr>
            <p:cNvPr id="13539" name="Google Shape;13539;p8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86"/>
          <p:cNvGrpSpPr/>
          <p:nvPr/>
        </p:nvGrpSpPr>
        <p:grpSpPr>
          <a:xfrm>
            <a:off x="7964906" y="1318894"/>
            <a:ext cx="380858" cy="367575"/>
            <a:chOff x="7964906" y="1499894"/>
            <a:chExt cx="380858" cy="367575"/>
          </a:xfrm>
        </p:grpSpPr>
        <p:sp>
          <p:nvSpPr>
            <p:cNvPr id="13544" name="Google Shape;13544;p86"/>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6"/>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6"/>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7" name="Google Shape;13547;p86"/>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8" name="Google Shape;13548;p86"/>
          <p:cNvGrpSpPr/>
          <p:nvPr/>
        </p:nvGrpSpPr>
        <p:grpSpPr>
          <a:xfrm>
            <a:off x="8007400" y="2721278"/>
            <a:ext cx="285230" cy="355597"/>
            <a:chOff x="8007400" y="2902278"/>
            <a:chExt cx="285230" cy="355597"/>
          </a:xfrm>
        </p:grpSpPr>
        <p:sp>
          <p:nvSpPr>
            <p:cNvPr id="13549" name="Google Shape;13549;p8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1" name="Google Shape;13551;p86"/>
          <p:cNvGrpSpPr/>
          <p:nvPr/>
        </p:nvGrpSpPr>
        <p:grpSpPr>
          <a:xfrm>
            <a:off x="6219124" y="2721788"/>
            <a:ext cx="318231" cy="355470"/>
            <a:chOff x="6219124" y="2902788"/>
            <a:chExt cx="318231" cy="355470"/>
          </a:xfrm>
        </p:grpSpPr>
        <p:sp>
          <p:nvSpPr>
            <p:cNvPr id="13552" name="Google Shape;13552;p86"/>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6"/>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6"/>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5" name="Google Shape;13555;p86"/>
          <p:cNvGrpSpPr/>
          <p:nvPr/>
        </p:nvGrpSpPr>
        <p:grpSpPr>
          <a:xfrm>
            <a:off x="4969421" y="2721852"/>
            <a:ext cx="185109" cy="355406"/>
            <a:chOff x="4969421" y="2902852"/>
            <a:chExt cx="185109" cy="355406"/>
          </a:xfrm>
        </p:grpSpPr>
        <p:sp>
          <p:nvSpPr>
            <p:cNvPr id="13556" name="Google Shape;13556;p86"/>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6"/>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6"/>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6"/>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6"/>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6"/>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2" name="Google Shape;13562;p86"/>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6"/>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4" name="Google Shape;13564;p86"/>
          <p:cNvGrpSpPr/>
          <p:nvPr/>
        </p:nvGrpSpPr>
        <p:grpSpPr>
          <a:xfrm>
            <a:off x="6685259" y="2721852"/>
            <a:ext cx="311414" cy="355406"/>
            <a:chOff x="6685259" y="2902852"/>
            <a:chExt cx="311414" cy="355406"/>
          </a:xfrm>
        </p:grpSpPr>
        <p:sp>
          <p:nvSpPr>
            <p:cNvPr id="13565" name="Google Shape;13565;p8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86"/>
          <p:cNvGrpSpPr/>
          <p:nvPr/>
        </p:nvGrpSpPr>
        <p:grpSpPr>
          <a:xfrm>
            <a:off x="5309250" y="2722170"/>
            <a:ext cx="359579" cy="355852"/>
            <a:chOff x="5309250" y="2903170"/>
            <a:chExt cx="359579" cy="355852"/>
          </a:xfrm>
        </p:grpSpPr>
        <p:sp>
          <p:nvSpPr>
            <p:cNvPr id="13569" name="Google Shape;13569;p8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2" name="Google Shape;13572;p86"/>
          <p:cNvGrpSpPr/>
          <p:nvPr/>
        </p:nvGrpSpPr>
        <p:grpSpPr>
          <a:xfrm>
            <a:off x="2199565" y="2240172"/>
            <a:ext cx="312179" cy="353431"/>
            <a:chOff x="2199565" y="2421172"/>
            <a:chExt cx="312179" cy="353431"/>
          </a:xfrm>
        </p:grpSpPr>
        <p:sp>
          <p:nvSpPr>
            <p:cNvPr id="13573" name="Google Shape;13573;p8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86"/>
          <p:cNvGrpSpPr/>
          <p:nvPr/>
        </p:nvGrpSpPr>
        <p:grpSpPr>
          <a:xfrm>
            <a:off x="1750887" y="2244727"/>
            <a:ext cx="320143" cy="343269"/>
            <a:chOff x="1750887" y="2425727"/>
            <a:chExt cx="320143" cy="343269"/>
          </a:xfrm>
        </p:grpSpPr>
        <p:sp>
          <p:nvSpPr>
            <p:cNvPr id="13576" name="Google Shape;13576;p8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86"/>
          <p:cNvGrpSpPr/>
          <p:nvPr/>
        </p:nvGrpSpPr>
        <p:grpSpPr>
          <a:xfrm>
            <a:off x="1298037" y="2244727"/>
            <a:ext cx="338364" cy="342887"/>
            <a:chOff x="1298037" y="2425727"/>
            <a:chExt cx="338364" cy="342887"/>
          </a:xfrm>
        </p:grpSpPr>
        <p:sp>
          <p:nvSpPr>
            <p:cNvPr id="13579" name="Google Shape;13579;p8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3" name="Google Shape;13583;p86"/>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4" name="Google Shape;13584;p86"/>
          <p:cNvGrpSpPr/>
          <p:nvPr/>
        </p:nvGrpSpPr>
        <p:grpSpPr>
          <a:xfrm>
            <a:off x="3974207" y="2248009"/>
            <a:ext cx="320143" cy="338491"/>
            <a:chOff x="3974207" y="2429009"/>
            <a:chExt cx="320143" cy="338491"/>
          </a:xfrm>
        </p:grpSpPr>
        <p:sp>
          <p:nvSpPr>
            <p:cNvPr id="13585" name="Google Shape;13585;p8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86"/>
          <p:cNvGrpSpPr/>
          <p:nvPr/>
        </p:nvGrpSpPr>
        <p:grpSpPr>
          <a:xfrm>
            <a:off x="2623237" y="2250047"/>
            <a:ext cx="355024" cy="332630"/>
            <a:chOff x="2623237" y="2431047"/>
            <a:chExt cx="355024" cy="332630"/>
          </a:xfrm>
        </p:grpSpPr>
        <p:sp>
          <p:nvSpPr>
            <p:cNvPr id="13588" name="Google Shape;13588;p8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86"/>
          <p:cNvGrpSpPr/>
          <p:nvPr/>
        </p:nvGrpSpPr>
        <p:grpSpPr>
          <a:xfrm>
            <a:off x="6657194" y="2253073"/>
            <a:ext cx="375507" cy="367925"/>
            <a:chOff x="6657194" y="2434073"/>
            <a:chExt cx="375507" cy="367925"/>
          </a:xfrm>
        </p:grpSpPr>
        <p:sp>
          <p:nvSpPr>
            <p:cNvPr id="13593" name="Google Shape;13593;p8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6" name="Google Shape;13596;p86"/>
          <p:cNvGrpSpPr/>
          <p:nvPr/>
        </p:nvGrpSpPr>
        <p:grpSpPr>
          <a:xfrm>
            <a:off x="7101317" y="2260655"/>
            <a:ext cx="367925" cy="352380"/>
            <a:chOff x="7101317" y="2441655"/>
            <a:chExt cx="367925" cy="352380"/>
          </a:xfrm>
        </p:grpSpPr>
        <p:sp>
          <p:nvSpPr>
            <p:cNvPr id="13597" name="Google Shape;13597;p8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9" name="Google Shape;13599;p86"/>
          <p:cNvGrpSpPr/>
          <p:nvPr/>
        </p:nvGrpSpPr>
        <p:grpSpPr>
          <a:xfrm>
            <a:off x="5756399" y="2253456"/>
            <a:ext cx="367925" cy="367161"/>
            <a:chOff x="5756399" y="2434456"/>
            <a:chExt cx="367925" cy="367161"/>
          </a:xfrm>
        </p:grpSpPr>
        <p:sp>
          <p:nvSpPr>
            <p:cNvPr id="13600" name="Google Shape;13600;p8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7" name="Google Shape;13607;p86"/>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6"/>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9" name="Google Shape;13609;p86"/>
          <p:cNvGrpSpPr/>
          <p:nvPr/>
        </p:nvGrpSpPr>
        <p:grpSpPr>
          <a:xfrm>
            <a:off x="7964906" y="2253073"/>
            <a:ext cx="373627" cy="367925"/>
            <a:chOff x="7964906" y="2434073"/>
            <a:chExt cx="373627" cy="367925"/>
          </a:xfrm>
        </p:grpSpPr>
        <p:sp>
          <p:nvSpPr>
            <p:cNvPr id="13610" name="Google Shape;13610;p8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2" name="Google Shape;13612;p86"/>
          <p:cNvGrpSpPr/>
          <p:nvPr/>
        </p:nvGrpSpPr>
        <p:grpSpPr>
          <a:xfrm>
            <a:off x="6194086" y="2256737"/>
            <a:ext cx="369837" cy="360471"/>
            <a:chOff x="6194086" y="2437737"/>
            <a:chExt cx="369837" cy="360471"/>
          </a:xfrm>
        </p:grpSpPr>
        <p:sp>
          <p:nvSpPr>
            <p:cNvPr id="13613" name="Google Shape;13613;p8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15" name="Google Shape;13615;p86"/>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3616" name="Google Shape;13616;p86"/>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20" name="Shape 13620"/>
        <p:cNvGrpSpPr/>
        <p:nvPr/>
      </p:nvGrpSpPr>
      <p:grpSpPr>
        <a:xfrm>
          <a:off x="0" y="0"/>
          <a:ext cx="0" cy="0"/>
          <a:chOff x="0" y="0"/>
          <a:chExt cx="0" cy="0"/>
        </a:xfrm>
      </p:grpSpPr>
      <p:grpSp>
        <p:nvGrpSpPr>
          <p:cNvPr id="13621" name="Google Shape;13621;p87"/>
          <p:cNvGrpSpPr/>
          <p:nvPr/>
        </p:nvGrpSpPr>
        <p:grpSpPr>
          <a:xfrm>
            <a:off x="3122257" y="1334344"/>
            <a:ext cx="294850" cy="349434"/>
            <a:chOff x="3122257" y="1508594"/>
            <a:chExt cx="294850" cy="349434"/>
          </a:xfrm>
        </p:grpSpPr>
        <p:sp>
          <p:nvSpPr>
            <p:cNvPr id="13622" name="Google Shape;13622;p87"/>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7"/>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7"/>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7"/>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7"/>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7" name="Google Shape;13627;p87"/>
          <p:cNvGrpSpPr/>
          <p:nvPr/>
        </p:nvGrpSpPr>
        <p:grpSpPr>
          <a:xfrm>
            <a:off x="910723" y="1333962"/>
            <a:ext cx="251660" cy="350166"/>
            <a:chOff x="910723" y="1508212"/>
            <a:chExt cx="251660" cy="350166"/>
          </a:xfrm>
        </p:grpSpPr>
        <p:sp>
          <p:nvSpPr>
            <p:cNvPr id="13628" name="Google Shape;13628;p87"/>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7"/>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7"/>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7"/>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7"/>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7"/>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7"/>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7"/>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7"/>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7"/>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7"/>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7"/>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7"/>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7"/>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7"/>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7"/>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7"/>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5" name="Google Shape;13645;p87"/>
          <p:cNvGrpSpPr/>
          <p:nvPr/>
        </p:nvGrpSpPr>
        <p:grpSpPr>
          <a:xfrm>
            <a:off x="1308631" y="1333580"/>
            <a:ext cx="350166" cy="350198"/>
            <a:chOff x="1308631" y="1507830"/>
            <a:chExt cx="350166" cy="350198"/>
          </a:xfrm>
        </p:grpSpPr>
        <p:sp>
          <p:nvSpPr>
            <p:cNvPr id="13646" name="Google Shape;13646;p87"/>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7"/>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7"/>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7"/>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87"/>
          <p:cNvGrpSpPr/>
          <p:nvPr/>
        </p:nvGrpSpPr>
        <p:grpSpPr>
          <a:xfrm>
            <a:off x="1756921" y="1335489"/>
            <a:ext cx="345997" cy="345997"/>
            <a:chOff x="1756921" y="1509739"/>
            <a:chExt cx="345997" cy="345997"/>
          </a:xfrm>
        </p:grpSpPr>
        <p:sp>
          <p:nvSpPr>
            <p:cNvPr id="13651" name="Google Shape;13651;p87"/>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7"/>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7"/>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7"/>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7"/>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7"/>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7"/>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7"/>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7"/>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7"/>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7"/>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7"/>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7"/>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7"/>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7"/>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7"/>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7"/>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8" name="Google Shape;13668;p87"/>
          <p:cNvGrpSpPr/>
          <p:nvPr/>
        </p:nvGrpSpPr>
        <p:grpSpPr>
          <a:xfrm>
            <a:off x="2216956" y="1336253"/>
            <a:ext cx="318721" cy="345615"/>
            <a:chOff x="2216956" y="1510503"/>
            <a:chExt cx="318721" cy="345615"/>
          </a:xfrm>
        </p:grpSpPr>
        <p:sp>
          <p:nvSpPr>
            <p:cNvPr id="13669" name="Google Shape;13669;p8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87"/>
          <p:cNvGrpSpPr/>
          <p:nvPr/>
        </p:nvGrpSpPr>
        <p:grpSpPr>
          <a:xfrm>
            <a:off x="3988156" y="1394211"/>
            <a:ext cx="349052" cy="230049"/>
            <a:chOff x="3988156" y="1568461"/>
            <a:chExt cx="349052" cy="230049"/>
          </a:xfrm>
        </p:grpSpPr>
        <p:sp>
          <p:nvSpPr>
            <p:cNvPr id="13675" name="Google Shape;13675;p8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87"/>
          <p:cNvGrpSpPr/>
          <p:nvPr/>
        </p:nvGrpSpPr>
        <p:grpSpPr>
          <a:xfrm>
            <a:off x="2633037" y="1325623"/>
            <a:ext cx="379002" cy="366112"/>
            <a:chOff x="2633037" y="1499873"/>
            <a:chExt cx="379002" cy="366112"/>
          </a:xfrm>
        </p:grpSpPr>
        <p:sp>
          <p:nvSpPr>
            <p:cNvPr id="13683" name="Google Shape;13683;p8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87"/>
          <p:cNvGrpSpPr/>
          <p:nvPr/>
        </p:nvGrpSpPr>
        <p:grpSpPr>
          <a:xfrm>
            <a:off x="6675256" y="1341919"/>
            <a:ext cx="327823" cy="357009"/>
            <a:chOff x="6675256" y="1516169"/>
            <a:chExt cx="327823" cy="357009"/>
          </a:xfrm>
        </p:grpSpPr>
        <p:sp>
          <p:nvSpPr>
            <p:cNvPr id="13690" name="Google Shape;13690;p8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87"/>
          <p:cNvGrpSpPr/>
          <p:nvPr/>
        </p:nvGrpSpPr>
        <p:grpSpPr>
          <a:xfrm>
            <a:off x="8020159" y="1342301"/>
            <a:ext cx="300897" cy="356627"/>
            <a:chOff x="8020159" y="1516551"/>
            <a:chExt cx="300897" cy="356627"/>
          </a:xfrm>
        </p:grpSpPr>
        <p:sp>
          <p:nvSpPr>
            <p:cNvPr id="13700" name="Google Shape;13700;p8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5" name="Google Shape;13705;p87"/>
          <p:cNvGrpSpPr/>
          <p:nvPr/>
        </p:nvGrpSpPr>
        <p:grpSpPr>
          <a:xfrm>
            <a:off x="5377363" y="1341919"/>
            <a:ext cx="257357" cy="356627"/>
            <a:chOff x="5377363" y="1516169"/>
            <a:chExt cx="257357" cy="356627"/>
          </a:xfrm>
        </p:grpSpPr>
        <p:sp>
          <p:nvSpPr>
            <p:cNvPr id="13706" name="Google Shape;13706;p8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87"/>
          <p:cNvGrpSpPr/>
          <p:nvPr/>
        </p:nvGrpSpPr>
        <p:grpSpPr>
          <a:xfrm>
            <a:off x="4880567" y="1361620"/>
            <a:ext cx="356245" cy="317607"/>
            <a:chOff x="4880567" y="1535870"/>
            <a:chExt cx="356245" cy="317607"/>
          </a:xfrm>
        </p:grpSpPr>
        <p:sp>
          <p:nvSpPr>
            <p:cNvPr id="13724" name="Google Shape;13724;p8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9" name="Google Shape;13729;p87"/>
          <p:cNvGrpSpPr/>
          <p:nvPr/>
        </p:nvGrpSpPr>
        <p:grpSpPr>
          <a:xfrm>
            <a:off x="5771483" y="1341537"/>
            <a:ext cx="357359" cy="357391"/>
            <a:chOff x="5771483" y="1515787"/>
            <a:chExt cx="357359" cy="357391"/>
          </a:xfrm>
        </p:grpSpPr>
        <p:sp>
          <p:nvSpPr>
            <p:cNvPr id="13730" name="Google Shape;13730;p8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4" name="Google Shape;13734;p87"/>
          <p:cNvGrpSpPr/>
          <p:nvPr/>
        </p:nvGrpSpPr>
        <p:grpSpPr>
          <a:xfrm>
            <a:off x="7121669" y="1359360"/>
            <a:ext cx="321362" cy="321362"/>
            <a:chOff x="7121669" y="1533610"/>
            <a:chExt cx="321362" cy="321362"/>
          </a:xfrm>
        </p:grpSpPr>
        <p:sp>
          <p:nvSpPr>
            <p:cNvPr id="13735" name="Google Shape;13735;p87"/>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7"/>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7"/>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7"/>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9" name="Google Shape;13739;p87"/>
          <p:cNvGrpSpPr/>
          <p:nvPr/>
        </p:nvGrpSpPr>
        <p:grpSpPr>
          <a:xfrm>
            <a:off x="7562766" y="1340614"/>
            <a:ext cx="327059" cy="360192"/>
            <a:chOff x="7562766" y="1514864"/>
            <a:chExt cx="327059" cy="360192"/>
          </a:xfrm>
        </p:grpSpPr>
        <p:sp>
          <p:nvSpPr>
            <p:cNvPr id="13740" name="Google Shape;13740;p8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87"/>
          <p:cNvGrpSpPr/>
          <p:nvPr/>
        </p:nvGrpSpPr>
        <p:grpSpPr>
          <a:xfrm>
            <a:off x="6221229" y="1324423"/>
            <a:ext cx="361636" cy="362183"/>
            <a:chOff x="6259175" y="1559008"/>
            <a:chExt cx="271743" cy="272093"/>
          </a:xfrm>
        </p:grpSpPr>
        <p:sp>
          <p:nvSpPr>
            <p:cNvPr id="13745" name="Google Shape;13745;p8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87"/>
          <p:cNvGrpSpPr/>
          <p:nvPr/>
        </p:nvGrpSpPr>
        <p:grpSpPr>
          <a:xfrm>
            <a:off x="6671087" y="1835054"/>
            <a:ext cx="332757" cy="281833"/>
            <a:chOff x="6671087" y="2009304"/>
            <a:chExt cx="332757" cy="281833"/>
          </a:xfrm>
        </p:grpSpPr>
        <p:sp>
          <p:nvSpPr>
            <p:cNvPr id="13763" name="Google Shape;13763;p8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5" name="Google Shape;13765;p87"/>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6" name="Google Shape;13766;p87"/>
          <p:cNvGrpSpPr/>
          <p:nvPr/>
        </p:nvGrpSpPr>
        <p:grpSpPr>
          <a:xfrm>
            <a:off x="2201806" y="1802335"/>
            <a:ext cx="349784" cy="349434"/>
            <a:chOff x="2201806" y="1976585"/>
            <a:chExt cx="349784" cy="349434"/>
          </a:xfrm>
        </p:grpSpPr>
        <p:sp>
          <p:nvSpPr>
            <p:cNvPr id="13767" name="Google Shape;13767;p8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87"/>
          <p:cNvGrpSpPr/>
          <p:nvPr/>
        </p:nvGrpSpPr>
        <p:grpSpPr>
          <a:xfrm>
            <a:off x="3094217" y="1802335"/>
            <a:ext cx="350198" cy="350548"/>
            <a:chOff x="3094217" y="1976585"/>
            <a:chExt cx="350198" cy="350548"/>
          </a:xfrm>
        </p:grpSpPr>
        <p:sp>
          <p:nvSpPr>
            <p:cNvPr id="13772" name="Google Shape;13772;p87"/>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7"/>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7"/>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7"/>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7"/>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7"/>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7"/>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7"/>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7"/>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7"/>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7"/>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7"/>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7"/>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5" name="Google Shape;13785;p87"/>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6" name="Google Shape;13786;p87"/>
          <p:cNvGrpSpPr/>
          <p:nvPr/>
        </p:nvGrpSpPr>
        <p:grpSpPr>
          <a:xfrm>
            <a:off x="3979435" y="1802335"/>
            <a:ext cx="345265" cy="349848"/>
            <a:chOff x="3979435" y="1976585"/>
            <a:chExt cx="345265" cy="349848"/>
          </a:xfrm>
        </p:grpSpPr>
        <p:sp>
          <p:nvSpPr>
            <p:cNvPr id="13787" name="Google Shape;13787;p8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4" name="Google Shape;13804;p87"/>
          <p:cNvGrpSpPr/>
          <p:nvPr/>
        </p:nvGrpSpPr>
        <p:grpSpPr>
          <a:xfrm>
            <a:off x="3541011" y="1334344"/>
            <a:ext cx="350166" cy="349434"/>
            <a:chOff x="3541011" y="1508594"/>
            <a:chExt cx="350166" cy="349434"/>
          </a:xfrm>
        </p:grpSpPr>
        <p:sp>
          <p:nvSpPr>
            <p:cNvPr id="13805" name="Google Shape;13805;p8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87"/>
          <p:cNvGrpSpPr/>
          <p:nvPr/>
        </p:nvGrpSpPr>
        <p:grpSpPr>
          <a:xfrm>
            <a:off x="3576626" y="1801571"/>
            <a:ext cx="284251" cy="351694"/>
            <a:chOff x="3576626" y="1975821"/>
            <a:chExt cx="284251" cy="351694"/>
          </a:xfrm>
        </p:grpSpPr>
        <p:sp>
          <p:nvSpPr>
            <p:cNvPr id="13819" name="Google Shape;13819;p87"/>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7"/>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7"/>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87"/>
          <p:cNvGrpSpPr/>
          <p:nvPr/>
        </p:nvGrpSpPr>
        <p:grpSpPr>
          <a:xfrm>
            <a:off x="2722090" y="2715912"/>
            <a:ext cx="238770" cy="371841"/>
            <a:chOff x="2722090" y="2890162"/>
            <a:chExt cx="238770" cy="371841"/>
          </a:xfrm>
        </p:grpSpPr>
        <p:sp>
          <p:nvSpPr>
            <p:cNvPr id="13823" name="Google Shape;13823;p8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6" name="Google Shape;13826;p87"/>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7" name="Google Shape;13827;p87"/>
          <p:cNvGrpSpPr/>
          <p:nvPr/>
        </p:nvGrpSpPr>
        <p:grpSpPr>
          <a:xfrm>
            <a:off x="6216367" y="1795906"/>
            <a:ext cx="361147" cy="361147"/>
            <a:chOff x="6216367" y="1970156"/>
            <a:chExt cx="361147" cy="361147"/>
          </a:xfrm>
        </p:grpSpPr>
        <p:sp>
          <p:nvSpPr>
            <p:cNvPr id="13828" name="Google Shape;13828;p87"/>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7"/>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7"/>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7"/>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87"/>
          <p:cNvGrpSpPr/>
          <p:nvPr/>
        </p:nvGrpSpPr>
        <p:grpSpPr>
          <a:xfrm>
            <a:off x="1289311" y="2751972"/>
            <a:ext cx="408156" cy="299783"/>
            <a:chOff x="1289311" y="2926222"/>
            <a:chExt cx="408156" cy="299783"/>
          </a:xfrm>
        </p:grpSpPr>
        <p:sp>
          <p:nvSpPr>
            <p:cNvPr id="13833" name="Google Shape;13833;p8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5" name="Google Shape;13835;p87"/>
          <p:cNvGrpSpPr/>
          <p:nvPr/>
        </p:nvGrpSpPr>
        <p:grpSpPr>
          <a:xfrm>
            <a:off x="7978465" y="1795142"/>
            <a:ext cx="361147" cy="360797"/>
            <a:chOff x="7978465" y="1969392"/>
            <a:chExt cx="361147" cy="360797"/>
          </a:xfrm>
        </p:grpSpPr>
        <p:sp>
          <p:nvSpPr>
            <p:cNvPr id="13836" name="Google Shape;13836;p8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5" name="Google Shape;13845;p87"/>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46" name="Google Shape;13846;p87"/>
          <p:cNvGrpSpPr/>
          <p:nvPr/>
        </p:nvGrpSpPr>
        <p:grpSpPr>
          <a:xfrm>
            <a:off x="854261" y="2734563"/>
            <a:ext cx="377474" cy="335748"/>
            <a:chOff x="854261" y="2908813"/>
            <a:chExt cx="377474" cy="335748"/>
          </a:xfrm>
        </p:grpSpPr>
        <p:sp>
          <p:nvSpPr>
            <p:cNvPr id="13847" name="Google Shape;13847;p87"/>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7"/>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7"/>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7"/>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7"/>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87"/>
          <p:cNvGrpSpPr/>
          <p:nvPr/>
        </p:nvGrpSpPr>
        <p:grpSpPr>
          <a:xfrm>
            <a:off x="1749728" y="2720527"/>
            <a:ext cx="386927" cy="363438"/>
            <a:chOff x="1749728" y="2894777"/>
            <a:chExt cx="386927" cy="363438"/>
          </a:xfrm>
        </p:grpSpPr>
        <p:sp>
          <p:nvSpPr>
            <p:cNvPr id="13853" name="Google Shape;13853;p8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87"/>
          <p:cNvGrpSpPr/>
          <p:nvPr/>
        </p:nvGrpSpPr>
        <p:grpSpPr>
          <a:xfrm>
            <a:off x="7098912" y="1795142"/>
            <a:ext cx="359651" cy="361560"/>
            <a:chOff x="7098912" y="1969392"/>
            <a:chExt cx="359651" cy="361560"/>
          </a:xfrm>
        </p:grpSpPr>
        <p:sp>
          <p:nvSpPr>
            <p:cNvPr id="13861" name="Google Shape;13861;p87"/>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7"/>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7"/>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7"/>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7"/>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7"/>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7"/>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7"/>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7"/>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7"/>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7"/>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7"/>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7"/>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4" name="Google Shape;13874;p87"/>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5" name="Google Shape;13875;p87"/>
          <p:cNvGrpSpPr/>
          <p:nvPr/>
        </p:nvGrpSpPr>
        <p:grpSpPr>
          <a:xfrm>
            <a:off x="5352728" y="1815989"/>
            <a:ext cx="327091" cy="322508"/>
            <a:chOff x="5352728" y="1990239"/>
            <a:chExt cx="327091" cy="322508"/>
          </a:xfrm>
        </p:grpSpPr>
        <p:sp>
          <p:nvSpPr>
            <p:cNvPr id="13876" name="Google Shape;13876;p8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87"/>
          <p:cNvGrpSpPr/>
          <p:nvPr/>
        </p:nvGrpSpPr>
        <p:grpSpPr>
          <a:xfrm>
            <a:off x="7538896" y="1795906"/>
            <a:ext cx="361147" cy="361529"/>
            <a:chOff x="7538896" y="1970156"/>
            <a:chExt cx="361147" cy="361529"/>
          </a:xfrm>
        </p:grpSpPr>
        <p:sp>
          <p:nvSpPr>
            <p:cNvPr id="13880" name="Google Shape;13880;p87"/>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7"/>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7"/>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7"/>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7"/>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7"/>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87"/>
          <p:cNvGrpSpPr/>
          <p:nvPr/>
        </p:nvGrpSpPr>
        <p:grpSpPr>
          <a:xfrm>
            <a:off x="4896099" y="1796670"/>
            <a:ext cx="358155" cy="358123"/>
            <a:chOff x="4896099" y="1970920"/>
            <a:chExt cx="358155" cy="358123"/>
          </a:xfrm>
        </p:grpSpPr>
        <p:sp>
          <p:nvSpPr>
            <p:cNvPr id="13887" name="Google Shape;13887;p87"/>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7"/>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7"/>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0" name="Google Shape;13890;p87"/>
          <p:cNvGrpSpPr/>
          <p:nvPr/>
        </p:nvGrpSpPr>
        <p:grpSpPr>
          <a:xfrm>
            <a:off x="4048787" y="2802769"/>
            <a:ext cx="283488" cy="198604"/>
            <a:chOff x="4048787" y="2977019"/>
            <a:chExt cx="283488" cy="198604"/>
          </a:xfrm>
        </p:grpSpPr>
        <p:sp>
          <p:nvSpPr>
            <p:cNvPr id="13891" name="Google Shape;13891;p8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7" name="Google Shape;13897;p87"/>
          <p:cNvGrpSpPr/>
          <p:nvPr/>
        </p:nvGrpSpPr>
        <p:grpSpPr>
          <a:xfrm>
            <a:off x="4054103" y="2255941"/>
            <a:ext cx="218687" cy="349052"/>
            <a:chOff x="4054103" y="2430191"/>
            <a:chExt cx="218687" cy="349052"/>
          </a:xfrm>
        </p:grpSpPr>
        <p:sp>
          <p:nvSpPr>
            <p:cNvPr id="13898" name="Google Shape;13898;p8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87"/>
          <p:cNvGrpSpPr/>
          <p:nvPr/>
        </p:nvGrpSpPr>
        <p:grpSpPr>
          <a:xfrm>
            <a:off x="2185128" y="2253299"/>
            <a:ext cx="382758" cy="356595"/>
            <a:chOff x="2185128" y="2427549"/>
            <a:chExt cx="382758" cy="356595"/>
          </a:xfrm>
        </p:grpSpPr>
        <p:sp>
          <p:nvSpPr>
            <p:cNvPr id="13901" name="Google Shape;13901;p8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87"/>
          <p:cNvGrpSpPr/>
          <p:nvPr/>
        </p:nvGrpSpPr>
        <p:grpSpPr>
          <a:xfrm>
            <a:off x="2656907" y="2265043"/>
            <a:ext cx="332757" cy="332343"/>
            <a:chOff x="2656907" y="2439293"/>
            <a:chExt cx="332757" cy="332343"/>
          </a:xfrm>
        </p:grpSpPr>
        <p:sp>
          <p:nvSpPr>
            <p:cNvPr id="13906" name="Google Shape;13906;p87"/>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7"/>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7"/>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7"/>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7"/>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7"/>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7"/>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87"/>
          <p:cNvGrpSpPr/>
          <p:nvPr/>
        </p:nvGrpSpPr>
        <p:grpSpPr>
          <a:xfrm>
            <a:off x="1731523" y="2248366"/>
            <a:ext cx="399435" cy="365698"/>
            <a:chOff x="1731523" y="2422616"/>
            <a:chExt cx="399435" cy="365698"/>
          </a:xfrm>
        </p:grpSpPr>
        <p:sp>
          <p:nvSpPr>
            <p:cNvPr id="13914" name="Google Shape;13914;p8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87"/>
          <p:cNvGrpSpPr/>
          <p:nvPr/>
        </p:nvGrpSpPr>
        <p:grpSpPr>
          <a:xfrm>
            <a:off x="3097241" y="2259314"/>
            <a:ext cx="344883" cy="343387"/>
            <a:chOff x="3097241" y="2433564"/>
            <a:chExt cx="344883" cy="343387"/>
          </a:xfrm>
        </p:grpSpPr>
        <p:sp>
          <p:nvSpPr>
            <p:cNvPr id="13918" name="Google Shape;13918;p8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7" name="Google Shape;13927;p87"/>
          <p:cNvGrpSpPr/>
          <p:nvPr/>
        </p:nvGrpSpPr>
        <p:grpSpPr>
          <a:xfrm>
            <a:off x="1278299" y="2265043"/>
            <a:ext cx="410829" cy="332343"/>
            <a:chOff x="1278299" y="2439293"/>
            <a:chExt cx="410829" cy="332343"/>
          </a:xfrm>
        </p:grpSpPr>
        <p:sp>
          <p:nvSpPr>
            <p:cNvPr id="13928" name="Google Shape;13928;p8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6" name="Google Shape;13936;p87"/>
          <p:cNvGrpSpPr/>
          <p:nvPr/>
        </p:nvGrpSpPr>
        <p:grpSpPr>
          <a:xfrm>
            <a:off x="2661459" y="1840751"/>
            <a:ext cx="322508" cy="273494"/>
            <a:chOff x="2661459" y="2015001"/>
            <a:chExt cx="322508" cy="273494"/>
          </a:xfrm>
        </p:grpSpPr>
        <p:sp>
          <p:nvSpPr>
            <p:cNvPr id="13937" name="Google Shape;13937;p87"/>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7"/>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9" name="Google Shape;13939;p87"/>
          <p:cNvGrpSpPr/>
          <p:nvPr/>
        </p:nvGrpSpPr>
        <p:grpSpPr>
          <a:xfrm>
            <a:off x="870939" y="2265043"/>
            <a:ext cx="331993" cy="331993"/>
            <a:chOff x="870939" y="2439293"/>
            <a:chExt cx="331993" cy="331993"/>
          </a:xfrm>
        </p:grpSpPr>
        <p:sp>
          <p:nvSpPr>
            <p:cNvPr id="13940" name="Google Shape;13940;p8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87"/>
          <p:cNvGrpSpPr/>
          <p:nvPr/>
        </p:nvGrpSpPr>
        <p:grpSpPr>
          <a:xfrm>
            <a:off x="6644957" y="2282103"/>
            <a:ext cx="371395" cy="278904"/>
            <a:chOff x="6644957" y="2456353"/>
            <a:chExt cx="371395" cy="278904"/>
          </a:xfrm>
        </p:grpSpPr>
        <p:sp>
          <p:nvSpPr>
            <p:cNvPr id="13957" name="Google Shape;13957;p87"/>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7"/>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7"/>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7"/>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7"/>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87"/>
          <p:cNvGrpSpPr/>
          <p:nvPr/>
        </p:nvGrpSpPr>
        <p:grpSpPr>
          <a:xfrm>
            <a:off x="5388757" y="2240409"/>
            <a:ext cx="260349" cy="362292"/>
            <a:chOff x="5388757" y="2414659"/>
            <a:chExt cx="260349" cy="362292"/>
          </a:xfrm>
        </p:grpSpPr>
        <p:sp>
          <p:nvSpPr>
            <p:cNvPr id="13963" name="Google Shape;13963;p87"/>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7"/>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7"/>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7"/>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7"/>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7"/>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7"/>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7"/>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7"/>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7"/>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7"/>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7"/>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7"/>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7"/>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7"/>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7"/>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7"/>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7"/>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7"/>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7"/>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3" name="Google Shape;13983;p87"/>
          <p:cNvGrpSpPr/>
          <p:nvPr/>
        </p:nvGrpSpPr>
        <p:grpSpPr>
          <a:xfrm>
            <a:off x="3567142" y="2731507"/>
            <a:ext cx="348288" cy="340331"/>
            <a:chOff x="3567142" y="2905757"/>
            <a:chExt cx="348288" cy="340331"/>
          </a:xfrm>
        </p:grpSpPr>
        <p:sp>
          <p:nvSpPr>
            <p:cNvPr id="13984" name="Google Shape;13984;p87"/>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7"/>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7"/>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7"/>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7"/>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9" name="Google Shape;13989;p87"/>
          <p:cNvGrpSpPr/>
          <p:nvPr/>
        </p:nvGrpSpPr>
        <p:grpSpPr>
          <a:xfrm>
            <a:off x="870939" y="1801571"/>
            <a:ext cx="332375" cy="350071"/>
            <a:chOff x="870939" y="1975821"/>
            <a:chExt cx="332375" cy="350071"/>
          </a:xfrm>
        </p:grpSpPr>
        <p:sp>
          <p:nvSpPr>
            <p:cNvPr id="13990" name="Google Shape;13990;p87"/>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7"/>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7"/>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7"/>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4" name="Google Shape;13994;p87"/>
          <p:cNvGrpSpPr/>
          <p:nvPr/>
        </p:nvGrpSpPr>
        <p:grpSpPr>
          <a:xfrm>
            <a:off x="7967103" y="2240791"/>
            <a:ext cx="355863" cy="361911"/>
            <a:chOff x="7967103" y="2415041"/>
            <a:chExt cx="355863" cy="361911"/>
          </a:xfrm>
        </p:grpSpPr>
        <p:sp>
          <p:nvSpPr>
            <p:cNvPr id="13995" name="Google Shape;13995;p87"/>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7"/>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7"/>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7"/>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7"/>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7"/>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7"/>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7"/>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7"/>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7"/>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7"/>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87"/>
          <p:cNvGrpSpPr/>
          <p:nvPr/>
        </p:nvGrpSpPr>
        <p:grpSpPr>
          <a:xfrm>
            <a:off x="7529411" y="2240409"/>
            <a:ext cx="355863" cy="362292"/>
            <a:chOff x="7529411" y="2414659"/>
            <a:chExt cx="355863" cy="362292"/>
          </a:xfrm>
        </p:grpSpPr>
        <p:sp>
          <p:nvSpPr>
            <p:cNvPr id="14007" name="Google Shape;14007;p87"/>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7"/>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7"/>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7"/>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7"/>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7"/>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7"/>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7"/>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7"/>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7"/>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7"/>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7"/>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87"/>
          <p:cNvGrpSpPr/>
          <p:nvPr/>
        </p:nvGrpSpPr>
        <p:grpSpPr>
          <a:xfrm>
            <a:off x="5733194" y="2257468"/>
            <a:ext cx="446826" cy="327059"/>
            <a:chOff x="5733194" y="2431718"/>
            <a:chExt cx="446826" cy="327059"/>
          </a:xfrm>
        </p:grpSpPr>
        <p:sp>
          <p:nvSpPr>
            <p:cNvPr id="14020" name="Google Shape;14020;p8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87"/>
          <p:cNvGrpSpPr/>
          <p:nvPr/>
        </p:nvGrpSpPr>
        <p:grpSpPr>
          <a:xfrm>
            <a:off x="4876780" y="2243814"/>
            <a:ext cx="407774" cy="356627"/>
            <a:chOff x="4876780" y="2418064"/>
            <a:chExt cx="407774" cy="356627"/>
          </a:xfrm>
        </p:grpSpPr>
        <p:sp>
          <p:nvSpPr>
            <p:cNvPr id="14024" name="Google Shape;14024;p8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87"/>
          <p:cNvGrpSpPr/>
          <p:nvPr/>
        </p:nvGrpSpPr>
        <p:grpSpPr>
          <a:xfrm>
            <a:off x="7070872" y="2236621"/>
            <a:ext cx="398321" cy="371013"/>
            <a:chOff x="7070872" y="2410871"/>
            <a:chExt cx="398321" cy="371013"/>
          </a:xfrm>
        </p:grpSpPr>
        <p:sp>
          <p:nvSpPr>
            <p:cNvPr id="14033" name="Google Shape;14033;p8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7" name="Google Shape;14037;p87"/>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8" name="Google Shape;14038;p87"/>
          <p:cNvGrpSpPr/>
          <p:nvPr/>
        </p:nvGrpSpPr>
        <p:grpSpPr>
          <a:xfrm>
            <a:off x="5318259" y="2807861"/>
            <a:ext cx="371013" cy="220787"/>
            <a:chOff x="5318259" y="2982111"/>
            <a:chExt cx="371013" cy="220787"/>
          </a:xfrm>
        </p:grpSpPr>
        <p:sp>
          <p:nvSpPr>
            <p:cNvPr id="14039" name="Google Shape;14039;p8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87"/>
          <p:cNvGrpSpPr/>
          <p:nvPr/>
        </p:nvGrpSpPr>
        <p:grpSpPr>
          <a:xfrm>
            <a:off x="7073928" y="2731507"/>
            <a:ext cx="371395" cy="371809"/>
            <a:chOff x="7073928" y="2905757"/>
            <a:chExt cx="371395" cy="371809"/>
          </a:xfrm>
        </p:grpSpPr>
        <p:sp>
          <p:nvSpPr>
            <p:cNvPr id="14048" name="Google Shape;14048;p8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1" name="Google Shape;14051;p87"/>
          <p:cNvGrpSpPr/>
          <p:nvPr/>
        </p:nvGrpSpPr>
        <p:grpSpPr>
          <a:xfrm>
            <a:off x="6188327" y="2781158"/>
            <a:ext cx="371395" cy="272857"/>
            <a:chOff x="6188327" y="2955408"/>
            <a:chExt cx="371395" cy="272857"/>
          </a:xfrm>
        </p:grpSpPr>
        <p:sp>
          <p:nvSpPr>
            <p:cNvPr id="14052" name="Google Shape;14052;p87"/>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7"/>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87"/>
          <p:cNvGrpSpPr/>
          <p:nvPr/>
        </p:nvGrpSpPr>
        <p:grpSpPr>
          <a:xfrm>
            <a:off x="7521454" y="2731889"/>
            <a:ext cx="359651" cy="371013"/>
            <a:chOff x="7521454" y="2906139"/>
            <a:chExt cx="359651" cy="371013"/>
          </a:xfrm>
        </p:grpSpPr>
        <p:sp>
          <p:nvSpPr>
            <p:cNvPr id="14055" name="Google Shape;14055;p8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0" name="Google Shape;14060;p87"/>
          <p:cNvGrpSpPr/>
          <p:nvPr/>
        </p:nvGrpSpPr>
        <p:grpSpPr>
          <a:xfrm>
            <a:off x="5782845" y="2732271"/>
            <a:ext cx="301661" cy="371013"/>
            <a:chOff x="5782845" y="2906521"/>
            <a:chExt cx="301661" cy="371013"/>
          </a:xfrm>
        </p:grpSpPr>
        <p:sp>
          <p:nvSpPr>
            <p:cNvPr id="14061" name="Google Shape;14061;p8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4" name="Google Shape;14064;p87"/>
          <p:cNvGrpSpPr/>
          <p:nvPr/>
        </p:nvGrpSpPr>
        <p:grpSpPr>
          <a:xfrm>
            <a:off x="3539102" y="2253299"/>
            <a:ext cx="355099" cy="355481"/>
            <a:chOff x="3539102" y="2427549"/>
            <a:chExt cx="355099" cy="355481"/>
          </a:xfrm>
        </p:grpSpPr>
        <p:sp>
          <p:nvSpPr>
            <p:cNvPr id="14065" name="Google Shape;14065;p8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7" name="Google Shape;14067;p87"/>
          <p:cNvGrpSpPr/>
          <p:nvPr/>
        </p:nvGrpSpPr>
        <p:grpSpPr>
          <a:xfrm>
            <a:off x="6630539" y="2743252"/>
            <a:ext cx="371777" cy="349434"/>
            <a:chOff x="6630539" y="2917502"/>
            <a:chExt cx="371777" cy="349434"/>
          </a:xfrm>
        </p:grpSpPr>
        <p:sp>
          <p:nvSpPr>
            <p:cNvPr id="14068" name="Google Shape;14068;p87"/>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7"/>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7"/>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7"/>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7"/>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7"/>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7"/>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87"/>
          <p:cNvGrpSpPr/>
          <p:nvPr/>
        </p:nvGrpSpPr>
        <p:grpSpPr>
          <a:xfrm>
            <a:off x="2171474" y="3194979"/>
            <a:ext cx="408156" cy="343737"/>
            <a:chOff x="2171474" y="3369229"/>
            <a:chExt cx="408156" cy="343737"/>
          </a:xfrm>
        </p:grpSpPr>
        <p:sp>
          <p:nvSpPr>
            <p:cNvPr id="14076" name="Google Shape;14076;p87"/>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7"/>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7"/>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7"/>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87"/>
          <p:cNvGrpSpPr/>
          <p:nvPr/>
        </p:nvGrpSpPr>
        <p:grpSpPr>
          <a:xfrm>
            <a:off x="4891198" y="2750858"/>
            <a:ext cx="334634" cy="334634"/>
            <a:chOff x="4891198" y="2925108"/>
            <a:chExt cx="334634" cy="334634"/>
          </a:xfrm>
        </p:grpSpPr>
        <p:sp>
          <p:nvSpPr>
            <p:cNvPr id="14081" name="Google Shape;14081;p87"/>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7"/>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7"/>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7"/>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7"/>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7"/>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7"/>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7"/>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87"/>
          <p:cNvGrpSpPr/>
          <p:nvPr/>
        </p:nvGrpSpPr>
        <p:grpSpPr>
          <a:xfrm>
            <a:off x="7976174" y="2750858"/>
            <a:ext cx="334666" cy="334634"/>
            <a:chOff x="7976174" y="2925108"/>
            <a:chExt cx="334666" cy="334634"/>
          </a:xfrm>
        </p:grpSpPr>
        <p:sp>
          <p:nvSpPr>
            <p:cNvPr id="14090" name="Google Shape;14090;p8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87"/>
          <p:cNvGrpSpPr/>
          <p:nvPr/>
        </p:nvGrpSpPr>
        <p:grpSpPr>
          <a:xfrm>
            <a:off x="3091957" y="3199881"/>
            <a:ext cx="354717" cy="332757"/>
            <a:chOff x="3091957" y="3374131"/>
            <a:chExt cx="354717" cy="332757"/>
          </a:xfrm>
        </p:grpSpPr>
        <p:sp>
          <p:nvSpPr>
            <p:cNvPr id="14100" name="Google Shape;14100;p87"/>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7"/>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7"/>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7"/>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7"/>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7"/>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87"/>
          <p:cNvGrpSpPr/>
          <p:nvPr/>
        </p:nvGrpSpPr>
        <p:grpSpPr>
          <a:xfrm>
            <a:off x="3988156" y="3205960"/>
            <a:ext cx="353954" cy="318880"/>
            <a:chOff x="3988156" y="3380210"/>
            <a:chExt cx="353954" cy="318880"/>
          </a:xfrm>
        </p:grpSpPr>
        <p:sp>
          <p:nvSpPr>
            <p:cNvPr id="14107" name="Google Shape;14107;p87"/>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7"/>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7"/>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7"/>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7"/>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87"/>
          <p:cNvGrpSpPr/>
          <p:nvPr/>
        </p:nvGrpSpPr>
        <p:grpSpPr>
          <a:xfrm>
            <a:off x="3541011" y="3193070"/>
            <a:ext cx="348257" cy="346188"/>
            <a:chOff x="3541011" y="3367320"/>
            <a:chExt cx="348257" cy="346188"/>
          </a:xfrm>
        </p:grpSpPr>
        <p:sp>
          <p:nvSpPr>
            <p:cNvPr id="14113" name="Google Shape;14113;p87"/>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7"/>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7"/>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7"/>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7" name="Google Shape;14117;p87"/>
          <p:cNvGrpSpPr/>
          <p:nvPr/>
        </p:nvGrpSpPr>
        <p:grpSpPr>
          <a:xfrm>
            <a:off x="1314678" y="3183967"/>
            <a:ext cx="334666" cy="365348"/>
            <a:chOff x="1314678" y="3358217"/>
            <a:chExt cx="334666" cy="365348"/>
          </a:xfrm>
        </p:grpSpPr>
        <p:sp>
          <p:nvSpPr>
            <p:cNvPr id="14118" name="Google Shape;14118;p8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87"/>
          <p:cNvGrpSpPr/>
          <p:nvPr/>
        </p:nvGrpSpPr>
        <p:grpSpPr>
          <a:xfrm>
            <a:off x="1748582" y="3198385"/>
            <a:ext cx="359269" cy="335780"/>
            <a:chOff x="1748582" y="3372635"/>
            <a:chExt cx="359269" cy="335780"/>
          </a:xfrm>
        </p:grpSpPr>
        <p:sp>
          <p:nvSpPr>
            <p:cNvPr id="14124" name="Google Shape;14124;p87"/>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5" name="Google Shape;14125;p87"/>
            <p:cNvGrpSpPr/>
            <p:nvPr/>
          </p:nvGrpSpPr>
          <p:grpSpPr>
            <a:xfrm>
              <a:off x="1748582" y="3372635"/>
              <a:ext cx="333520" cy="335780"/>
              <a:chOff x="1748582" y="3372635"/>
              <a:chExt cx="333520" cy="335780"/>
            </a:xfrm>
          </p:grpSpPr>
          <p:sp>
            <p:nvSpPr>
              <p:cNvPr id="14126" name="Google Shape;14126;p87"/>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7"/>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7"/>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29" name="Google Shape;14129;p87"/>
          <p:cNvGrpSpPr/>
          <p:nvPr/>
        </p:nvGrpSpPr>
        <p:grpSpPr>
          <a:xfrm>
            <a:off x="2640993" y="3183585"/>
            <a:ext cx="365348" cy="364966"/>
            <a:chOff x="2640993" y="3357835"/>
            <a:chExt cx="365348" cy="364966"/>
          </a:xfrm>
        </p:grpSpPr>
        <p:sp>
          <p:nvSpPr>
            <p:cNvPr id="14130" name="Google Shape;14130;p8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0" name="Google Shape;14140;p87"/>
          <p:cNvGrpSpPr/>
          <p:nvPr/>
        </p:nvGrpSpPr>
        <p:grpSpPr>
          <a:xfrm>
            <a:off x="4886264" y="3191924"/>
            <a:ext cx="350548" cy="350198"/>
            <a:chOff x="4886264" y="3366174"/>
            <a:chExt cx="350548" cy="350198"/>
          </a:xfrm>
        </p:grpSpPr>
        <p:sp>
          <p:nvSpPr>
            <p:cNvPr id="14141" name="Google Shape;14141;p8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4" name="Google Shape;14154;p87"/>
          <p:cNvGrpSpPr/>
          <p:nvPr/>
        </p:nvGrpSpPr>
        <p:grpSpPr>
          <a:xfrm>
            <a:off x="5331913" y="3239697"/>
            <a:ext cx="347143" cy="254684"/>
            <a:chOff x="5331913" y="3413947"/>
            <a:chExt cx="347143" cy="254684"/>
          </a:xfrm>
        </p:grpSpPr>
        <p:sp>
          <p:nvSpPr>
            <p:cNvPr id="14155" name="Google Shape;14155;p8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1" name="Google Shape;14161;p87"/>
          <p:cNvGrpSpPr/>
          <p:nvPr/>
        </p:nvGrpSpPr>
        <p:grpSpPr>
          <a:xfrm>
            <a:off x="5776798" y="3235528"/>
            <a:ext cx="346379" cy="264518"/>
            <a:chOff x="5776798" y="3409778"/>
            <a:chExt cx="346379" cy="264518"/>
          </a:xfrm>
        </p:grpSpPr>
        <p:sp>
          <p:nvSpPr>
            <p:cNvPr id="14162" name="Google Shape;14162;p87"/>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7"/>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7"/>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7"/>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7"/>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7"/>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8" name="Google Shape;14168;p87"/>
          <p:cNvGrpSpPr/>
          <p:nvPr/>
        </p:nvGrpSpPr>
        <p:grpSpPr>
          <a:xfrm>
            <a:off x="7108015" y="3222255"/>
            <a:ext cx="344883" cy="290299"/>
            <a:chOff x="7108015" y="3396505"/>
            <a:chExt cx="344883" cy="290299"/>
          </a:xfrm>
        </p:grpSpPr>
        <p:sp>
          <p:nvSpPr>
            <p:cNvPr id="14169" name="Google Shape;14169;p87"/>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7"/>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7"/>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7"/>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3" name="Google Shape;14173;p87"/>
          <p:cNvGrpSpPr/>
          <p:nvPr/>
        </p:nvGrpSpPr>
        <p:grpSpPr>
          <a:xfrm>
            <a:off x="7551754" y="3216558"/>
            <a:ext cx="344883" cy="301311"/>
            <a:chOff x="7551754" y="3390808"/>
            <a:chExt cx="344883" cy="301311"/>
          </a:xfrm>
        </p:grpSpPr>
        <p:sp>
          <p:nvSpPr>
            <p:cNvPr id="14174" name="Google Shape;14174;p8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87"/>
          <p:cNvGrpSpPr/>
          <p:nvPr/>
        </p:nvGrpSpPr>
        <p:grpSpPr>
          <a:xfrm>
            <a:off x="6707084" y="3213153"/>
            <a:ext cx="261145" cy="308504"/>
            <a:chOff x="6707084" y="3387403"/>
            <a:chExt cx="261145" cy="308504"/>
          </a:xfrm>
        </p:grpSpPr>
        <p:sp>
          <p:nvSpPr>
            <p:cNvPr id="14186" name="Google Shape;14186;p87"/>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7"/>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7"/>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7"/>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87"/>
          <p:cNvGrpSpPr/>
          <p:nvPr/>
        </p:nvGrpSpPr>
        <p:grpSpPr>
          <a:xfrm>
            <a:off x="848978" y="4123387"/>
            <a:ext cx="377824" cy="324418"/>
            <a:chOff x="848978" y="4297637"/>
            <a:chExt cx="377824" cy="324418"/>
          </a:xfrm>
        </p:grpSpPr>
        <p:sp>
          <p:nvSpPr>
            <p:cNvPr id="14191" name="Google Shape;14191;p8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87"/>
          <p:cNvGrpSpPr/>
          <p:nvPr/>
        </p:nvGrpSpPr>
        <p:grpSpPr>
          <a:xfrm>
            <a:off x="1754279" y="4112343"/>
            <a:ext cx="351439" cy="345965"/>
            <a:chOff x="1754279" y="4286593"/>
            <a:chExt cx="351439" cy="345965"/>
          </a:xfrm>
        </p:grpSpPr>
        <p:sp>
          <p:nvSpPr>
            <p:cNvPr id="14194" name="Google Shape;14194;p8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9" name="Google Shape;14199;p87"/>
          <p:cNvGrpSpPr/>
          <p:nvPr/>
        </p:nvGrpSpPr>
        <p:grpSpPr>
          <a:xfrm>
            <a:off x="3996113" y="4116926"/>
            <a:ext cx="336512" cy="335048"/>
            <a:chOff x="3996113" y="4291176"/>
            <a:chExt cx="336512" cy="335048"/>
          </a:xfrm>
        </p:grpSpPr>
        <p:sp>
          <p:nvSpPr>
            <p:cNvPr id="14200" name="Google Shape;14200;p8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3" name="Google Shape;14203;p87"/>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4" name="Google Shape;14204;p87"/>
          <p:cNvGrpSpPr/>
          <p:nvPr/>
        </p:nvGrpSpPr>
        <p:grpSpPr>
          <a:xfrm>
            <a:off x="2179081" y="4111261"/>
            <a:ext cx="397525" cy="348670"/>
            <a:chOff x="2179081" y="4285511"/>
            <a:chExt cx="397525" cy="348670"/>
          </a:xfrm>
        </p:grpSpPr>
        <p:sp>
          <p:nvSpPr>
            <p:cNvPr id="14205" name="Google Shape;14205;p8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7" name="Google Shape;14207;p87"/>
          <p:cNvGrpSpPr/>
          <p:nvPr/>
        </p:nvGrpSpPr>
        <p:grpSpPr>
          <a:xfrm>
            <a:off x="3584201" y="4120746"/>
            <a:ext cx="267574" cy="329415"/>
            <a:chOff x="3584201" y="4294996"/>
            <a:chExt cx="267574" cy="329415"/>
          </a:xfrm>
        </p:grpSpPr>
        <p:sp>
          <p:nvSpPr>
            <p:cNvPr id="14208" name="Google Shape;14208;p8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87"/>
          <p:cNvGrpSpPr/>
          <p:nvPr/>
        </p:nvGrpSpPr>
        <p:grpSpPr>
          <a:xfrm>
            <a:off x="3082855" y="4121478"/>
            <a:ext cx="375946" cy="327823"/>
            <a:chOff x="3082855" y="4295728"/>
            <a:chExt cx="375946" cy="327823"/>
          </a:xfrm>
        </p:grpSpPr>
        <p:sp>
          <p:nvSpPr>
            <p:cNvPr id="14213" name="Google Shape;14213;p8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4" name="Google Shape;14224;p87"/>
          <p:cNvGrpSpPr/>
          <p:nvPr/>
        </p:nvGrpSpPr>
        <p:grpSpPr>
          <a:xfrm>
            <a:off x="2749016" y="4116926"/>
            <a:ext cx="150831" cy="336926"/>
            <a:chOff x="2749016" y="4291176"/>
            <a:chExt cx="150831" cy="336926"/>
          </a:xfrm>
        </p:grpSpPr>
        <p:sp>
          <p:nvSpPr>
            <p:cNvPr id="14225" name="Google Shape;14225;p8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9" name="Google Shape;14229;p87"/>
          <p:cNvGrpSpPr/>
          <p:nvPr/>
        </p:nvGrpSpPr>
        <p:grpSpPr>
          <a:xfrm>
            <a:off x="7127716" y="4105182"/>
            <a:ext cx="248254" cy="361942"/>
            <a:chOff x="7127716" y="4279432"/>
            <a:chExt cx="248254" cy="361942"/>
          </a:xfrm>
        </p:grpSpPr>
        <p:sp>
          <p:nvSpPr>
            <p:cNvPr id="14230" name="Google Shape;14230;p87"/>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7"/>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7"/>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7"/>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7"/>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7"/>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7"/>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7"/>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7"/>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87"/>
          <p:cNvGrpSpPr/>
          <p:nvPr/>
        </p:nvGrpSpPr>
        <p:grpSpPr>
          <a:xfrm>
            <a:off x="7565408" y="4105182"/>
            <a:ext cx="248255" cy="361942"/>
            <a:chOff x="7565408" y="4279432"/>
            <a:chExt cx="248255" cy="361942"/>
          </a:xfrm>
        </p:grpSpPr>
        <p:sp>
          <p:nvSpPr>
            <p:cNvPr id="14240" name="Google Shape;14240;p87"/>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7"/>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7"/>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7"/>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7"/>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7"/>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7"/>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7"/>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87"/>
          <p:cNvGrpSpPr/>
          <p:nvPr/>
        </p:nvGrpSpPr>
        <p:grpSpPr>
          <a:xfrm>
            <a:off x="6264109" y="4105182"/>
            <a:ext cx="225498" cy="361560"/>
            <a:chOff x="6264109" y="4279432"/>
            <a:chExt cx="225498" cy="361560"/>
          </a:xfrm>
        </p:grpSpPr>
        <p:sp>
          <p:nvSpPr>
            <p:cNvPr id="14249" name="Google Shape;14249;p87"/>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7"/>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1" name="Google Shape;14251;p87"/>
          <p:cNvGrpSpPr/>
          <p:nvPr/>
        </p:nvGrpSpPr>
        <p:grpSpPr>
          <a:xfrm>
            <a:off x="7929578" y="4110115"/>
            <a:ext cx="395266" cy="351312"/>
            <a:chOff x="7929578" y="4284365"/>
            <a:chExt cx="395266" cy="351312"/>
          </a:xfrm>
        </p:grpSpPr>
        <p:sp>
          <p:nvSpPr>
            <p:cNvPr id="14252" name="Google Shape;14252;p87"/>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7"/>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7"/>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7"/>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87"/>
          <p:cNvGrpSpPr/>
          <p:nvPr/>
        </p:nvGrpSpPr>
        <p:grpSpPr>
          <a:xfrm>
            <a:off x="6595502" y="4149527"/>
            <a:ext cx="426315" cy="332826"/>
            <a:chOff x="6639652" y="4323777"/>
            <a:chExt cx="426315" cy="332826"/>
          </a:xfrm>
        </p:grpSpPr>
        <p:sp>
          <p:nvSpPr>
            <p:cNvPr id="14257" name="Google Shape;14257;p87"/>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7"/>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7"/>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7"/>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7"/>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7"/>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7"/>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7"/>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7"/>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7"/>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7" name="Google Shape;14267;p87"/>
          <p:cNvGrpSpPr/>
          <p:nvPr/>
        </p:nvGrpSpPr>
        <p:grpSpPr>
          <a:xfrm>
            <a:off x="5357662" y="4123387"/>
            <a:ext cx="287275" cy="326296"/>
            <a:chOff x="5357662" y="4297637"/>
            <a:chExt cx="287275" cy="326296"/>
          </a:xfrm>
        </p:grpSpPr>
        <p:sp>
          <p:nvSpPr>
            <p:cNvPr id="14268" name="Google Shape;14268;p87"/>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7"/>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7"/>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7"/>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7"/>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3" name="Google Shape;14273;p87"/>
          <p:cNvGrpSpPr/>
          <p:nvPr/>
        </p:nvGrpSpPr>
        <p:grpSpPr>
          <a:xfrm>
            <a:off x="5774124" y="4120300"/>
            <a:ext cx="331611" cy="331674"/>
            <a:chOff x="5774124" y="4294550"/>
            <a:chExt cx="331611" cy="331674"/>
          </a:xfrm>
        </p:grpSpPr>
        <p:sp>
          <p:nvSpPr>
            <p:cNvPr id="14274" name="Google Shape;14274;p87"/>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7"/>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6" name="Google Shape;14276;p87"/>
          <p:cNvGrpSpPr/>
          <p:nvPr/>
        </p:nvGrpSpPr>
        <p:grpSpPr>
          <a:xfrm>
            <a:off x="4890434" y="4113139"/>
            <a:ext cx="345997" cy="346029"/>
            <a:chOff x="4890434" y="4287389"/>
            <a:chExt cx="345997" cy="346029"/>
          </a:xfrm>
        </p:grpSpPr>
        <p:sp>
          <p:nvSpPr>
            <p:cNvPr id="14277" name="Google Shape;14277;p8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87"/>
          <p:cNvGrpSpPr/>
          <p:nvPr/>
        </p:nvGrpSpPr>
        <p:grpSpPr>
          <a:xfrm>
            <a:off x="2165809" y="3636809"/>
            <a:ext cx="422542" cy="342973"/>
            <a:chOff x="2165809" y="3811059"/>
            <a:chExt cx="422542" cy="342973"/>
          </a:xfrm>
        </p:grpSpPr>
        <p:sp>
          <p:nvSpPr>
            <p:cNvPr id="14285" name="Google Shape;14285;p87"/>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7"/>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7"/>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7"/>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7"/>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7"/>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7"/>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7"/>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7"/>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7"/>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7"/>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7"/>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7"/>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7"/>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7"/>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7"/>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7"/>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7"/>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3" name="Google Shape;14303;p87"/>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4" name="Google Shape;14304;p87"/>
          <p:cNvGrpSpPr/>
          <p:nvPr/>
        </p:nvGrpSpPr>
        <p:grpSpPr>
          <a:xfrm>
            <a:off x="903530" y="3631875"/>
            <a:ext cx="264550" cy="353222"/>
            <a:chOff x="903530" y="3806125"/>
            <a:chExt cx="264550" cy="353222"/>
          </a:xfrm>
        </p:grpSpPr>
        <p:sp>
          <p:nvSpPr>
            <p:cNvPr id="14305" name="Google Shape;14305;p87"/>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7"/>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7"/>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7"/>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87"/>
          <p:cNvGrpSpPr/>
          <p:nvPr/>
        </p:nvGrpSpPr>
        <p:grpSpPr>
          <a:xfrm>
            <a:off x="850092" y="3178684"/>
            <a:ext cx="369517" cy="375660"/>
            <a:chOff x="850092" y="3352934"/>
            <a:chExt cx="369517" cy="375660"/>
          </a:xfrm>
        </p:grpSpPr>
        <p:sp>
          <p:nvSpPr>
            <p:cNvPr id="14310" name="Google Shape;14310;p8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87"/>
          <p:cNvGrpSpPr/>
          <p:nvPr/>
        </p:nvGrpSpPr>
        <p:grpSpPr>
          <a:xfrm>
            <a:off x="2611458" y="3642124"/>
            <a:ext cx="426329" cy="332375"/>
            <a:chOff x="2611458" y="3816374"/>
            <a:chExt cx="426329" cy="332375"/>
          </a:xfrm>
        </p:grpSpPr>
        <p:sp>
          <p:nvSpPr>
            <p:cNvPr id="14316" name="Google Shape;14316;p8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6" name="Google Shape;14326;p87"/>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7" name="Google Shape;14327;p87"/>
          <p:cNvGrpSpPr/>
          <p:nvPr/>
        </p:nvGrpSpPr>
        <p:grpSpPr>
          <a:xfrm>
            <a:off x="4019984" y="3631143"/>
            <a:ext cx="293704" cy="353954"/>
            <a:chOff x="4019984" y="3805393"/>
            <a:chExt cx="293704" cy="353954"/>
          </a:xfrm>
        </p:grpSpPr>
        <p:sp>
          <p:nvSpPr>
            <p:cNvPr id="14328" name="Google Shape;14328;p8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87"/>
          <p:cNvGrpSpPr/>
          <p:nvPr/>
        </p:nvGrpSpPr>
        <p:grpSpPr>
          <a:xfrm>
            <a:off x="8006505" y="3215794"/>
            <a:ext cx="323654" cy="303189"/>
            <a:chOff x="8006505" y="3390044"/>
            <a:chExt cx="323654" cy="303189"/>
          </a:xfrm>
        </p:grpSpPr>
        <p:sp>
          <p:nvSpPr>
            <p:cNvPr id="14331" name="Google Shape;14331;p8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87"/>
          <p:cNvGrpSpPr/>
          <p:nvPr/>
        </p:nvGrpSpPr>
        <p:grpSpPr>
          <a:xfrm>
            <a:off x="1299146" y="3632257"/>
            <a:ext cx="367990" cy="351312"/>
            <a:chOff x="1299146" y="3806507"/>
            <a:chExt cx="367990" cy="351312"/>
          </a:xfrm>
        </p:grpSpPr>
        <p:sp>
          <p:nvSpPr>
            <p:cNvPr id="14338" name="Google Shape;14338;p87"/>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7"/>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0" name="Google Shape;14340;p87"/>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1" name="Google Shape;14341;p87"/>
          <p:cNvGrpSpPr/>
          <p:nvPr/>
        </p:nvGrpSpPr>
        <p:grpSpPr>
          <a:xfrm>
            <a:off x="7550258" y="3658420"/>
            <a:ext cx="371395" cy="301279"/>
            <a:chOff x="7550258" y="3832670"/>
            <a:chExt cx="371395" cy="301279"/>
          </a:xfrm>
        </p:grpSpPr>
        <p:sp>
          <p:nvSpPr>
            <p:cNvPr id="14342" name="Google Shape;14342;p8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0" name="Google Shape;14360;p87"/>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1" name="Google Shape;14361;p87"/>
          <p:cNvGrpSpPr/>
          <p:nvPr/>
        </p:nvGrpSpPr>
        <p:grpSpPr>
          <a:xfrm>
            <a:off x="6659725" y="3633785"/>
            <a:ext cx="367608" cy="350548"/>
            <a:chOff x="6659725" y="3808035"/>
            <a:chExt cx="367608" cy="350548"/>
          </a:xfrm>
        </p:grpSpPr>
        <p:sp>
          <p:nvSpPr>
            <p:cNvPr id="14362" name="Google Shape;14362;p8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4" name="Google Shape;14364;p87"/>
          <p:cNvGrpSpPr/>
          <p:nvPr/>
        </p:nvGrpSpPr>
        <p:grpSpPr>
          <a:xfrm>
            <a:off x="6219391" y="3642506"/>
            <a:ext cx="356627" cy="334252"/>
            <a:chOff x="6219391" y="3816756"/>
            <a:chExt cx="356627" cy="334252"/>
          </a:xfrm>
        </p:grpSpPr>
        <p:sp>
          <p:nvSpPr>
            <p:cNvPr id="14365" name="Google Shape;14365;p8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9" name="Google Shape;14369;p87"/>
          <p:cNvGrpSpPr/>
          <p:nvPr/>
        </p:nvGrpSpPr>
        <p:grpSpPr>
          <a:xfrm>
            <a:off x="5778676" y="3652722"/>
            <a:ext cx="349052" cy="313055"/>
            <a:chOff x="5778676" y="3826972"/>
            <a:chExt cx="349052" cy="313055"/>
          </a:xfrm>
        </p:grpSpPr>
        <p:sp>
          <p:nvSpPr>
            <p:cNvPr id="14370" name="Google Shape;14370;p8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5" name="Google Shape;14375;p87"/>
          <p:cNvGrpSpPr/>
          <p:nvPr/>
        </p:nvGrpSpPr>
        <p:grpSpPr>
          <a:xfrm>
            <a:off x="5355784" y="3660297"/>
            <a:ext cx="299019" cy="297905"/>
            <a:chOff x="5355784" y="3834547"/>
            <a:chExt cx="299019" cy="297905"/>
          </a:xfrm>
        </p:grpSpPr>
        <p:sp>
          <p:nvSpPr>
            <p:cNvPr id="14376" name="Google Shape;14376;p8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0" name="Google Shape;14380;p87"/>
          <p:cNvGrpSpPr/>
          <p:nvPr/>
        </p:nvGrpSpPr>
        <p:grpSpPr>
          <a:xfrm>
            <a:off x="8036455" y="3633021"/>
            <a:ext cx="292176" cy="353985"/>
            <a:chOff x="8036455" y="3807271"/>
            <a:chExt cx="292176" cy="353985"/>
          </a:xfrm>
        </p:grpSpPr>
        <p:sp>
          <p:nvSpPr>
            <p:cNvPr id="14381" name="Google Shape;14381;p8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3" name="Google Shape;14383;p8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4384" name="Google Shape;14384;p8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4385" name="Google Shape;14385;p87"/>
          <p:cNvGrpSpPr/>
          <p:nvPr/>
        </p:nvGrpSpPr>
        <p:grpSpPr>
          <a:xfrm>
            <a:off x="4874902" y="3634549"/>
            <a:ext cx="345615" cy="350835"/>
            <a:chOff x="4874902" y="3808799"/>
            <a:chExt cx="345615" cy="350835"/>
          </a:xfrm>
        </p:grpSpPr>
        <p:sp>
          <p:nvSpPr>
            <p:cNvPr id="14386" name="Google Shape;14386;p8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3" name="Google Shape;14403;p87"/>
          <p:cNvGrpSpPr/>
          <p:nvPr/>
        </p:nvGrpSpPr>
        <p:grpSpPr>
          <a:xfrm>
            <a:off x="3095745" y="3631143"/>
            <a:ext cx="352840" cy="354717"/>
            <a:chOff x="3095745" y="3805393"/>
            <a:chExt cx="352840" cy="354717"/>
          </a:xfrm>
        </p:grpSpPr>
        <p:sp>
          <p:nvSpPr>
            <p:cNvPr id="14404" name="Google Shape;14404;p8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13" name="Shape 14413"/>
        <p:cNvGrpSpPr/>
        <p:nvPr/>
      </p:nvGrpSpPr>
      <p:grpSpPr>
        <a:xfrm>
          <a:off x="0" y="0"/>
          <a:ext cx="0" cy="0"/>
          <a:chOff x="0" y="0"/>
          <a:chExt cx="0" cy="0"/>
        </a:xfrm>
      </p:grpSpPr>
      <p:grpSp>
        <p:nvGrpSpPr>
          <p:cNvPr id="14414" name="Google Shape;14414;p88"/>
          <p:cNvGrpSpPr/>
          <p:nvPr/>
        </p:nvGrpSpPr>
        <p:grpSpPr>
          <a:xfrm>
            <a:off x="2704005" y="4083381"/>
            <a:ext cx="342144" cy="362704"/>
            <a:chOff x="2704005" y="4258781"/>
            <a:chExt cx="342144" cy="362704"/>
          </a:xfrm>
        </p:grpSpPr>
        <p:sp>
          <p:nvSpPr>
            <p:cNvPr id="14415" name="Google Shape;14415;p8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88"/>
          <p:cNvGrpSpPr/>
          <p:nvPr/>
        </p:nvGrpSpPr>
        <p:grpSpPr>
          <a:xfrm>
            <a:off x="2157462" y="4083096"/>
            <a:ext cx="347435" cy="363370"/>
            <a:chOff x="2157462" y="4258496"/>
            <a:chExt cx="347435" cy="363370"/>
          </a:xfrm>
        </p:grpSpPr>
        <p:sp>
          <p:nvSpPr>
            <p:cNvPr id="14423" name="Google Shape;14423;p8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6" name="Google Shape;14426;p88"/>
          <p:cNvGrpSpPr/>
          <p:nvPr/>
        </p:nvGrpSpPr>
        <p:grpSpPr>
          <a:xfrm>
            <a:off x="4010963" y="3588381"/>
            <a:ext cx="343665" cy="363211"/>
            <a:chOff x="4010963" y="3763781"/>
            <a:chExt cx="343665" cy="363211"/>
          </a:xfrm>
        </p:grpSpPr>
        <p:sp>
          <p:nvSpPr>
            <p:cNvPr id="14427" name="Google Shape;14427;p8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88"/>
          <p:cNvGrpSpPr/>
          <p:nvPr/>
        </p:nvGrpSpPr>
        <p:grpSpPr>
          <a:xfrm>
            <a:off x="2214042" y="3635109"/>
            <a:ext cx="368153" cy="311193"/>
            <a:chOff x="2214042" y="3810509"/>
            <a:chExt cx="368153" cy="311193"/>
          </a:xfrm>
        </p:grpSpPr>
        <p:sp>
          <p:nvSpPr>
            <p:cNvPr id="14433" name="Google Shape;14433;p88"/>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8"/>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88"/>
          <p:cNvGrpSpPr/>
          <p:nvPr/>
        </p:nvGrpSpPr>
        <p:grpSpPr>
          <a:xfrm>
            <a:off x="1797413" y="3606819"/>
            <a:ext cx="367805" cy="367773"/>
            <a:chOff x="1768938" y="3782219"/>
            <a:chExt cx="367805" cy="367773"/>
          </a:xfrm>
        </p:grpSpPr>
        <p:sp>
          <p:nvSpPr>
            <p:cNvPr id="14436" name="Google Shape;14436;p88"/>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8"/>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8"/>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8"/>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8"/>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88"/>
          <p:cNvGrpSpPr/>
          <p:nvPr/>
        </p:nvGrpSpPr>
        <p:grpSpPr>
          <a:xfrm>
            <a:off x="2681385" y="3623039"/>
            <a:ext cx="325544" cy="327413"/>
            <a:chOff x="2681385" y="3798439"/>
            <a:chExt cx="325544" cy="327413"/>
          </a:xfrm>
        </p:grpSpPr>
        <p:sp>
          <p:nvSpPr>
            <p:cNvPr id="14442" name="Google Shape;14442;p88"/>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8"/>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8"/>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8"/>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8"/>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8"/>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8"/>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9" name="Google Shape;14449;p88"/>
          <p:cNvGrpSpPr/>
          <p:nvPr/>
        </p:nvGrpSpPr>
        <p:grpSpPr>
          <a:xfrm>
            <a:off x="6243928" y="4088102"/>
            <a:ext cx="274254" cy="350824"/>
            <a:chOff x="6243928" y="4263502"/>
            <a:chExt cx="274254" cy="350824"/>
          </a:xfrm>
        </p:grpSpPr>
        <p:sp>
          <p:nvSpPr>
            <p:cNvPr id="14450" name="Google Shape;14450;p88"/>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8"/>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8"/>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8"/>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8"/>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8"/>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8"/>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8"/>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88"/>
          <p:cNvGrpSpPr/>
          <p:nvPr/>
        </p:nvGrpSpPr>
        <p:grpSpPr>
          <a:xfrm>
            <a:off x="3560600" y="3587938"/>
            <a:ext cx="352345" cy="363655"/>
            <a:chOff x="3560600" y="3763338"/>
            <a:chExt cx="352345" cy="363655"/>
          </a:xfrm>
        </p:grpSpPr>
        <p:sp>
          <p:nvSpPr>
            <p:cNvPr id="14459" name="Google Shape;14459;p88"/>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8"/>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8"/>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88"/>
          <p:cNvGrpSpPr/>
          <p:nvPr/>
        </p:nvGrpSpPr>
        <p:grpSpPr>
          <a:xfrm>
            <a:off x="5790556" y="4085852"/>
            <a:ext cx="279513" cy="356083"/>
            <a:chOff x="5790556" y="4261252"/>
            <a:chExt cx="279513" cy="356083"/>
          </a:xfrm>
        </p:grpSpPr>
        <p:sp>
          <p:nvSpPr>
            <p:cNvPr id="14463" name="Google Shape;14463;p8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0" name="Google Shape;14470;p88"/>
          <p:cNvGrpSpPr/>
          <p:nvPr/>
        </p:nvGrpSpPr>
        <p:grpSpPr>
          <a:xfrm>
            <a:off x="5341333" y="4085852"/>
            <a:ext cx="278752" cy="356463"/>
            <a:chOff x="5341333" y="4261252"/>
            <a:chExt cx="278752" cy="356463"/>
          </a:xfrm>
        </p:grpSpPr>
        <p:sp>
          <p:nvSpPr>
            <p:cNvPr id="14471" name="Google Shape;14471;p8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8" name="Google Shape;14478;p88"/>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9" name="Google Shape;14479;p88"/>
          <p:cNvGrpSpPr/>
          <p:nvPr/>
        </p:nvGrpSpPr>
        <p:grpSpPr>
          <a:xfrm>
            <a:off x="3103646" y="3590676"/>
            <a:ext cx="360233" cy="362451"/>
            <a:chOff x="3107608" y="3763401"/>
            <a:chExt cx="360233" cy="362451"/>
          </a:xfrm>
        </p:grpSpPr>
        <p:sp>
          <p:nvSpPr>
            <p:cNvPr id="14480" name="Google Shape;14480;p88"/>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8"/>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8"/>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88"/>
          <p:cNvGrpSpPr/>
          <p:nvPr/>
        </p:nvGrpSpPr>
        <p:grpSpPr>
          <a:xfrm>
            <a:off x="889343" y="3625827"/>
            <a:ext cx="351585" cy="339705"/>
            <a:chOff x="889343" y="3801227"/>
            <a:chExt cx="351585" cy="339705"/>
          </a:xfrm>
        </p:grpSpPr>
        <p:sp>
          <p:nvSpPr>
            <p:cNvPr id="14484" name="Google Shape;14484;p88"/>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8"/>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8"/>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8"/>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8"/>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9" name="Google Shape;14489;p88"/>
          <p:cNvGrpSpPr/>
          <p:nvPr/>
        </p:nvGrpSpPr>
        <p:grpSpPr>
          <a:xfrm>
            <a:off x="4896609" y="4085472"/>
            <a:ext cx="278784" cy="355323"/>
            <a:chOff x="4896609" y="4260872"/>
            <a:chExt cx="278784" cy="355323"/>
          </a:xfrm>
        </p:grpSpPr>
        <p:sp>
          <p:nvSpPr>
            <p:cNvPr id="14490" name="Google Shape;14490;p88"/>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8"/>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8"/>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8"/>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8"/>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8"/>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88"/>
          <p:cNvGrpSpPr/>
          <p:nvPr/>
        </p:nvGrpSpPr>
        <p:grpSpPr>
          <a:xfrm>
            <a:off x="7598438" y="4090731"/>
            <a:ext cx="260283" cy="345914"/>
            <a:chOff x="7598438" y="4266131"/>
            <a:chExt cx="260283" cy="345914"/>
          </a:xfrm>
        </p:grpSpPr>
        <p:sp>
          <p:nvSpPr>
            <p:cNvPr id="14497" name="Google Shape;14497;p88"/>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8"/>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8"/>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8"/>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8"/>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8"/>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8"/>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88"/>
          <p:cNvGrpSpPr/>
          <p:nvPr/>
        </p:nvGrpSpPr>
        <p:grpSpPr>
          <a:xfrm>
            <a:off x="1767069" y="3184746"/>
            <a:ext cx="286324" cy="348163"/>
            <a:chOff x="1767069" y="3360146"/>
            <a:chExt cx="286324" cy="348163"/>
          </a:xfrm>
        </p:grpSpPr>
        <p:sp>
          <p:nvSpPr>
            <p:cNvPr id="14505" name="Google Shape;14505;p88"/>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8"/>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8"/>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8"/>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8"/>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8"/>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8"/>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88"/>
          <p:cNvGrpSpPr/>
          <p:nvPr/>
        </p:nvGrpSpPr>
        <p:grpSpPr>
          <a:xfrm>
            <a:off x="7149944" y="4090731"/>
            <a:ext cx="260283" cy="345914"/>
            <a:chOff x="7149944" y="4266131"/>
            <a:chExt cx="260283" cy="345914"/>
          </a:xfrm>
        </p:grpSpPr>
        <p:sp>
          <p:nvSpPr>
            <p:cNvPr id="14513" name="Google Shape;14513;p8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88"/>
          <p:cNvGrpSpPr/>
          <p:nvPr/>
        </p:nvGrpSpPr>
        <p:grpSpPr>
          <a:xfrm>
            <a:off x="6695051" y="4083951"/>
            <a:ext cx="270104" cy="360233"/>
            <a:chOff x="6695051" y="4259351"/>
            <a:chExt cx="270104" cy="360233"/>
          </a:xfrm>
        </p:grpSpPr>
        <p:sp>
          <p:nvSpPr>
            <p:cNvPr id="14520" name="Google Shape;14520;p8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4" name="Google Shape;14524;p88"/>
          <p:cNvGrpSpPr/>
          <p:nvPr/>
        </p:nvGrpSpPr>
        <p:grpSpPr>
          <a:xfrm>
            <a:off x="8047661" y="4082051"/>
            <a:ext cx="277263" cy="362514"/>
            <a:chOff x="8047661" y="4257451"/>
            <a:chExt cx="277263" cy="362514"/>
          </a:xfrm>
        </p:grpSpPr>
        <p:sp>
          <p:nvSpPr>
            <p:cNvPr id="14525" name="Google Shape;14525;p88"/>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8"/>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8"/>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8"/>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9" name="Google Shape;14529;p88"/>
          <p:cNvGrpSpPr/>
          <p:nvPr/>
        </p:nvGrpSpPr>
        <p:grpSpPr>
          <a:xfrm>
            <a:off x="6248078" y="3609068"/>
            <a:ext cx="277263" cy="356115"/>
            <a:chOff x="6248078" y="3784468"/>
            <a:chExt cx="277263" cy="356115"/>
          </a:xfrm>
        </p:grpSpPr>
        <p:sp>
          <p:nvSpPr>
            <p:cNvPr id="14530" name="Google Shape;14530;p88"/>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8"/>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8"/>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8"/>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8"/>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88"/>
          <p:cNvGrpSpPr/>
          <p:nvPr/>
        </p:nvGrpSpPr>
        <p:grpSpPr>
          <a:xfrm>
            <a:off x="5800725" y="3610589"/>
            <a:ext cx="277644" cy="354594"/>
            <a:chOff x="5800725" y="3785989"/>
            <a:chExt cx="277644" cy="354594"/>
          </a:xfrm>
        </p:grpSpPr>
        <p:sp>
          <p:nvSpPr>
            <p:cNvPr id="14536" name="Google Shape;14536;p88"/>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8"/>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8"/>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8"/>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8"/>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8"/>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8"/>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88"/>
          <p:cNvGrpSpPr/>
          <p:nvPr/>
        </p:nvGrpSpPr>
        <p:grpSpPr>
          <a:xfrm>
            <a:off x="2206122" y="3185348"/>
            <a:ext cx="308183" cy="347561"/>
            <a:chOff x="2206122" y="3360748"/>
            <a:chExt cx="308183" cy="347561"/>
          </a:xfrm>
        </p:grpSpPr>
        <p:sp>
          <p:nvSpPr>
            <p:cNvPr id="14544" name="Google Shape;14544;p88"/>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8"/>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8"/>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8"/>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8"/>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88"/>
          <p:cNvGrpSpPr/>
          <p:nvPr/>
        </p:nvGrpSpPr>
        <p:grpSpPr>
          <a:xfrm>
            <a:off x="5353403" y="3610209"/>
            <a:ext cx="277992" cy="354974"/>
            <a:chOff x="5353403" y="3785609"/>
            <a:chExt cx="277992" cy="354974"/>
          </a:xfrm>
        </p:grpSpPr>
        <p:sp>
          <p:nvSpPr>
            <p:cNvPr id="14550" name="Google Shape;14550;p8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88"/>
          <p:cNvGrpSpPr/>
          <p:nvPr/>
        </p:nvGrpSpPr>
        <p:grpSpPr>
          <a:xfrm>
            <a:off x="4896229" y="3610589"/>
            <a:ext cx="278784" cy="354594"/>
            <a:chOff x="4896229" y="3785989"/>
            <a:chExt cx="278784" cy="354594"/>
          </a:xfrm>
        </p:grpSpPr>
        <p:sp>
          <p:nvSpPr>
            <p:cNvPr id="14557" name="Google Shape;14557;p8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88"/>
          <p:cNvGrpSpPr/>
          <p:nvPr/>
        </p:nvGrpSpPr>
        <p:grpSpPr>
          <a:xfrm>
            <a:off x="7592387" y="3612458"/>
            <a:ext cx="273874" cy="351204"/>
            <a:chOff x="7592387" y="3787858"/>
            <a:chExt cx="273874" cy="351204"/>
          </a:xfrm>
        </p:grpSpPr>
        <p:sp>
          <p:nvSpPr>
            <p:cNvPr id="14564" name="Google Shape;14564;p8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8" name="Google Shape;14568;p88"/>
          <p:cNvGrpSpPr/>
          <p:nvPr/>
        </p:nvGrpSpPr>
        <p:grpSpPr>
          <a:xfrm>
            <a:off x="7145794" y="3612458"/>
            <a:ext cx="274254" cy="350444"/>
            <a:chOff x="7145794" y="3787858"/>
            <a:chExt cx="274254" cy="350444"/>
          </a:xfrm>
        </p:grpSpPr>
        <p:sp>
          <p:nvSpPr>
            <p:cNvPr id="14569" name="Google Shape;14569;p88"/>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8"/>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8"/>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8"/>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8"/>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8"/>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5" name="Google Shape;14575;p88"/>
          <p:cNvGrpSpPr/>
          <p:nvPr/>
        </p:nvGrpSpPr>
        <p:grpSpPr>
          <a:xfrm>
            <a:off x="8054060" y="3611698"/>
            <a:ext cx="266334" cy="353834"/>
            <a:chOff x="8054060" y="3787098"/>
            <a:chExt cx="266334" cy="353834"/>
          </a:xfrm>
        </p:grpSpPr>
        <p:sp>
          <p:nvSpPr>
            <p:cNvPr id="14576" name="Google Shape;14576;p8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88"/>
          <p:cNvGrpSpPr/>
          <p:nvPr/>
        </p:nvGrpSpPr>
        <p:grpSpPr>
          <a:xfrm>
            <a:off x="6702211" y="3607199"/>
            <a:ext cx="270104" cy="361754"/>
            <a:chOff x="6702211" y="3782599"/>
            <a:chExt cx="270104" cy="361754"/>
          </a:xfrm>
        </p:grpSpPr>
        <p:sp>
          <p:nvSpPr>
            <p:cNvPr id="14581" name="Google Shape;14581;p8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6" name="Google Shape;14586;p88"/>
          <p:cNvGrpSpPr/>
          <p:nvPr/>
        </p:nvGrpSpPr>
        <p:grpSpPr>
          <a:xfrm>
            <a:off x="3516886" y="3263327"/>
            <a:ext cx="391854" cy="269922"/>
            <a:chOff x="3516850" y="3406526"/>
            <a:chExt cx="369674" cy="254644"/>
          </a:xfrm>
        </p:grpSpPr>
        <p:sp>
          <p:nvSpPr>
            <p:cNvPr id="14587" name="Google Shape;14587;p88"/>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88"/>
          <p:cNvGrpSpPr/>
          <p:nvPr/>
        </p:nvGrpSpPr>
        <p:grpSpPr>
          <a:xfrm>
            <a:off x="1310655" y="3185127"/>
            <a:ext cx="306314" cy="347403"/>
            <a:chOff x="1310655" y="3360527"/>
            <a:chExt cx="306314" cy="347403"/>
          </a:xfrm>
        </p:grpSpPr>
        <p:sp>
          <p:nvSpPr>
            <p:cNvPr id="14592" name="Google Shape;14592;p8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88"/>
          <p:cNvGrpSpPr/>
          <p:nvPr/>
        </p:nvGrpSpPr>
        <p:grpSpPr>
          <a:xfrm>
            <a:off x="3119678" y="3184746"/>
            <a:ext cx="269343" cy="348543"/>
            <a:chOff x="3119678" y="3360146"/>
            <a:chExt cx="269343" cy="348543"/>
          </a:xfrm>
        </p:grpSpPr>
        <p:sp>
          <p:nvSpPr>
            <p:cNvPr id="14598" name="Google Shape;14598;p88"/>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8"/>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8"/>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8"/>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8"/>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8"/>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8"/>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88"/>
          <p:cNvGrpSpPr/>
          <p:nvPr/>
        </p:nvGrpSpPr>
        <p:grpSpPr>
          <a:xfrm>
            <a:off x="3967213" y="3181547"/>
            <a:ext cx="368185" cy="354753"/>
            <a:chOff x="3967213" y="3356947"/>
            <a:chExt cx="368185" cy="354753"/>
          </a:xfrm>
        </p:grpSpPr>
        <p:sp>
          <p:nvSpPr>
            <p:cNvPr id="14606" name="Google Shape;14606;p8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1" name="Google Shape;14611;p88"/>
          <p:cNvGrpSpPr/>
          <p:nvPr/>
        </p:nvGrpSpPr>
        <p:grpSpPr>
          <a:xfrm>
            <a:off x="871254" y="3184746"/>
            <a:ext cx="285183" cy="347023"/>
            <a:chOff x="871254" y="3360146"/>
            <a:chExt cx="285183" cy="347023"/>
          </a:xfrm>
        </p:grpSpPr>
        <p:sp>
          <p:nvSpPr>
            <p:cNvPr id="14612" name="Google Shape;14612;p88"/>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8"/>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8"/>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8"/>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6" name="Google Shape;14616;p88"/>
          <p:cNvGrpSpPr/>
          <p:nvPr/>
        </p:nvGrpSpPr>
        <p:grpSpPr>
          <a:xfrm>
            <a:off x="2665165" y="3184746"/>
            <a:ext cx="281794" cy="349684"/>
            <a:chOff x="2665165" y="3360146"/>
            <a:chExt cx="281794" cy="349684"/>
          </a:xfrm>
        </p:grpSpPr>
        <p:sp>
          <p:nvSpPr>
            <p:cNvPr id="14617" name="Google Shape;14617;p88"/>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8"/>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8"/>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8"/>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8"/>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88"/>
          <p:cNvGrpSpPr/>
          <p:nvPr/>
        </p:nvGrpSpPr>
        <p:grpSpPr>
          <a:xfrm>
            <a:off x="7156344" y="3172296"/>
            <a:ext cx="264465" cy="353074"/>
            <a:chOff x="7156344" y="3347696"/>
            <a:chExt cx="264465" cy="353074"/>
          </a:xfrm>
        </p:grpSpPr>
        <p:sp>
          <p:nvSpPr>
            <p:cNvPr id="14623" name="Google Shape;14623;p88"/>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8"/>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8"/>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8"/>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8"/>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8" name="Google Shape;14628;p88"/>
          <p:cNvGrpSpPr/>
          <p:nvPr/>
        </p:nvGrpSpPr>
        <p:grpSpPr>
          <a:xfrm>
            <a:off x="6703732" y="3171536"/>
            <a:ext cx="264813" cy="352693"/>
            <a:chOff x="6703732" y="3346936"/>
            <a:chExt cx="264813" cy="352693"/>
          </a:xfrm>
        </p:grpSpPr>
        <p:sp>
          <p:nvSpPr>
            <p:cNvPr id="14629" name="Google Shape;14629;p88"/>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8"/>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8"/>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8"/>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8"/>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4" name="Google Shape;14634;p88"/>
          <p:cNvGrpSpPr/>
          <p:nvPr/>
        </p:nvGrpSpPr>
        <p:grpSpPr>
          <a:xfrm>
            <a:off x="6252228" y="3171536"/>
            <a:ext cx="265193" cy="352693"/>
            <a:chOff x="6252228" y="3346936"/>
            <a:chExt cx="265193" cy="352693"/>
          </a:xfrm>
        </p:grpSpPr>
        <p:sp>
          <p:nvSpPr>
            <p:cNvPr id="14635" name="Google Shape;14635;p88"/>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8"/>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8"/>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88"/>
          <p:cNvGrpSpPr/>
          <p:nvPr/>
        </p:nvGrpSpPr>
        <p:grpSpPr>
          <a:xfrm>
            <a:off x="5801105" y="3172296"/>
            <a:ext cx="264813" cy="351933"/>
            <a:chOff x="5801105" y="3347696"/>
            <a:chExt cx="264813" cy="351933"/>
          </a:xfrm>
        </p:grpSpPr>
        <p:sp>
          <p:nvSpPr>
            <p:cNvPr id="14639" name="Google Shape;14639;p88"/>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8"/>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8"/>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8"/>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88"/>
          <p:cNvGrpSpPr/>
          <p:nvPr/>
        </p:nvGrpSpPr>
        <p:grpSpPr>
          <a:xfrm>
            <a:off x="5349253" y="3171536"/>
            <a:ext cx="265922" cy="352693"/>
            <a:chOff x="5349253" y="3346936"/>
            <a:chExt cx="265922" cy="352693"/>
          </a:xfrm>
        </p:grpSpPr>
        <p:sp>
          <p:nvSpPr>
            <p:cNvPr id="14644" name="Google Shape;14644;p8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88"/>
          <p:cNvGrpSpPr/>
          <p:nvPr/>
        </p:nvGrpSpPr>
        <p:grpSpPr>
          <a:xfrm>
            <a:off x="4907159" y="3171536"/>
            <a:ext cx="264845" cy="354214"/>
            <a:chOff x="4907159" y="3346936"/>
            <a:chExt cx="264845" cy="354214"/>
          </a:xfrm>
        </p:grpSpPr>
        <p:sp>
          <p:nvSpPr>
            <p:cNvPr id="14651" name="Google Shape;14651;p88"/>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8"/>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88"/>
          <p:cNvGrpSpPr/>
          <p:nvPr/>
        </p:nvGrpSpPr>
        <p:grpSpPr>
          <a:xfrm>
            <a:off x="8048421" y="3159086"/>
            <a:ext cx="276503" cy="369674"/>
            <a:chOff x="8048421" y="3334486"/>
            <a:chExt cx="276503" cy="369674"/>
          </a:xfrm>
        </p:grpSpPr>
        <p:sp>
          <p:nvSpPr>
            <p:cNvPr id="14654" name="Google Shape;14654;p88"/>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8"/>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8"/>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8"/>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8"/>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8"/>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88"/>
          <p:cNvGrpSpPr/>
          <p:nvPr/>
        </p:nvGrpSpPr>
        <p:grpSpPr>
          <a:xfrm>
            <a:off x="7575787" y="3154555"/>
            <a:ext cx="295384" cy="376834"/>
            <a:chOff x="7575787" y="3329955"/>
            <a:chExt cx="295384" cy="376834"/>
          </a:xfrm>
        </p:grpSpPr>
        <p:sp>
          <p:nvSpPr>
            <p:cNvPr id="14661" name="Google Shape;14661;p88"/>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8"/>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8"/>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8"/>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8"/>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8"/>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88"/>
          <p:cNvGrpSpPr/>
          <p:nvPr/>
        </p:nvGrpSpPr>
        <p:grpSpPr>
          <a:xfrm>
            <a:off x="864062" y="2709103"/>
            <a:ext cx="264084" cy="347783"/>
            <a:chOff x="864062" y="2884503"/>
            <a:chExt cx="264084" cy="347783"/>
          </a:xfrm>
        </p:grpSpPr>
        <p:sp>
          <p:nvSpPr>
            <p:cNvPr id="14668" name="Google Shape;14668;p88"/>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8"/>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8"/>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8"/>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8"/>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8"/>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8"/>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8"/>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8"/>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8"/>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88"/>
          <p:cNvGrpSpPr/>
          <p:nvPr/>
        </p:nvGrpSpPr>
        <p:grpSpPr>
          <a:xfrm>
            <a:off x="3978523" y="2709261"/>
            <a:ext cx="348955" cy="346516"/>
            <a:chOff x="3978523" y="2884661"/>
            <a:chExt cx="348955" cy="346516"/>
          </a:xfrm>
        </p:grpSpPr>
        <p:sp>
          <p:nvSpPr>
            <p:cNvPr id="14679" name="Google Shape;14679;p88"/>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8"/>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8"/>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8"/>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8"/>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8"/>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8"/>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8"/>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7" name="Google Shape;14687;p88"/>
          <p:cNvGrpSpPr/>
          <p:nvPr/>
        </p:nvGrpSpPr>
        <p:grpSpPr>
          <a:xfrm>
            <a:off x="3556255" y="2709863"/>
            <a:ext cx="347435" cy="345534"/>
            <a:chOff x="3527780" y="2885263"/>
            <a:chExt cx="347435" cy="345534"/>
          </a:xfrm>
        </p:grpSpPr>
        <p:sp>
          <p:nvSpPr>
            <p:cNvPr id="14688" name="Google Shape;14688;p88"/>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8"/>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8"/>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8"/>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8"/>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8"/>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8"/>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8"/>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8"/>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8"/>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8"/>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8"/>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8"/>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8"/>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8"/>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8"/>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8"/>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8"/>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8"/>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8"/>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8"/>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8"/>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8"/>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88"/>
          <p:cNvGrpSpPr/>
          <p:nvPr/>
        </p:nvGrpSpPr>
        <p:grpSpPr>
          <a:xfrm>
            <a:off x="2239671" y="2709103"/>
            <a:ext cx="218053" cy="348543"/>
            <a:chOff x="2239671" y="2884503"/>
            <a:chExt cx="218053" cy="348543"/>
          </a:xfrm>
        </p:grpSpPr>
        <p:sp>
          <p:nvSpPr>
            <p:cNvPr id="14712" name="Google Shape;14712;p88"/>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8"/>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8"/>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8"/>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8"/>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7" name="Google Shape;14717;p88"/>
          <p:cNvGrpSpPr/>
          <p:nvPr/>
        </p:nvGrpSpPr>
        <p:grpSpPr>
          <a:xfrm>
            <a:off x="2691555" y="2709103"/>
            <a:ext cx="215044" cy="348924"/>
            <a:chOff x="2691555" y="2884503"/>
            <a:chExt cx="215044" cy="348924"/>
          </a:xfrm>
        </p:grpSpPr>
        <p:sp>
          <p:nvSpPr>
            <p:cNvPr id="14718" name="Google Shape;14718;p88"/>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8"/>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8"/>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1" name="Google Shape;14721;p88"/>
          <p:cNvGrpSpPr/>
          <p:nvPr/>
        </p:nvGrpSpPr>
        <p:grpSpPr>
          <a:xfrm>
            <a:off x="1770459" y="2709103"/>
            <a:ext cx="254644" cy="348828"/>
            <a:chOff x="1770459" y="2884503"/>
            <a:chExt cx="254644" cy="348828"/>
          </a:xfrm>
        </p:grpSpPr>
        <p:sp>
          <p:nvSpPr>
            <p:cNvPr id="14722" name="Google Shape;14722;p88"/>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8"/>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8"/>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8"/>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8"/>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8"/>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8"/>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8"/>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88"/>
          <p:cNvGrpSpPr/>
          <p:nvPr/>
        </p:nvGrpSpPr>
        <p:grpSpPr>
          <a:xfrm>
            <a:off x="1317466" y="2709483"/>
            <a:ext cx="258382" cy="348543"/>
            <a:chOff x="1317466" y="2884883"/>
            <a:chExt cx="258382" cy="348543"/>
          </a:xfrm>
        </p:grpSpPr>
        <p:sp>
          <p:nvSpPr>
            <p:cNvPr id="14731" name="Google Shape;14731;p88"/>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8"/>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8"/>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8"/>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8"/>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8"/>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8"/>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8"/>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88"/>
          <p:cNvGrpSpPr/>
          <p:nvPr/>
        </p:nvGrpSpPr>
        <p:grpSpPr>
          <a:xfrm>
            <a:off x="3121167" y="2709483"/>
            <a:ext cx="258414" cy="348543"/>
            <a:chOff x="3121167" y="2884883"/>
            <a:chExt cx="258414" cy="348543"/>
          </a:xfrm>
        </p:grpSpPr>
        <p:sp>
          <p:nvSpPr>
            <p:cNvPr id="14740" name="Google Shape;14740;p8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88"/>
          <p:cNvGrpSpPr/>
          <p:nvPr/>
        </p:nvGrpSpPr>
        <p:grpSpPr>
          <a:xfrm>
            <a:off x="4899999" y="2706695"/>
            <a:ext cx="271244" cy="346801"/>
            <a:chOff x="4899999" y="2882095"/>
            <a:chExt cx="271244" cy="346801"/>
          </a:xfrm>
        </p:grpSpPr>
        <p:sp>
          <p:nvSpPr>
            <p:cNvPr id="14749" name="Google Shape;14749;p88"/>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8"/>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8"/>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8"/>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8"/>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8"/>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8"/>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8"/>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8"/>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8"/>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9" name="Google Shape;14759;p88"/>
          <p:cNvGrpSpPr/>
          <p:nvPr/>
        </p:nvGrpSpPr>
        <p:grpSpPr>
          <a:xfrm>
            <a:off x="7162775" y="2705713"/>
            <a:ext cx="259523" cy="346294"/>
            <a:chOff x="7162775" y="2881113"/>
            <a:chExt cx="259523" cy="346294"/>
          </a:xfrm>
        </p:grpSpPr>
        <p:sp>
          <p:nvSpPr>
            <p:cNvPr id="14760" name="Google Shape;14760;p8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6" name="Google Shape;14766;p88"/>
          <p:cNvGrpSpPr/>
          <p:nvPr/>
        </p:nvGrpSpPr>
        <p:grpSpPr>
          <a:xfrm>
            <a:off x="6709751" y="2706442"/>
            <a:ext cx="261075" cy="347815"/>
            <a:chOff x="6709751" y="2881842"/>
            <a:chExt cx="261075" cy="347815"/>
          </a:xfrm>
        </p:grpSpPr>
        <p:sp>
          <p:nvSpPr>
            <p:cNvPr id="14767" name="Google Shape;14767;p88"/>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8"/>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8"/>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8"/>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8"/>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8"/>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3" name="Google Shape;14773;p88"/>
          <p:cNvGrpSpPr/>
          <p:nvPr/>
        </p:nvGrpSpPr>
        <p:grpSpPr>
          <a:xfrm>
            <a:off x="5807156" y="2705713"/>
            <a:ext cx="261043" cy="348163"/>
            <a:chOff x="5807156" y="2881113"/>
            <a:chExt cx="261043" cy="348163"/>
          </a:xfrm>
        </p:grpSpPr>
        <p:sp>
          <p:nvSpPr>
            <p:cNvPr id="14774" name="Google Shape;14774;p8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9" name="Google Shape;14779;p88"/>
          <p:cNvGrpSpPr/>
          <p:nvPr/>
        </p:nvGrpSpPr>
        <p:grpSpPr>
          <a:xfrm>
            <a:off x="5355653" y="2706093"/>
            <a:ext cx="262184" cy="346643"/>
            <a:chOff x="5355653" y="2881493"/>
            <a:chExt cx="262184" cy="346643"/>
          </a:xfrm>
        </p:grpSpPr>
        <p:sp>
          <p:nvSpPr>
            <p:cNvPr id="14780" name="Google Shape;14780;p88"/>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8"/>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8"/>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8"/>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8"/>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88"/>
          <p:cNvGrpSpPr/>
          <p:nvPr/>
        </p:nvGrpSpPr>
        <p:grpSpPr>
          <a:xfrm>
            <a:off x="8055961" y="2706442"/>
            <a:ext cx="260283" cy="345914"/>
            <a:chOff x="8055961" y="2881842"/>
            <a:chExt cx="260283" cy="345914"/>
          </a:xfrm>
        </p:grpSpPr>
        <p:sp>
          <p:nvSpPr>
            <p:cNvPr id="14786" name="Google Shape;14786;p8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0" name="Google Shape;14790;p88"/>
          <p:cNvGrpSpPr/>
          <p:nvPr/>
        </p:nvGrpSpPr>
        <p:grpSpPr>
          <a:xfrm>
            <a:off x="7609368" y="2718512"/>
            <a:ext cx="264813" cy="353105"/>
            <a:chOff x="7609368" y="2893912"/>
            <a:chExt cx="264813" cy="353105"/>
          </a:xfrm>
        </p:grpSpPr>
        <p:sp>
          <p:nvSpPr>
            <p:cNvPr id="14791" name="Google Shape;14791;p8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88"/>
          <p:cNvGrpSpPr/>
          <p:nvPr/>
        </p:nvGrpSpPr>
        <p:grpSpPr>
          <a:xfrm>
            <a:off x="6248458" y="2694372"/>
            <a:ext cx="270864" cy="360645"/>
            <a:chOff x="6248458" y="2869772"/>
            <a:chExt cx="270864" cy="360645"/>
          </a:xfrm>
        </p:grpSpPr>
        <p:sp>
          <p:nvSpPr>
            <p:cNvPr id="14798" name="Google Shape;14798;p88"/>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8"/>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8"/>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8"/>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8"/>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3" name="Google Shape;14803;p88"/>
          <p:cNvGrpSpPr/>
          <p:nvPr/>
        </p:nvGrpSpPr>
        <p:grpSpPr>
          <a:xfrm>
            <a:off x="3075928" y="2270398"/>
            <a:ext cx="363243" cy="300675"/>
            <a:chOff x="3075928" y="2445798"/>
            <a:chExt cx="363243" cy="300675"/>
          </a:xfrm>
        </p:grpSpPr>
        <p:sp>
          <p:nvSpPr>
            <p:cNvPr id="14804" name="Google Shape;14804;p88"/>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8"/>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8"/>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8"/>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8"/>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8"/>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8"/>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8"/>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8"/>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8"/>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8"/>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88"/>
          <p:cNvGrpSpPr/>
          <p:nvPr/>
        </p:nvGrpSpPr>
        <p:grpSpPr>
          <a:xfrm>
            <a:off x="2633105" y="2256459"/>
            <a:ext cx="363243" cy="328585"/>
            <a:chOff x="2633105" y="2431859"/>
            <a:chExt cx="363243" cy="328585"/>
          </a:xfrm>
        </p:grpSpPr>
        <p:sp>
          <p:nvSpPr>
            <p:cNvPr id="14816" name="Google Shape;14816;p88"/>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8"/>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8"/>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8"/>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8"/>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8"/>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8"/>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8"/>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4" name="Google Shape;14824;p88"/>
          <p:cNvGrpSpPr/>
          <p:nvPr/>
        </p:nvGrpSpPr>
        <p:grpSpPr>
          <a:xfrm>
            <a:off x="2189142" y="2245910"/>
            <a:ext cx="365904" cy="350064"/>
            <a:chOff x="2189142" y="2421310"/>
            <a:chExt cx="365904" cy="350064"/>
          </a:xfrm>
        </p:grpSpPr>
        <p:sp>
          <p:nvSpPr>
            <p:cNvPr id="14825" name="Google Shape;14825;p8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4" name="Google Shape;14834;p88"/>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5" name="Google Shape;14835;p88"/>
          <p:cNvGrpSpPr/>
          <p:nvPr/>
        </p:nvGrpSpPr>
        <p:grpSpPr>
          <a:xfrm>
            <a:off x="3961923" y="2310917"/>
            <a:ext cx="364415" cy="220936"/>
            <a:chOff x="3961923" y="2486317"/>
            <a:chExt cx="364415" cy="220936"/>
          </a:xfrm>
        </p:grpSpPr>
        <p:sp>
          <p:nvSpPr>
            <p:cNvPr id="14836" name="Google Shape;14836;p8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0" name="Google Shape;14840;p88"/>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41" name="Google Shape;14841;p88"/>
          <p:cNvGrpSpPr/>
          <p:nvPr/>
        </p:nvGrpSpPr>
        <p:grpSpPr>
          <a:xfrm>
            <a:off x="1303876" y="2243977"/>
            <a:ext cx="363275" cy="354626"/>
            <a:chOff x="1303876" y="2419377"/>
            <a:chExt cx="363275" cy="354626"/>
          </a:xfrm>
        </p:grpSpPr>
        <p:sp>
          <p:nvSpPr>
            <p:cNvPr id="14842" name="Google Shape;14842;p88"/>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8"/>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8"/>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8"/>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8"/>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8"/>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8"/>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8"/>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88"/>
          <p:cNvGrpSpPr/>
          <p:nvPr/>
        </p:nvGrpSpPr>
        <p:grpSpPr>
          <a:xfrm>
            <a:off x="861053" y="2239510"/>
            <a:ext cx="362134" cy="363623"/>
            <a:chOff x="861053" y="2414910"/>
            <a:chExt cx="362134" cy="363623"/>
          </a:xfrm>
        </p:grpSpPr>
        <p:sp>
          <p:nvSpPr>
            <p:cNvPr id="14851" name="Google Shape;14851;p88"/>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8"/>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8"/>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8"/>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8"/>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88"/>
          <p:cNvGrpSpPr/>
          <p:nvPr/>
        </p:nvGrpSpPr>
        <p:grpSpPr>
          <a:xfrm>
            <a:off x="7594288" y="2239859"/>
            <a:ext cx="279513" cy="355735"/>
            <a:chOff x="7594288" y="2415259"/>
            <a:chExt cx="279513" cy="355735"/>
          </a:xfrm>
        </p:grpSpPr>
        <p:sp>
          <p:nvSpPr>
            <p:cNvPr id="14857" name="Google Shape;14857;p88"/>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8"/>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8"/>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8"/>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8"/>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8"/>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88"/>
          <p:cNvGrpSpPr/>
          <p:nvPr/>
        </p:nvGrpSpPr>
        <p:grpSpPr>
          <a:xfrm>
            <a:off x="7145794" y="2240239"/>
            <a:ext cx="278784" cy="355735"/>
            <a:chOff x="7145794" y="2415639"/>
            <a:chExt cx="278784" cy="355735"/>
          </a:xfrm>
        </p:grpSpPr>
        <p:sp>
          <p:nvSpPr>
            <p:cNvPr id="14864" name="Google Shape;14864;p8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88"/>
          <p:cNvGrpSpPr/>
          <p:nvPr/>
        </p:nvGrpSpPr>
        <p:grpSpPr>
          <a:xfrm>
            <a:off x="6698441" y="2239130"/>
            <a:ext cx="277644" cy="357984"/>
            <a:chOff x="6698441" y="2414530"/>
            <a:chExt cx="277644" cy="357984"/>
          </a:xfrm>
        </p:grpSpPr>
        <p:sp>
          <p:nvSpPr>
            <p:cNvPr id="14875" name="Google Shape;14875;p88"/>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8"/>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8"/>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8"/>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8"/>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8"/>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88"/>
          <p:cNvGrpSpPr/>
          <p:nvPr/>
        </p:nvGrpSpPr>
        <p:grpSpPr>
          <a:xfrm>
            <a:off x="4897750" y="2240239"/>
            <a:ext cx="279513" cy="357255"/>
            <a:chOff x="4897750" y="2415639"/>
            <a:chExt cx="279513" cy="357255"/>
          </a:xfrm>
        </p:grpSpPr>
        <p:sp>
          <p:nvSpPr>
            <p:cNvPr id="14882" name="Google Shape;14882;p88"/>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8"/>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8"/>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8"/>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8"/>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8"/>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8"/>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8"/>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88"/>
          <p:cNvGrpSpPr/>
          <p:nvPr/>
        </p:nvGrpSpPr>
        <p:grpSpPr>
          <a:xfrm>
            <a:off x="5812066" y="2240619"/>
            <a:ext cx="264813" cy="353454"/>
            <a:chOff x="5812066" y="2416019"/>
            <a:chExt cx="264813" cy="353454"/>
          </a:xfrm>
        </p:grpSpPr>
        <p:sp>
          <p:nvSpPr>
            <p:cNvPr id="14891" name="Google Shape;14891;p8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88"/>
          <p:cNvGrpSpPr/>
          <p:nvPr/>
        </p:nvGrpSpPr>
        <p:grpSpPr>
          <a:xfrm>
            <a:off x="8054820" y="2240999"/>
            <a:ext cx="264433" cy="353454"/>
            <a:chOff x="8054820" y="2416399"/>
            <a:chExt cx="264433" cy="353454"/>
          </a:xfrm>
        </p:grpSpPr>
        <p:sp>
          <p:nvSpPr>
            <p:cNvPr id="14899" name="Google Shape;14899;p8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5" name="Google Shape;14905;p88"/>
          <p:cNvGrpSpPr/>
          <p:nvPr/>
        </p:nvGrpSpPr>
        <p:grpSpPr>
          <a:xfrm>
            <a:off x="5356413" y="2237990"/>
            <a:ext cx="271212" cy="361374"/>
            <a:chOff x="5356413" y="2413390"/>
            <a:chExt cx="271212" cy="361374"/>
          </a:xfrm>
        </p:grpSpPr>
        <p:sp>
          <p:nvSpPr>
            <p:cNvPr id="14906" name="Google Shape;14906;p8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1" name="Google Shape;14911;p88"/>
          <p:cNvGrpSpPr/>
          <p:nvPr/>
        </p:nvGrpSpPr>
        <p:grpSpPr>
          <a:xfrm>
            <a:off x="6255238" y="2236849"/>
            <a:ext cx="271244" cy="360994"/>
            <a:chOff x="6255238" y="2412249"/>
            <a:chExt cx="271244" cy="360994"/>
          </a:xfrm>
        </p:grpSpPr>
        <p:sp>
          <p:nvSpPr>
            <p:cNvPr id="14912" name="Google Shape;14912;p88"/>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8"/>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8"/>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8"/>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8"/>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8"/>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8" name="Google Shape;14918;p88"/>
          <p:cNvGrpSpPr/>
          <p:nvPr/>
        </p:nvGrpSpPr>
        <p:grpSpPr>
          <a:xfrm>
            <a:off x="2185372" y="1782399"/>
            <a:ext cx="366664" cy="366981"/>
            <a:chOff x="2185372" y="1957799"/>
            <a:chExt cx="366664" cy="366981"/>
          </a:xfrm>
        </p:grpSpPr>
        <p:sp>
          <p:nvSpPr>
            <p:cNvPr id="14919" name="Google Shape;14919;p88"/>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8"/>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8"/>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8"/>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8"/>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8"/>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8"/>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8"/>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7" name="Google Shape;14927;p88"/>
          <p:cNvGrpSpPr/>
          <p:nvPr/>
        </p:nvGrpSpPr>
        <p:grpSpPr>
          <a:xfrm>
            <a:off x="1737258" y="1812971"/>
            <a:ext cx="370814" cy="307359"/>
            <a:chOff x="1737258" y="1988371"/>
            <a:chExt cx="370814" cy="307359"/>
          </a:xfrm>
        </p:grpSpPr>
        <p:sp>
          <p:nvSpPr>
            <p:cNvPr id="14928" name="Google Shape;14928;p88"/>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8"/>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8"/>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8"/>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88"/>
          <p:cNvGrpSpPr/>
          <p:nvPr/>
        </p:nvGrpSpPr>
        <p:grpSpPr>
          <a:xfrm>
            <a:off x="848983" y="1814111"/>
            <a:ext cx="369294" cy="304350"/>
            <a:chOff x="848983" y="1989511"/>
            <a:chExt cx="369294" cy="304350"/>
          </a:xfrm>
        </p:grpSpPr>
        <p:sp>
          <p:nvSpPr>
            <p:cNvPr id="14933" name="Google Shape;14933;p88"/>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8"/>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8"/>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8"/>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8"/>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8" name="Google Shape;14938;p88"/>
          <p:cNvGrpSpPr/>
          <p:nvPr/>
        </p:nvGrpSpPr>
        <p:grpSpPr>
          <a:xfrm>
            <a:off x="3074027" y="1808377"/>
            <a:ext cx="380604" cy="313854"/>
            <a:chOff x="3074027" y="1983777"/>
            <a:chExt cx="380604" cy="313854"/>
          </a:xfrm>
        </p:grpSpPr>
        <p:sp>
          <p:nvSpPr>
            <p:cNvPr id="14939" name="Google Shape;14939;p88"/>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8"/>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8"/>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8"/>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8"/>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88"/>
          <p:cNvGrpSpPr/>
          <p:nvPr/>
        </p:nvGrpSpPr>
        <p:grpSpPr>
          <a:xfrm>
            <a:off x="3522521" y="1800457"/>
            <a:ext cx="367013" cy="331278"/>
            <a:chOff x="3522521" y="1975857"/>
            <a:chExt cx="367013" cy="331278"/>
          </a:xfrm>
        </p:grpSpPr>
        <p:sp>
          <p:nvSpPr>
            <p:cNvPr id="14945" name="Google Shape;14945;p88"/>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8"/>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8"/>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8"/>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8"/>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8"/>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8"/>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2" name="Google Shape;14952;p88"/>
          <p:cNvGrpSpPr/>
          <p:nvPr/>
        </p:nvGrpSpPr>
        <p:grpSpPr>
          <a:xfrm>
            <a:off x="2630824" y="1801566"/>
            <a:ext cx="368185" cy="330454"/>
            <a:chOff x="2630824" y="1976966"/>
            <a:chExt cx="368185" cy="330454"/>
          </a:xfrm>
        </p:grpSpPr>
        <p:sp>
          <p:nvSpPr>
            <p:cNvPr id="14953" name="Google Shape;14953;p88"/>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8"/>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8"/>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8"/>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8"/>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8"/>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8"/>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8"/>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1" name="Google Shape;14961;p88"/>
          <p:cNvGrpSpPr/>
          <p:nvPr/>
        </p:nvGrpSpPr>
        <p:grpSpPr>
          <a:xfrm>
            <a:off x="1293706" y="1791016"/>
            <a:ext cx="369294" cy="350444"/>
            <a:chOff x="1293706" y="1966416"/>
            <a:chExt cx="369294" cy="350444"/>
          </a:xfrm>
        </p:grpSpPr>
        <p:sp>
          <p:nvSpPr>
            <p:cNvPr id="14962" name="Google Shape;14962;p88"/>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8"/>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8"/>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8"/>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8"/>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8"/>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8"/>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8"/>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0" name="Google Shape;14970;p88"/>
          <p:cNvGrpSpPr/>
          <p:nvPr/>
        </p:nvGrpSpPr>
        <p:grpSpPr>
          <a:xfrm>
            <a:off x="3967213" y="1800077"/>
            <a:ext cx="368185" cy="331816"/>
            <a:chOff x="3967213" y="1975477"/>
            <a:chExt cx="368185" cy="331816"/>
          </a:xfrm>
        </p:grpSpPr>
        <p:sp>
          <p:nvSpPr>
            <p:cNvPr id="14971" name="Google Shape;14971;p88"/>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8"/>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8"/>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88"/>
          <p:cNvGrpSpPr/>
          <p:nvPr/>
        </p:nvGrpSpPr>
        <p:grpSpPr>
          <a:xfrm>
            <a:off x="8047661" y="1793646"/>
            <a:ext cx="279132" cy="356875"/>
            <a:chOff x="8047661" y="1969046"/>
            <a:chExt cx="279132" cy="356875"/>
          </a:xfrm>
        </p:grpSpPr>
        <p:sp>
          <p:nvSpPr>
            <p:cNvPr id="14975" name="Google Shape;14975;p8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9" name="Google Shape;14979;p88"/>
          <p:cNvGrpSpPr/>
          <p:nvPr/>
        </p:nvGrpSpPr>
        <p:grpSpPr>
          <a:xfrm>
            <a:off x="7596157" y="1792759"/>
            <a:ext cx="279544" cy="358142"/>
            <a:chOff x="7596157" y="1968159"/>
            <a:chExt cx="279544" cy="358142"/>
          </a:xfrm>
        </p:grpSpPr>
        <p:sp>
          <p:nvSpPr>
            <p:cNvPr id="14980" name="Google Shape;14980;p8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88"/>
          <p:cNvGrpSpPr/>
          <p:nvPr/>
        </p:nvGrpSpPr>
        <p:grpSpPr>
          <a:xfrm>
            <a:off x="7147315" y="1793646"/>
            <a:ext cx="279513" cy="357636"/>
            <a:chOff x="7147315" y="1969046"/>
            <a:chExt cx="279513" cy="357636"/>
          </a:xfrm>
        </p:grpSpPr>
        <p:sp>
          <p:nvSpPr>
            <p:cNvPr id="14987" name="Google Shape;14987;p88"/>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8"/>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8"/>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8"/>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8"/>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8"/>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8"/>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4" name="Google Shape;14994;p88"/>
          <p:cNvGrpSpPr/>
          <p:nvPr/>
        </p:nvGrpSpPr>
        <p:grpSpPr>
          <a:xfrm>
            <a:off x="6697681" y="1792917"/>
            <a:ext cx="280305" cy="359093"/>
            <a:chOff x="6697681" y="1968317"/>
            <a:chExt cx="280305" cy="359093"/>
          </a:xfrm>
        </p:grpSpPr>
        <p:sp>
          <p:nvSpPr>
            <p:cNvPr id="14995" name="Google Shape;14995;p8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88"/>
          <p:cNvGrpSpPr/>
          <p:nvPr/>
        </p:nvGrpSpPr>
        <p:grpSpPr>
          <a:xfrm>
            <a:off x="6248839" y="1792537"/>
            <a:ext cx="280273" cy="358744"/>
            <a:chOff x="6248839" y="1967937"/>
            <a:chExt cx="280273" cy="358744"/>
          </a:xfrm>
        </p:grpSpPr>
        <p:sp>
          <p:nvSpPr>
            <p:cNvPr id="15003" name="Google Shape;15003;p8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9" name="Google Shape;15009;p88"/>
          <p:cNvGrpSpPr/>
          <p:nvPr/>
        </p:nvGrpSpPr>
        <p:grpSpPr>
          <a:xfrm>
            <a:off x="5801485" y="1793646"/>
            <a:ext cx="279164" cy="357794"/>
            <a:chOff x="5801485" y="1969046"/>
            <a:chExt cx="279164" cy="357794"/>
          </a:xfrm>
        </p:grpSpPr>
        <p:sp>
          <p:nvSpPr>
            <p:cNvPr id="15010" name="Google Shape;15010;p88"/>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8"/>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8"/>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8"/>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8"/>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8"/>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8"/>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8"/>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8"/>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8"/>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8"/>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8"/>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8"/>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3" name="Google Shape;15023;p88"/>
          <p:cNvGrpSpPr/>
          <p:nvPr/>
        </p:nvGrpSpPr>
        <p:grpSpPr>
          <a:xfrm>
            <a:off x="5352643" y="1793646"/>
            <a:ext cx="278404" cy="358364"/>
            <a:chOff x="5352643" y="1969046"/>
            <a:chExt cx="278404" cy="358364"/>
          </a:xfrm>
        </p:grpSpPr>
        <p:sp>
          <p:nvSpPr>
            <p:cNvPr id="15024" name="Google Shape;15024;p88"/>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8"/>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8"/>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8"/>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88"/>
          <p:cNvGrpSpPr/>
          <p:nvPr/>
        </p:nvGrpSpPr>
        <p:grpSpPr>
          <a:xfrm>
            <a:off x="4897750" y="1792917"/>
            <a:ext cx="279132" cy="358364"/>
            <a:chOff x="4897750" y="1968317"/>
            <a:chExt cx="279132" cy="358364"/>
          </a:xfrm>
        </p:grpSpPr>
        <p:sp>
          <p:nvSpPr>
            <p:cNvPr id="15029" name="Google Shape;15029;p88"/>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8"/>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8"/>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8"/>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8"/>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8"/>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8"/>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8"/>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8"/>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8"/>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8"/>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8"/>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8"/>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2" name="Google Shape;15042;p88"/>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3" name="Google Shape;15043;p88"/>
          <p:cNvGrpSpPr/>
          <p:nvPr/>
        </p:nvGrpSpPr>
        <p:grpSpPr>
          <a:xfrm>
            <a:off x="1767449" y="1337644"/>
            <a:ext cx="324403" cy="347783"/>
            <a:chOff x="1767449" y="1513044"/>
            <a:chExt cx="324403" cy="347783"/>
          </a:xfrm>
        </p:grpSpPr>
        <p:sp>
          <p:nvSpPr>
            <p:cNvPr id="15044" name="Google Shape;15044;p88"/>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8"/>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8"/>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8"/>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8"/>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8"/>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8"/>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8"/>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8"/>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3" name="Google Shape;15053;p88"/>
          <p:cNvGrpSpPr/>
          <p:nvPr/>
        </p:nvGrpSpPr>
        <p:grpSpPr>
          <a:xfrm>
            <a:off x="4007193" y="1337327"/>
            <a:ext cx="320633" cy="348100"/>
            <a:chOff x="4007193" y="1512727"/>
            <a:chExt cx="320633" cy="348100"/>
          </a:xfrm>
        </p:grpSpPr>
        <p:sp>
          <p:nvSpPr>
            <p:cNvPr id="15054" name="Google Shape;15054;p88"/>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8"/>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8"/>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8"/>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8"/>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9" name="Google Shape;15059;p88"/>
          <p:cNvGrpSpPr/>
          <p:nvPr/>
        </p:nvGrpSpPr>
        <p:grpSpPr>
          <a:xfrm>
            <a:off x="3530425" y="1333347"/>
            <a:ext cx="368175" cy="344594"/>
            <a:chOff x="3530425" y="1508747"/>
            <a:chExt cx="368175" cy="344594"/>
          </a:xfrm>
        </p:grpSpPr>
        <p:sp>
          <p:nvSpPr>
            <p:cNvPr id="15060" name="Google Shape;15060;p8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4" name="Google Shape;15064;p88"/>
          <p:cNvGrpSpPr/>
          <p:nvPr/>
        </p:nvGrpSpPr>
        <p:grpSpPr>
          <a:xfrm>
            <a:off x="3127598" y="1337834"/>
            <a:ext cx="289714" cy="347593"/>
            <a:chOff x="3127598" y="1513234"/>
            <a:chExt cx="289714" cy="347593"/>
          </a:xfrm>
        </p:grpSpPr>
        <p:sp>
          <p:nvSpPr>
            <p:cNvPr id="15065" name="Google Shape;15065;p88"/>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8"/>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8"/>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8"/>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8"/>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0" name="Google Shape;15070;p88"/>
          <p:cNvGrpSpPr/>
          <p:nvPr/>
        </p:nvGrpSpPr>
        <p:grpSpPr>
          <a:xfrm>
            <a:off x="2662884" y="1337644"/>
            <a:ext cx="322914" cy="348543"/>
            <a:chOff x="2662884" y="1513044"/>
            <a:chExt cx="322914" cy="348543"/>
          </a:xfrm>
        </p:grpSpPr>
        <p:sp>
          <p:nvSpPr>
            <p:cNvPr id="15071" name="Google Shape;15071;p88"/>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8"/>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8"/>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8"/>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8"/>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8"/>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8"/>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8"/>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8"/>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8"/>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88"/>
          <p:cNvGrpSpPr/>
          <p:nvPr/>
        </p:nvGrpSpPr>
        <p:grpSpPr>
          <a:xfrm>
            <a:off x="2232511" y="1337359"/>
            <a:ext cx="299534" cy="348068"/>
            <a:chOff x="2232511" y="1512759"/>
            <a:chExt cx="299534" cy="348068"/>
          </a:xfrm>
        </p:grpSpPr>
        <p:sp>
          <p:nvSpPr>
            <p:cNvPr id="15082" name="Google Shape;15082;p88"/>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8"/>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8"/>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8"/>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8"/>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8"/>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8"/>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8"/>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8"/>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8"/>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8"/>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88"/>
          <p:cNvGrpSpPr/>
          <p:nvPr/>
        </p:nvGrpSpPr>
        <p:grpSpPr>
          <a:xfrm>
            <a:off x="1331406" y="1337961"/>
            <a:ext cx="301784" cy="348607"/>
            <a:chOff x="1331406" y="1513361"/>
            <a:chExt cx="301784" cy="348607"/>
          </a:xfrm>
        </p:grpSpPr>
        <p:sp>
          <p:nvSpPr>
            <p:cNvPr id="15094" name="Google Shape;15094;p88"/>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8"/>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8"/>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8"/>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8" name="Google Shape;15098;p88"/>
          <p:cNvGrpSpPr/>
          <p:nvPr/>
        </p:nvGrpSpPr>
        <p:grpSpPr>
          <a:xfrm>
            <a:off x="7144274" y="1324814"/>
            <a:ext cx="282174" cy="355735"/>
            <a:chOff x="7144274" y="1500214"/>
            <a:chExt cx="282174" cy="355735"/>
          </a:xfrm>
        </p:grpSpPr>
        <p:sp>
          <p:nvSpPr>
            <p:cNvPr id="15099" name="Google Shape;15099;p8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5" name="Google Shape;15105;p88"/>
          <p:cNvGrpSpPr/>
          <p:nvPr/>
        </p:nvGrpSpPr>
        <p:grpSpPr>
          <a:xfrm>
            <a:off x="6685262" y="1324814"/>
            <a:ext cx="289682" cy="354594"/>
            <a:chOff x="6685262" y="1500214"/>
            <a:chExt cx="289682" cy="354594"/>
          </a:xfrm>
        </p:grpSpPr>
        <p:sp>
          <p:nvSpPr>
            <p:cNvPr id="15106" name="Google Shape;15106;p8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0" name="Google Shape;15110;p88"/>
          <p:cNvGrpSpPr/>
          <p:nvPr/>
        </p:nvGrpSpPr>
        <p:grpSpPr>
          <a:xfrm>
            <a:off x="6200938" y="1325194"/>
            <a:ext cx="322154" cy="355355"/>
            <a:chOff x="6200938" y="1500594"/>
            <a:chExt cx="322154" cy="355355"/>
          </a:xfrm>
        </p:grpSpPr>
        <p:sp>
          <p:nvSpPr>
            <p:cNvPr id="15111" name="Google Shape;15111;p88"/>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8"/>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8"/>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8"/>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8"/>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6" name="Google Shape;15116;p88"/>
          <p:cNvGrpSpPr/>
          <p:nvPr/>
        </p:nvGrpSpPr>
        <p:grpSpPr>
          <a:xfrm>
            <a:off x="5289631" y="1324814"/>
            <a:ext cx="332355" cy="354974"/>
            <a:chOff x="5289631" y="1500214"/>
            <a:chExt cx="332355" cy="354974"/>
          </a:xfrm>
        </p:grpSpPr>
        <p:sp>
          <p:nvSpPr>
            <p:cNvPr id="15117" name="Google Shape;15117;p88"/>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8"/>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8"/>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8"/>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8"/>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8"/>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88"/>
          <p:cNvGrpSpPr/>
          <p:nvPr/>
        </p:nvGrpSpPr>
        <p:grpSpPr>
          <a:xfrm>
            <a:off x="5748295" y="1324433"/>
            <a:ext cx="323294" cy="356115"/>
            <a:chOff x="5748295" y="1499833"/>
            <a:chExt cx="323294" cy="356115"/>
          </a:xfrm>
        </p:grpSpPr>
        <p:sp>
          <p:nvSpPr>
            <p:cNvPr id="15124" name="Google Shape;15124;p88"/>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8"/>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8"/>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8"/>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8"/>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8"/>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8"/>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1" name="Google Shape;15131;p88"/>
          <p:cNvGrpSpPr/>
          <p:nvPr/>
        </p:nvGrpSpPr>
        <p:grpSpPr>
          <a:xfrm>
            <a:off x="8047661" y="1325637"/>
            <a:ext cx="278404" cy="355260"/>
            <a:chOff x="8047661" y="1501037"/>
            <a:chExt cx="278404" cy="355260"/>
          </a:xfrm>
        </p:grpSpPr>
        <p:sp>
          <p:nvSpPr>
            <p:cNvPr id="15132" name="Google Shape;15132;p88"/>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8"/>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8"/>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8"/>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6" name="Google Shape;15136;p88"/>
          <p:cNvGrpSpPr/>
          <p:nvPr/>
        </p:nvGrpSpPr>
        <p:grpSpPr>
          <a:xfrm>
            <a:off x="4903389" y="1324814"/>
            <a:ext cx="267854" cy="355735"/>
            <a:chOff x="4903389" y="1500214"/>
            <a:chExt cx="267854" cy="355735"/>
          </a:xfrm>
        </p:grpSpPr>
        <p:sp>
          <p:nvSpPr>
            <p:cNvPr id="15137" name="Google Shape;15137;p8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2" name="Google Shape;15142;p88"/>
          <p:cNvGrpSpPr/>
          <p:nvPr/>
        </p:nvGrpSpPr>
        <p:grpSpPr>
          <a:xfrm>
            <a:off x="7613518" y="1325954"/>
            <a:ext cx="264433" cy="353074"/>
            <a:chOff x="7613518" y="1501354"/>
            <a:chExt cx="264433" cy="353074"/>
          </a:xfrm>
        </p:grpSpPr>
        <p:sp>
          <p:nvSpPr>
            <p:cNvPr id="15143" name="Google Shape;15143;p8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9" name="Google Shape;15149;p88"/>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5150" name="Google Shape;15150;p88"/>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154" name="Shape 15154"/>
        <p:cNvGrpSpPr/>
        <p:nvPr/>
      </p:nvGrpSpPr>
      <p:grpSpPr>
        <a:xfrm>
          <a:off x="0" y="0"/>
          <a:ext cx="0" cy="0"/>
          <a:chOff x="0" y="0"/>
          <a:chExt cx="0" cy="0"/>
        </a:xfrm>
      </p:grpSpPr>
      <p:grpSp>
        <p:nvGrpSpPr>
          <p:cNvPr id="15155" name="Google Shape;15155;p89"/>
          <p:cNvGrpSpPr/>
          <p:nvPr/>
        </p:nvGrpSpPr>
        <p:grpSpPr>
          <a:xfrm>
            <a:off x="1757085" y="1325225"/>
            <a:ext cx="371069" cy="359396"/>
            <a:chOff x="1757085" y="1500675"/>
            <a:chExt cx="371069" cy="359396"/>
          </a:xfrm>
        </p:grpSpPr>
        <p:sp>
          <p:nvSpPr>
            <p:cNvPr id="15156" name="Google Shape;15156;p89"/>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9"/>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9"/>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9"/>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9"/>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9"/>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9"/>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9"/>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9"/>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9"/>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9"/>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9"/>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9"/>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9"/>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9"/>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9"/>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9"/>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89"/>
          <p:cNvGrpSpPr/>
          <p:nvPr/>
        </p:nvGrpSpPr>
        <p:grpSpPr>
          <a:xfrm>
            <a:off x="2774209" y="1779241"/>
            <a:ext cx="116693" cy="374186"/>
            <a:chOff x="2774209" y="1954691"/>
            <a:chExt cx="116693" cy="374186"/>
          </a:xfrm>
        </p:grpSpPr>
        <p:sp>
          <p:nvSpPr>
            <p:cNvPr id="15186" name="Google Shape;15186;p8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8" name="Google Shape;15188;p89"/>
          <p:cNvGrpSpPr/>
          <p:nvPr/>
        </p:nvGrpSpPr>
        <p:grpSpPr>
          <a:xfrm>
            <a:off x="4017435" y="1324462"/>
            <a:ext cx="315092" cy="359397"/>
            <a:chOff x="4017435" y="1499912"/>
            <a:chExt cx="315092" cy="359397"/>
          </a:xfrm>
        </p:grpSpPr>
        <p:sp>
          <p:nvSpPr>
            <p:cNvPr id="15189" name="Google Shape;15189;p89"/>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9"/>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89"/>
          <p:cNvGrpSpPr/>
          <p:nvPr/>
        </p:nvGrpSpPr>
        <p:grpSpPr>
          <a:xfrm>
            <a:off x="3963652" y="1824309"/>
            <a:ext cx="374154" cy="284050"/>
            <a:chOff x="3963652" y="1999759"/>
            <a:chExt cx="374154" cy="284050"/>
          </a:xfrm>
        </p:grpSpPr>
        <p:sp>
          <p:nvSpPr>
            <p:cNvPr id="15192" name="Google Shape;15192;p89"/>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9"/>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9"/>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89"/>
          <p:cNvGrpSpPr/>
          <p:nvPr/>
        </p:nvGrpSpPr>
        <p:grpSpPr>
          <a:xfrm>
            <a:off x="1777536" y="1839416"/>
            <a:ext cx="376444" cy="253772"/>
            <a:chOff x="1777536" y="2014866"/>
            <a:chExt cx="376444" cy="253772"/>
          </a:xfrm>
        </p:grpSpPr>
        <p:sp>
          <p:nvSpPr>
            <p:cNvPr id="15196" name="Google Shape;15196;p89"/>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9"/>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9"/>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9"/>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9"/>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1" name="Google Shape;15201;p89"/>
          <p:cNvGrpSpPr/>
          <p:nvPr/>
        </p:nvGrpSpPr>
        <p:grpSpPr>
          <a:xfrm>
            <a:off x="1309875" y="1881876"/>
            <a:ext cx="374154" cy="169680"/>
            <a:chOff x="1309875" y="2057326"/>
            <a:chExt cx="374154" cy="169680"/>
          </a:xfrm>
        </p:grpSpPr>
        <p:sp>
          <p:nvSpPr>
            <p:cNvPr id="15202" name="Google Shape;15202;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9"/>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9"/>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9"/>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9"/>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9"/>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9"/>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3" name="Google Shape;15213;p89"/>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4" name="Google Shape;15214;p89"/>
          <p:cNvGrpSpPr/>
          <p:nvPr/>
        </p:nvGrpSpPr>
        <p:grpSpPr>
          <a:xfrm>
            <a:off x="2347450" y="1779114"/>
            <a:ext cx="113639" cy="373168"/>
            <a:chOff x="2347450" y="1954564"/>
            <a:chExt cx="113639" cy="373168"/>
          </a:xfrm>
        </p:grpSpPr>
        <p:sp>
          <p:nvSpPr>
            <p:cNvPr id="15215" name="Google Shape;15215;p89"/>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9"/>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7" name="Google Shape;15217;p89"/>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8" name="Google Shape;15218;p89"/>
          <p:cNvGrpSpPr/>
          <p:nvPr/>
        </p:nvGrpSpPr>
        <p:grpSpPr>
          <a:xfrm>
            <a:off x="3110102" y="1324430"/>
            <a:ext cx="330613" cy="358379"/>
            <a:chOff x="3110102" y="1499880"/>
            <a:chExt cx="330613" cy="358379"/>
          </a:xfrm>
        </p:grpSpPr>
        <p:sp>
          <p:nvSpPr>
            <p:cNvPr id="15219" name="Google Shape;15219;p8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6" name="Google Shape;15226;p89"/>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7" name="Google Shape;15227;p89"/>
          <p:cNvGrpSpPr/>
          <p:nvPr/>
        </p:nvGrpSpPr>
        <p:grpSpPr>
          <a:xfrm>
            <a:off x="3485575" y="1824309"/>
            <a:ext cx="373772" cy="284050"/>
            <a:chOff x="3531200" y="1999759"/>
            <a:chExt cx="373772" cy="284050"/>
          </a:xfrm>
        </p:grpSpPr>
        <p:sp>
          <p:nvSpPr>
            <p:cNvPr id="15228" name="Google Shape;15228;p89"/>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9"/>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9"/>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9"/>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89"/>
          <p:cNvGrpSpPr/>
          <p:nvPr/>
        </p:nvGrpSpPr>
        <p:grpSpPr>
          <a:xfrm>
            <a:off x="2667058" y="1324843"/>
            <a:ext cx="330231" cy="359015"/>
            <a:chOff x="2667058" y="1500293"/>
            <a:chExt cx="330231" cy="359015"/>
          </a:xfrm>
        </p:grpSpPr>
        <p:sp>
          <p:nvSpPr>
            <p:cNvPr id="15233" name="Google Shape;15233;p89"/>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9"/>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9"/>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9"/>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9"/>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9"/>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1" name="Google Shape;15251;p89"/>
          <p:cNvGrpSpPr/>
          <p:nvPr/>
        </p:nvGrpSpPr>
        <p:grpSpPr>
          <a:xfrm>
            <a:off x="3567553" y="1324462"/>
            <a:ext cx="320022" cy="359778"/>
            <a:chOff x="3567553" y="1499912"/>
            <a:chExt cx="320022" cy="359778"/>
          </a:xfrm>
        </p:grpSpPr>
        <p:sp>
          <p:nvSpPr>
            <p:cNvPr id="15252" name="Google Shape;15252;p89"/>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9"/>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9"/>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9"/>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9"/>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9"/>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8" name="Google Shape;15258;p89"/>
          <p:cNvGrpSpPr/>
          <p:nvPr/>
        </p:nvGrpSpPr>
        <p:grpSpPr>
          <a:xfrm>
            <a:off x="1309875" y="1324462"/>
            <a:ext cx="359015" cy="358633"/>
            <a:chOff x="1309875" y="1499912"/>
            <a:chExt cx="359015" cy="358633"/>
          </a:xfrm>
        </p:grpSpPr>
        <p:sp>
          <p:nvSpPr>
            <p:cNvPr id="15259" name="Google Shape;15259;p8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8" name="Google Shape;15268;p89"/>
          <p:cNvGrpSpPr/>
          <p:nvPr/>
        </p:nvGrpSpPr>
        <p:grpSpPr>
          <a:xfrm>
            <a:off x="2219466" y="1324843"/>
            <a:ext cx="330613" cy="359015"/>
            <a:chOff x="2219466" y="1500293"/>
            <a:chExt cx="330613" cy="359015"/>
          </a:xfrm>
        </p:grpSpPr>
        <p:sp>
          <p:nvSpPr>
            <p:cNvPr id="15269" name="Google Shape;15269;p8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1" name="Google Shape;15271;p89"/>
          <p:cNvGrpSpPr/>
          <p:nvPr/>
        </p:nvGrpSpPr>
        <p:grpSpPr>
          <a:xfrm>
            <a:off x="5343544" y="1333908"/>
            <a:ext cx="244676" cy="351095"/>
            <a:chOff x="5343544" y="1509358"/>
            <a:chExt cx="244676" cy="351095"/>
          </a:xfrm>
        </p:grpSpPr>
        <p:sp>
          <p:nvSpPr>
            <p:cNvPr id="15272" name="Google Shape;15272;p89"/>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9"/>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9"/>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5" name="Google Shape;15275;p89"/>
          <p:cNvGrpSpPr/>
          <p:nvPr/>
        </p:nvGrpSpPr>
        <p:grpSpPr>
          <a:xfrm>
            <a:off x="4882340" y="1333908"/>
            <a:ext cx="246171" cy="351095"/>
            <a:chOff x="4882340" y="1509358"/>
            <a:chExt cx="246171" cy="351095"/>
          </a:xfrm>
        </p:grpSpPr>
        <p:sp>
          <p:nvSpPr>
            <p:cNvPr id="15276" name="Google Shape;15276;p8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89"/>
          <p:cNvGrpSpPr/>
          <p:nvPr/>
        </p:nvGrpSpPr>
        <p:grpSpPr>
          <a:xfrm>
            <a:off x="6273204" y="1333558"/>
            <a:ext cx="236343" cy="351445"/>
            <a:chOff x="6273204" y="1509008"/>
            <a:chExt cx="236343" cy="351445"/>
          </a:xfrm>
        </p:grpSpPr>
        <p:sp>
          <p:nvSpPr>
            <p:cNvPr id="15282" name="Google Shape;15282;p89"/>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9"/>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4" name="Google Shape;15284;p89"/>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5" name="Google Shape;15285;p89"/>
          <p:cNvGrpSpPr/>
          <p:nvPr/>
        </p:nvGrpSpPr>
        <p:grpSpPr>
          <a:xfrm>
            <a:off x="7219530" y="1332794"/>
            <a:ext cx="191625" cy="352209"/>
            <a:chOff x="7219530" y="1508244"/>
            <a:chExt cx="191625" cy="352209"/>
          </a:xfrm>
        </p:grpSpPr>
        <p:sp>
          <p:nvSpPr>
            <p:cNvPr id="15286" name="Google Shape;15286;p89"/>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9"/>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89"/>
          <p:cNvGrpSpPr/>
          <p:nvPr/>
        </p:nvGrpSpPr>
        <p:grpSpPr>
          <a:xfrm>
            <a:off x="7699309" y="1333176"/>
            <a:ext cx="154922" cy="351827"/>
            <a:chOff x="7699309" y="1508626"/>
            <a:chExt cx="154922" cy="351827"/>
          </a:xfrm>
        </p:grpSpPr>
        <p:sp>
          <p:nvSpPr>
            <p:cNvPr id="15289" name="Google Shape;15289;p8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9"/>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89"/>
          <p:cNvGrpSpPr/>
          <p:nvPr/>
        </p:nvGrpSpPr>
        <p:grpSpPr>
          <a:xfrm>
            <a:off x="8161690" y="1333558"/>
            <a:ext cx="153396" cy="351064"/>
            <a:chOff x="8161690" y="1509008"/>
            <a:chExt cx="153396" cy="351064"/>
          </a:xfrm>
        </p:grpSpPr>
        <p:sp>
          <p:nvSpPr>
            <p:cNvPr id="15297" name="Google Shape;15297;p89"/>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9"/>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9"/>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9"/>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1" name="Google Shape;15301;p89"/>
          <p:cNvGrpSpPr/>
          <p:nvPr/>
        </p:nvGrpSpPr>
        <p:grpSpPr>
          <a:xfrm>
            <a:off x="6746940" y="1333431"/>
            <a:ext cx="213221" cy="352304"/>
            <a:chOff x="6746940" y="1508881"/>
            <a:chExt cx="213221" cy="352304"/>
          </a:xfrm>
        </p:grpSpPr>
        <p:sp>
          <p:nvSpPr>
            <p:cNvPr id="15302" name="Google Shape;15302;p89"/>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9"/>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9"/>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9"/>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6" name="Google Shape;15306;p89"/>
          <p:cNvGrpSpPr/>
          <p:nvPr/>
        </p:nvGrpSpPr>
        <p:grpSpPr>
          <a:xfrm>
            <a:off x="5770336" y="1832165"/>
            <a:ext cx="350682" cy="292097"/>
            <a:chOff x="5770336" y="2007615"/>
            <a:chExt cx="350682" cy="292097"/>
          </a:xfrm>
        </p:grpSpPr>
        <p:sp>
          <p:nvSpPr>
            <p:cNvPr id="15307" name="Google Shape;15307;p8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89"/>
          <p:cNvGrpSpPr/>
          <p:nvPr/>
        </p:nvGrpSpPr>
        <p:grpSpPr>
          <a:xfrm>
            <a:off x="5326878" y="1804908"/>
            <a:ext cx="350332" cy="346229"/>
            <a:chOff x="5326878" y="1980358"/>
            <a:chExt cx="350332" cy="346229"/>
          </a:xfrm>
        </p:grpSpPr>
        <p:sp>
          <p:nvSpPr>
            <p:cNvPr id="15312" name="Google Shape;15312;p89"/>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9"/>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9"/>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9"/>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16" name="Google Shape;15316;p89"/>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7" name="Google Shape;15317;p89"/>
          <p:cNvGrpSpPr/>
          <p:nvPr/>
        </p:nvGrpSpPr>
        <p:grpSpPr>
          <a:xfrm>
            <a:off x="4883835" y="1817121"/>
            <a:ext cx="350300" cy="323043"/>
            <a:chOff x="4883835" y="1992571"/>
            <a:chExt cx="350300" cy="323043"/>
          </a:xfrm>
        </p:grpSpPr>
        <p:sp>
          <p:nvSpPr>
            <p:cNvPr id="15318" name="Google Shape;15318;p89"/>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9"/>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9"/>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9"/>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9"/>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9"/>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4" name="Google Shape;15324;p89"/>
          <p:cNvGrpSpPr/>
          <p:nvPr/>
        </p:nvGrpSpPr>
        <p:grpSpPr>
          <a:xfrm>
            <a:off x="7548967" y="1803477"/>
            <a:ext cx="333285" cy="349950"/>
            <a:chOff x="7548967" y="1978927"/>
            <a:chExt cx="333285" cy="349950"/>
          </a:xfrm>
        </p:grpSpPr>
        <p:sp>
          <p:nvSpPr>
            <p:cNvPr id="15325" name="Google Shape;15325;p8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2" name="Google Shape;15332;p89"/>
          <p:cNvGrpSpPr/>
          <p:nvPr/>
        </p:nvGrpSpPr>
        <p:grpSpPr>
          <a:xfrm>
            <a:off x="6214142" y="1803477"/>
            <a:ext cx="346515" cy="350300"/>
            <a:chOff x="6214142" y="1978927"/>
            <a:chExt cx="346515" cy="350300"/>
          </a:xfrm>
        </p:grpSpPr>
        <p:sp>
          <p:nvSpPr>
            <p:cNvPr id="15333" name="Google Shape;15333;p8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5" name="Google Shape;15335;p89"/>
          <p:cNvGrpSpPr/>
          <p:nvPr/>
        </p:nvGrpSpPr>
        <p:grpSpPr>
          <a:xfrm>
            <a:off x="7105923" y="1803095"/>
            <a:ext cx="333285" cy="350682"/>
            <a:chOff x="7105923" y="1978545"/>
            <a:chExt cx="333285" cy="350682"/>
          </a:xfrm>
        </p:grpSpPr>
        <p:sp>
          <p:nvSpPr>
            <p:cNvPr id="15336" name="Google Shape;15336;p89"/>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9"/>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9"/>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9"/>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9"/>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9"/>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9"/>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3" name="Google Shape;15343;p89"/>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9"/>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5" name="Google Shape;15345;p89"/>
          <p:cNvGrpSpPr/>
          <p:nvPr/>
        </p:nvGrpSpPr>
        <p:grpSpPr>
          <a:xfrm>
            <a:off x="3616406" y="2246902"/>
            <a:ext cx="203393" cy="351827"/>
            <a:chOff x="3616406" y="2422352"/>
            <a:chExt cx="203393" cy="351827"/>
          </a:xfrm>
        </p:grpSpPr>
        <p:sp>
          <p:nvSpPr>
            <p:cNvPr id="15346" name="Google Shape;15346;p89"/>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9"/>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89"/>
          <p:cNvGrpSpPr/>
          <p:nvPr/>
        </p:nvGrpSpPr>
        <p:grpSpPr>
          <a:xfrm>
            <a:off x="878187" y="2246520"/>
            <a:ext cx="272696" cy="351827"/>
            <a:chOff x="913012" y="2421970"/>
            <a:chExt cx="272696" cy="351827"/>
          </a:xfrm>
        </p:grpSpPr>
        <p:sp>
          <p:nvSpPr>
            <p:cNvPr id="15349" name="Google Shape;15349;p8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3" name="Google Shape;15353;p89"/>
          <p:cNvGrpSpPr/>
          <p:nvPr/>
        </p:nvGrpSpPr>
        <p:grpSpPr>
          <a:xfrm>
            <a:off x="2274743" y="2246902"/>
            <a:ext cx="255649" cy="351445"/>
            <a:chOff x="2274743" y="2422352"/>
            <a:chExt cx="255649" cy="351445"/>
          </a:xfrm>
        </p:grpSpPr>
        <p:sp>
          <p:nvSpPr>
            <p:cNvPr id="15354" name="Google Shape;15354;p8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7" name="Google Shape;15357;p89"/>
          <p:cNvGrpSpPr/>
          <p:nvPr/>
        </p:nvGrpSpPr>
        <p:grpSpPr>
          <a:xfrm>
            <a:off x="2708723" y="2245789"/>
            <a:ext cx="246552" cy="352558"/>
            <a:chOff x="2708723" y="2421239"/>
            <a:chExt cx="246552" cy="352558"/>
          </a:xfrm>
        </p:grpSpPr>
        <p:sp>
          <p:nvSpPr>
            <p:cNvPr id="15358" name="Google Shape;15358;p89"/>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9"/>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89"/>
          <p:cNvGrpSpPr/>
          <p:nvPr/>
        </p:nvGrpSpPr>
        <p:grpSpPr>
          <a:xfrm>
            <a:off x="1835485" y="2246902"/>
            <a:ext cx="259433" cy="350714"/>
            <a:chOff x="1835485" y="2422352"/>
            <a:chExt cx="259433" cy="350714"/>
          </a:xfrm>
        </p:grpSpPr>
        <p:sp>
          <p:nvSpPr>
            <p:cNvPr id="15361" name="Google Shape;15361;p8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8" name="Google Shape;15368;p89"/>
          <p:cNvGrpSpPr/>
          <p:nvPr/>
        </p:nvGrpSpPr>
        <p:grpSpPr>
          <a:xfrm>
            <a:off x="3150240" y="2246902"/>
            <a:ext cx="212489" cy="351445"/>
            <a:chOff x="3150240" y="2422352"/>
            <a:chExt cx="212489" cy="351445"/>
          </a:xfrm>
        </p:grpSpPr>
        <p:sp>
          <p:nvSpPr>
            <p:cNvPr id="15369" name="Google Shape;15369;p89"/>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9"/>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1" name="Google Shape;15371;p89"/>
          <p:cNvGrpSpPr/>
          <p:nvPr/>
        </p:nvGrpSpPr>
        <p:grpSpPr>
          <a:xfrm>
            <a:off x="1367060" y="2246679"/>
            <a:ext cx="269261" cy="352050"/>
            <a:chOff x="1367060" y="2422129"/>
            <a:chExt cx="269261" cy="352050"/>
          </a:xfrm>
        </p:grpSpPr>
        <p:sp>
          <p:nvSpPr>
            <p:cNvPr id="15372" name="Google Shape;15372;p8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6" name="Google Shape;15386;p89"/>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7" name="Google Shape;15387;p89"/>
          <p:cNvGrpSpPr/>
          <p:nvPr/>
        </p:nvGrpSpPr>
        <p:grpSpPr>
          <a:xfrm>
            <a:off x="4882690" y="2249955"/>
            <a:ext cx="274573" cy="350682"/>
            <a:chOff x="4882690" y="2425405"/>
            <a:chExt cx="274573" cy="350682"/>
          </a:xfrm>
        </p:grpSpPr>
        <p:sp>
          <p:nvSpPr>
            <p:cNvPr id="15388" name="Google Shape;15388;p89"/>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9"/>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0" name="Google Shape;15390;p89"/>
          <p:cNvGrpSpPr/>
          <p:nvPr/>
        </p:nvGrpSpPr>
        <p:grpSpPr>
          <a:xfrm>
            <a:off x="6627639" y="2268434"/>
            <a:ext cx="355993" cy="313247"/>
            <a:chOff x="6627639" y="2443884"/>
            <a:chExt cx="355993" cy="313247"/>
          </a:xfrm>
        </p:grpSpPr>
        <p:sp>
          <p:nvSpPr>
            <p:cNvPr id="15391" name="Google Shape;15391;p8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4" name="Google Shape;15394;p89"/>
          <p:cNvGrpSpPr/>
          <p:nvPr/>
        </p:nvGrpSpPr>
        <p:grpSpPr>
          <a:xfrm>
            <a:off x="6183451" y="2286690"/>
            <a:ext cx="351445" cy="277976"/>
            <a:chOff x="6183451" y="2462140"/>
            <a:chExt cx="351445" cy="277976"/>
          </a:xfrm>
        </p:grpSpPr>
        <p:sp>
          <p:nvSpPr>
            <p:cNvPr id="15395" name="Google Shape;15395;p8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89"/>
          <p:cNvGrpSpPr/>
          <p:nvPr/>
        </p:nvGrpSpPr>
        <p:grpSpPr>
          <a:xfrm>
            <a:off x="5735477" y="2254408"/>
            <a:ext cx="353354" cy="341299"/>
            <a:chOff x="5735477" y="2429858"/>
            <a:chExt cx="353354" cy="341299"/>
          </a:xfrm>
        </p:grpSpPr>
        <p:sp>
          <p:nvSpPr>
            <p:cNvPr id="15403" name="Google Shape;15403;p8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9" name="Google Shape;15409;p89"/>
          <p:cNvGrpSpPr/>
          <p:nvPr/>
        </p:nvGrpSpPr>
        <p:grpSpPr>
          <a:xfrm>
            <a:off x="5243735" y="2271523"/>
            <a:ext cx="405255" cy="275499"/>
            <a:chOff x="5283337" y="2478774"/>
            <a:chExt cx="358633" cy="243913"/>
          </a:xfrm>
        </p:grpSpPr>
        <p:sp>
          <p:nvSpPr>
            <p:cNvPr id="15410" name="Google Shape;15410;p8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7" name="Google Shape;15427;p89"/>
          <p:cNvGrpSpPr/>
          <p:nvPr/>
        </p:nvGrpSpPr>
        <p:grpSpPr>
          <a:xfrm>
            <a:off x="7964753" y="2295373"/>
            <a:ext cx="362068" cy="258670"/>
            <a:chOff x="7964753" y="2470823"/>
            <a:chExt cx="362068" cy="258670"/>
          </a:xfrm>
        </p:grpSpPr>
        <p:sp>
          <p:nvSpPr>
            <p:cNvPr id="15428" name="Google Shape;15428;p8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89"/>
          <p:cNvGrpSpPr/>
          <p:nvPr/>
        </p:nvGrpSpPr>
        <p:grpSpPr>
          <a:xfrm>
            <a:off x="7524349" y="2280997"/>
            <a:ext cx="350332" cy="288948"/>
            <a:chOff x="7524349" y="2456447"/>
            <a:chExt cx="350332" cy="288948"/>
          </a:xfrm>
        </p:grpSpPr>
        <p:sp>
          <p:nvSpPr>
            <p:cNvPr id="15438" name="Google Shape;15438;p89"/>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9"/>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9"/>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9"/>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9"/>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89"/>
          <p:cNvGrpSpPr/>
          <p:nvPr/>
        </p:nvGrpSpPr>
        <p:grpSpPr>
          <a:xfrm>
            <a:off x="3972749" y="2719143"/>
            <a:ext cx="355230" cy="356725"/>
            <a:chOff x="3972749" y="2894211"/>
            <a:chExt cx="355230" cy="356725"/>
          </a:xfrm>
        </p:grpSpPr>
        <p:sp>
          <p:nvSpPr>
            <p:cNvPr id="15444" name="Google Shape;15444;p8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9" name="Google Shape;15449;p89"/>
          <p:cNvGrpSpPr/>
          <p:nvPr/>
        </p:nvGrpSpPr>
        <p:grpSpPr>
          <a:xfrm>
            <a:off x="3527797" y="2743553"/>
            <a:ext cx="355993" cy="307904"/>
            <a:chOff x="3527797" y="2918796"/>
            <a:chExt cx="355993" cy="307904"/>
          </a:xfrm>
        </p:grpSpPr>
        <p:sp>
          <p:nvSpPr>
            <p:cNvPr id="15450" name="Google Shape;15450;p8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0" name="Google Shape;15460;p89"/>
          <p:cNvGrpSpPr/>
          <p:nvPr/>
        </p:nvGrpSpPr>
        <p:grpSpPr>
          <a:xfrm>
            <a:off x="3082845" y="2746336"/>
            <a:ext cx="356375" cy="302338"/>
            <a:chOff x="3082845" y="2920959"/>
            <a:chExt cx="356375" cy="302338"/>
          </a:xfrm>
        </p:grpSpPr>
        <p:sp>
          <p:nvSpPr>
            <p:cNvPr id="15461" name="Google Shape;15461;p89"/>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9"/>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3" name="Google Shape;15463;p89"/>
          <p:cNvGrpSpPr/>
          <p:nvPr/>
        </p:nvGrpSpPr>
        <p:grpSpPr>
          <a:xfrm>
            <a:off x="2639038" y="2719699"/>
            <a:ext cx="355612" cy="355612"/>
            <a:chOff x="2639038" y="2894942"/>
            <a:chExt cx="355612" cy="355612"/>
          </a:xfrm>
        </p:grpSpPr>
        <p:sp>
          <p:nvSpPr>
            <p:cNvPr id="15464" name="Google Shape;15464;p8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89"/>
          <p:cNvGrpSpPr/>
          <p:nvPr/>
        </p:nvGrpSpPr>
        <p:grpSpPr>
          <a:xfrm>
            <a:off x="2194468" y="2763622"/>
            <a:ext cx="355993" cy="267766"/>
            <a:chOff x="2194468" y="2938865"/>
            <a:chExt cx="355993" cy="267766"/>
          </a:xfrm>
        </p:grpSpPr>
        <p:sp>
          <p:nvSpPr>
            <p:cNvPr id="15467" name="Google Shape;15467;p89"/>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9"/>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9"/>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9"/>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9"/>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9"/>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9"/>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9"/>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9"/>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9"/>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9"/>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9"/>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9"/>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9"/>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9"/>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9"/>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9"/>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9"/>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9"/>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9"/>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7" name="Google Shape;15487;p89"/>
          <p:cNvGrpSpPr/>
          <p:nvPr/>
        </p:nvGrpSpPr>
        <p:grpSpPr>
          <a:xfrm>
            <a:off x="1749897" y="2719699"/>
            <a:ext cx="355993" cy="355612"/>
            <a:chOff x="1749897" y="2894561"/>
            <a:chExt cx="355993" cy="355612"/>
          </a:xfrm>
        </p:grpSpPr>
        <p:sp>
          <p:nvSpPr>
            <p:cNvPr id="15488" name="Google Shape;15488;p89"/>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9"/>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9"/>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9"/>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9"/>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9"/>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9"/>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9"/>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9"/>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9"/>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9"/>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9" name="Google Shape;15499;p89"/>
          <p:cNvGrpSpPr/>
          <p:nvPr/>
        </p:nvGrpSpPr>
        <p:grpSpPr>
          <a:xfrm>
            <a:off x="1305327" y="2718761"/>
            <a:ext cx="357520" cy="357488"/>
            <a:chOff x="1305327" y="2894211"/>
            <a:chExt cx="357520" cy="357488"/>
          </a:xfrm>
        </p:grpSpPr>
        <p:sp>
          <p:nvSpPr>
            <p:cNvPr id="15500" name="Google Shape;15500;p89"/>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9"/>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9"/>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9"/>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9"/>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5" name="Google Shape;15505;p89"/>
          <p:cNvGrpSpPr/>
          <p:nvPr/>
        </p:nvGrpSpPr>
        <p:grpSpPr>
          <a:xfrm>
            <a:off x="853950" y="2720860"/>
            <a:ext cx="364104" cy="353290"/>
            <a:chOff x="853950" y="2894720"/>
            <a:chExt cx="364104" cy="353290"/>
          </a:xfrm>
        </p:grpSpPr>
        <p:sp>
          <p:nvSpPr>
            <p:cNvPr id="15506" name="Google Shape;15506;p89"/>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9"/>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9"/>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9"/>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9"/>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9"/>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9"/>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3" name="Google Shape;15513;p89"/>
          <p:cNvGrpSpPr/>
          <p:nvPr/>
        </p:nvGrpSpPr>
        <p:grpSpPr>
          <a:xfrm>
            <a:off x="7066548" y="2737144"/>
            <a:ext cx="352209" cy="334938"/>
            <a:chOff x="7066548" y="2912594"/>
            <a:chExt cx="352209" cy="334938"/>
          </a:xfrm>
        </p:grpSpPr>
        <p:sp>
          <p:nvSpPr>
            <p:cNvPr id="15514" name="Google Shape;15514;p8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0" name="Google Shape;15520;p89"/>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9"/>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22" name="Google Shape;15522;p89"/>
          <p:cNvGrpSpPr/>
          <p:nvPr/>
        </p:nvGrpSpPr>
        <p:grpSpPr>
          <a:xfrm>
            <a:off x="7541397" y="2729352"/>
            <a:ext cx="318495" cy="352209"/>
            <a:chOff x="7541397" y="2904802"/>
            <a:chExt cx="318495" cy="352209"/>
          </a:xfrm>
        </p:grpSpPr>
        <p:sp>
          <p:nvSpPr>
            <p:cNvPr id="15523" name="Google Shape;15523;p89"/>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9"/>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89"/>
          <p:cNvGrpSpPr/>
          <p:nvPr/>
        </p:nvGrpSpPr>
        <p:grpSpPr>
          <a:xfrm>
            <a:off x="8003015" y="2728589"/>
            <a:ext cx="306759" cy="351445"/>
            <a:chOff x="8003015" y="2904039"/>
            <a:chExt cx="306759" cy="351445"/>
          </a:xfrm>
        </p:grpSpPr>
        <p:sp>
          <p:nvSpPr>
            <p:cNvPr id="15526" name="Google Shape;15526;p8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2" name="Google Shape;15532;p89"/>
          <p:cNvGrpSpPr/>
          <p:nvPr/>
        </p:nvGrpSpPr>
        <p:grpSpPr>
          <a:xfrm>
            <a:off x="5687770" y="2710046"/>
            <a:ext cx="369638" cy="369606"/>
            <a:chOff x="5687770" y="2885496"/>
            <a:chExt cx="369638" cy="369606"/>
          </a:xfrm>
        </p:grpSpPr>
        <p:sp>
          <p:nvSpPr>
            <p:cNvPr id="15533" name="Google Shape;15533;p8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89"/>
          <p:cNvGrpSpPr/>
          <p:nvPr/>
        </p:nvGrpSpPr>
        <p:grpSpPr>
          <a:xfrm>
            <a:off x="4881958" y="2729352"/>
            <a:ext cx="156417" cy="349537"/>
            <a:chOff x="4881958" y="2904802"/>
            <a:chExt cx="156417" cy="349537"/>
          </a:xfrm>
        </p:grpSpPr>
        <p:sp>
          <p:nvSpPr>
            <p:cNvPr id="15544" name="Google Shape;15544;p89"/>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9"/>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9"/>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9"/>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9"/>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9"/>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9"/>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89"/>
          <p:cNvGrpSpPr/>
          <p:nvPr/>
        </p:nvGrpSpPr>
        <p:grpSpPr>
          <a:xfrm>
            <a:off x="5230318" y="2711064"/>
            <a:ext cx="371133" cy="367443"/>
            <a:chOff x="5230318" y="2886514"/>
            <a:chExt cx="371133" cy="367443"/>
          </a:xfrm>
        </p:grpSpPr>
        <p:sp>
          <p:nvSpPr>
            <p:cNvPr id="15552" name="Google Shape;15552;p89"/>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9"/>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9"/>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9"/>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9"/>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9"/>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9"/>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9"/>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9"/>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89"/>
          <p:cNvGrpSpPr/>
          <p:nvPr/>
        </p:nvGrpSpPr>
        <p:grpSpPr>
          <a:xfrm>
            <a:off x="5748358" y="3259128"/>
            <a:ext cx="352590" cy="182561"/>
            <a:chOff x="5748358" y="3434578"/>
            <a:chExt cx="352590" cy="182561"/>
          </a:xfrm>
        </p:grpSpPr>
        <p:sp>
          <p:nvSpPr>
            <p:cNvPr id="15562" name="Google Shape;15562;p89"/>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9"/>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9"/>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9"/>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9"/>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9"/>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8" name="Google Shape;15568;p89"/>
          <p:cNvGrpSpPr/>
          <p:nvPr/>
        </p:nvGrpSpPr>
        <p:grpSpPr>
          <a:xfrm>
            <a:off x="862283" y="4099321"/>
            <a:ext cx="341204" cy="359301"/>
            <a:chOff x="862283" y="4274771"/>
            <a:chExt cx="341204" cy="359301"/>
          </a:xfrm>
        </p:grpSpPr>
        <p:sp>
          <p:nvSpPr>
            <p:cNvPr id="15569" name="Google Shape;15569;p8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2" name="Google Shape;15572;p89"/>
          <p:cNvGrpSpPr/>
          <p:nvPr/>
        </p:nvGrpSpPr>
        <p:grpSpPr>
          <a:xfrm>
            <a:off x="1396957" y="4111915"/>
            <a:ext cx="301861" cy="332871"/>
            <a:chOff x="1396957" y="4287365"/>
            <a:chExt cx="301861" cy="332871"/>
          </a:xfrm>
        </p:grpSpPr>
        <p:sp>
          <p:nvSpPr>
            <p:cNvPr id="15573" name="Google Shape;15573;p89"/>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9"/>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9"/>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9"/>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9"/>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9"/>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9"/>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9"/>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9"/>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9"/>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9"/>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9"/>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9"/>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9"/>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9"/>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8" name="Google Shape;15588;p89"/>
          <p:cNvGrpSpPr/>
          <p:nvPr/>
        </p:nvGrpSpPr>
        <p:grpSpPr>
          <a:xfrm>
            <a:off x="1865381" y="4102056"/>
            <a:ext cx="396131" cy="355612"/>
            <a:chOff x="1865381" y="4277506"/>
            <a:chExt cx="396131" cy="355612"/>
          </a:xfrm>
        </p:grpSpPr>
        <p:sp>
          <p:nvSpPr>
            <p:cNvPr id="15589" name="Google Shape;15589;p8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89"/>
          <p:cNvGrpSpPr/>
          <p:nvPr/>
        </p:nvGrpSpPr>
        <p:grpSpPr>
          <a:xfrm>
            <a:off x="2411823" y="4128549"/>
            <a:ext cx="334398" cy="299953"/>
            <a:chOff x="2411823" y="4303999"/>
            <a:chExt cx="334398" cy="299953"/>
          </a:xfrm>
        </p:grpSpPr>
        <p:sp>
          <p:nvSpPr>
            <p:cNvPr id="15596" name="Google Shape;15596;p8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3" name="Google Shape;15603;p89"/>
          <p:cNvGrpSpPr/>
          <p:nvPr/>
        </p:nvGrpSpPr>
        <p:grpSpPr>
          <a:xfrm>
            <a:off x="2903337" y="4103582"/>
            <a:ext cx="382519" cy="350682"/>
            <a:chOff x="2903337" y="4279032"/>
            <a:chExt cx="382519" cy="350682"/>
          </a:xfrm>
        </p:grpSpPr>
        <p:sp>
          <p:nvSpPr>
            <p:cNvPr id="15604" name="Google Shape;15604;p8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89"/>
          <p:cNvGrpSpPr/>
          <p:nvPr/>
        </p:nvGrpSpPr>
        <p:grpSpPr>
          <a:xfrm>
            <a:off x="3933342" y="4140317"/>
            <a:ext cx="383632" cy="276449"/>
            <a:chOff x="3933342" y="4315767"/>
            <a:chExt cx="383632" cy="276449"/>
          </a:xfrm>
        </p:grpSpPr>
        <p:sp>
          <p:nvSpPr>
            <p:cNvPr id="15620" name="Google Shape;15620;p8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89"/>
          <p:cNvGrpSpPr/>
          <p:nvPr/>
        </p:nvGrpSpPr>
        <p:grpSpPr>
          <a:xfrm>
            <a:off x="3441065" y="4127055"/>
            <a:ext cx="337069" cy="302593"/>
            <a:chOff x="3441065" y="4302505"/>
            <a:chExt cx="337069" cy="302593"/>
          </a:xfrm>
        </p:grpSpPr>
        <p:sp>
          <p:nvSpPr>
            <p:cNvPr id="15627" name="Google Shape;15627;p89"/>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9"/>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9"/>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9"/>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9"/>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9"/>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9"/>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9"/>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9"/>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9"/>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9"/>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9"/>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9"/>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0" name="Google Shape;15640;p89"/>
          <p:cNvGrpSpPr/>
          <p:nvPr/>
        </p:nvGrpSpPr>
        <p:grpSpPr>
          <a:xfrm>
            <a:off x="3532345" y="3187185"/>
            <a:ext cx="339328" cy="336274"/>
            <a:chOff x="3532345" y="3362635"/>
            <a:chExt cx="339328" cy="336274"/>
          </a:xfrm>
        </p:grpSpPr>
        <p:sp>
          <p:nvSpPr>
            <p:cNvPr id="15641" name="Google Shape;15641;p8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9"/>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6" name="Google Shape;15646;p89"/>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7" name="Google Shape;15647;p89"/>
          <p:cNvGrpSpPr/>
          <p:nvPr/>
        </p:nvGrpSpPr>
        <p:grpSpPr>
          <a:xfrm>
            <a:off x="1883955" y="3633250"/>
            <a:ext cx="162873" cy="351445"/>
            <a:chOff x="1883955" y="3808700"/>
            <a:chExt cx="162873" cy="351445"/>
          </a:xfrm>
        </p:grpSpPr>
        <p:sp>
          <p:nvSpPr>
            <p:cNvPr id="15648" name="Google Shape;15648;p89"/>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9"/>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0" name="Google Shape;15650;p89"/>
          <p:cNvGrpSpPr/>
          <p:nvPr/>
        </p:nvGrpSpPr>
        <p:grpSpPr>
          <a:xfrm>
            <a:off x="939156" y="3633759"/>
            <a:ext cx="192007" cy="351318"/>
            <a:chOff x="939156" y="3809209"/>
            <a:chExt cx="192007" cy="351318"/>
          </a:xfrm>
        </p:grpSpPr>
        <p:sp>
          <p:nvSpPr>
            <p:cNvPr id="15651" name="Google Shape;15651;p89"/>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9"/>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3" name="Google Shape;15653;p89"/>
          <p:cNvGrpSpPr/>
          <p:nvPr/>
        </p:nvGrpSpPr>
        <p:grpSpPr>
          <a:xfrm>
            <a:off x="2306167" y="3634395"/>
            <a:ext cx="193915" cy="349155"/>
            <a:chOff x="2306167" y="3809845"/>
            <a:chExt cx="193915" cy="349155"/>
          </a:xfrm>
        </p:grpSpPr>
        <p:sp>
          <p:nvSpPr>
            <p:cNvPr id="15654" name="Google Shape;15654;p89"/>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9"/>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9"/>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9"/>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9"/>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9"/>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9"/>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89"/>
          <p:cNvGrpSpPr/>
          <p:nvPr/>
        </p:nvGrpSpPr>
        <p:grpSpPr>
          <a:xfrm>
            <a:off x="1323901" y="3631723"/>
            <a:ext cx="356343" cy="356757"/>
            <a:chOff x="1323901" y="3807173"/>
            <a:chExt cx="356343" cy="356757"/>
          </a:xfrm>
        </p:grpSpPr>
        <p:sp>
          <p:nvSpPr>
            <p:cNvPr id="15662" name="Google Shape;15662;p8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6" name="Google Shape;15686;p89"/>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7" name="Google Shape;15687;p89"/>
          <p:cNvGrpSpPr/>
          <p:nvPr/>
        </p:nvGrpSpPr>
        <p:grpSpPr>
          <a:xfrm>
            <a:off x="859262" y="3178470"/>
            <a:ext cx="306759" cy="351445"/>
            <a:chOff x="859262" y="3353920"/>
            <a:chExt cx="306759" cy="351445"/>
          </a:xfrm>
        </p:grpSpPr>
        <p:sp>
          <p:nvSpPr>
            <p:cNvPr id="15688" name="Google Shape;15688;p8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3" name="Google Shape;15693;p89"/>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94" name="Google Shape;15694;p89"/>
          <p:cNvGrpSpPr/>
          <p:nvPr/>
        </p:nvGrpSpPr>
        <p:grpSpPr>
          <a:xfrm>
            <a:off x="3967437" y="3661652"/>
            <a:ext cx="364708" cy="295405"/>
            <a:chOff x="3967437" y="3837102"/>
            <a:chExt cx="364708" cy="295405"/>
          </a:xfrm>
        </p:grpSpPr>
        <p:sp>
          <p:nvSpPr>
            <p:cNvPr id="15695" name="Google Shape;15695;p89"/>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9"/>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9"/>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9"/>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9"/>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00" name="Google Shape;15700;p89"/>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9"/>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9"/>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3" name="Google Shape;15703;p89"/>
          <p:cNvGrpSpPr/>
          <p:nvPr/>
        </p:nvGrpSpPr>
        <p:grpSpPr>
          <a:xfrm>
            <a:off x="5811827" y="3631001"/>
            <a:ext cx="283743" cy="308444"/>
            <a:chOff x="5964227" y="3858701"/>
            <a:chExt cx="283743" cy="308444"/>
          </a:xfrm>
        </p:grpSpPr>
        <p:sp>
          <p:nvSpPr>
            <p:cNvPr id="15704" name="Google Shape;15704;p8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89"/>
          <p:cNvGrpSpPr/>
          <p:nvPr/>
        </p:nvGrpSpPr>
        <p:grpSpPr>
          <a:xfrm>
            <a:off x="6243508" y="3697623"/>
            <a:ext cx="320372" cy="213602"/>
            <a:chOff x="6395908" y="3873073"/>
            <a:chExt cx="320372" cy="213602"/>
          </a:xfrm>
        </p:grpSpPr>
        <p:sp>
          <p:nvSpPr>
            <p:cNvPr id="15709" name="Google Shape;15709;p89"/>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9"/>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9"/>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9"/>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9"/>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9"/>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9"/>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9"/>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9"/>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9"/>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9" name="Google Shape;15719;p89"/>
          <p:cNvGrpSpPr/>
          <p:nvPr/>
        </p:nvGrpSpPr>
        <p:grpSpPr>
          <a:xfrm>
            <a:off x="7262890" y="3627366"/>
            <a:ext cx="357138" cy="352018"/>
            <a:chOff x="7415290" y="3802816"/>
            <a:chExt cx="357138" cy="352018"/>
          </a:xfrm>
        </p:grpSpPr>
        <p:sp>
          <p:nvSpPr>
            <p:cNvPr id="15720" name="Google Shape;15720;p8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89"/>
          <p:cNvGrpSpPr/>
          <p:nvPr/>
        </p:nvGrpSpPr>
        <p:grpSpPr>
          <a:xfrm>
            <a:off x="6737312" y="3657963"/>
            <a:ext cx="355230" cy="293401"/>
            <a:chOff x="6889712" y="3833413"/>
            <a:chExt cx="355230" cy="293401"/>
          </a:xfrm>
        </p:grpSpPr>
        <p:sp>
          <p:nvSpPr>
            <p:cNvPr id="15729" name="Google Shape;15729;p8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4" name="Google Shape;15734;p89"/>
          <p:cNvGrpSpPr/>
          <p:nvPr/>
        </p:nvGrpSpPr>
        <p:grpSpPr>
          <a:xfrm>
            <a:off x="7707152" y="3660420"/>
            <a:ext cx="282318" cy="337168"/>
            <a:chOff x="1635875" y="237775"/>
            <a:chExt cx="4370250" cy="5219325"/>
          </a:xfrm>
        </p:grpSpPr>
        <p:sp>
          <p:nvSpPr>
            <p:cNvPr id="15735" name="Google Shape;15735;p8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7" name="Google Shape;15737;p89"/>
          <p:cNvGrpSpPr/>
          <p:nvPr/>
        </p:nvGrpSpPr>
        <p:grpSpPr>
          <a:xfrm>
            <a:off x="3103963" y="3185690"/>
            <a:ext cx="297886" cy="337578"/>
            <a:chOff x="3103963" y="3361140"/>
            <a:chExt cx="297886" cy="337578"/>
          </a:xfrm>
        </p:grpSpPr>
        <p:sp>
          <p:nvSpPr>
            <p:cNvPr id="15738" name="Google Shape;15738;p89"/>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9"/>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9"/>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9"/>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9"/>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9"/>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9"/>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9"/>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9"/>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9"/>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9"/>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9"/>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2" name="Google Shape;15762;p89"/>
          <p:cNvGrpSpPr/>
          <p:nvPr/>
        </p:nvGrpSpPr>
        <p:grpSpPr>
          <a:xfrm>
            <a:off x="2667821" y="3185658"/>
            <a:ext cx="273046" cy="337801"/>
            <a:chOff x="2667821" y="3361108"/>
            <a:chExt cx="273046" cy="337801"/>
          </a:xfrm>
        </p:grpSpPr>
        <p:sp>
          <p:nvSpPr>
            <p:cNvPr id="15763" name="Google Shape;15763;p8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2" name="Google Shape;15782;p89"/>
          <p:cNvGrpSpPr/>
          <p:nvPr/>
        </p:nvGrpSpPr>
        <p:grpSpPr>
          <a:xfrm>
            <a:off x="2212469" y="3184863"/>
            <a:ext cx="282715" cy="338660"/>
            <a:chOff x="2212469" y="3360313"/>
            <a:chExt cx="282715" cy="338660"/>
          </a:xfrm>
        </p:grpSpPr>
        <p:sp>
          <p:nvSpPr>
            <p:cNvPr id="15783" name="Google Shape;15783;p89"/>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9"/>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9"/>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89"/>
          <p:cNvGrpSpPr/>
          <p:nvPr/>
        </p:nvGrpSpPr>
        <p:grpSpPr>
          <a:xfrm>
            <a:off x="1768821" y="3185658"/>
            <a:ext cx="278739" cy="339073"/>
            <a:chOff x="1768821" y="3361108"/>
            <a:chExt cx="278739" cy="339073"/>
          </a:xfrm>
        </p:grpSpPr>
        <p:sp>
          <p:nvSpPr>
            <p:cNvPr id="15787" name="Google Shape;15787;p8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8" name="Google Shape;15798;p89"/>
          <p:cNvGrpSpPr/>
          <p:nvPr/>
        </p:nvGrpSpPr>
        <p:grpSpPr>
          <a:xfrm>
            <a:off x="5337883" y="3161423"/>
            <a:ext cx="307141" cy="376826"/>
            <a:chOff x="5337883" y="3336873"/>
            <a:chExt cx="307141" cy="376826"/>
          </a:xfrm>
        </p:grpSpPr>
        <p:sp>
          <p:nvSpPr>
            <p:cNvPr id="15799" name="Google Shape;15799;p8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1" name="Google Shape;15801;p89"/>
          <p:cNvGrpSpPr/>
          <p:nvPr/>
        </p:nvGrpSpPr>
        <p:grpSpPr>
          <a:xfrm>
            <a:off x="4883835" y="3161805"/>
            <a:ext cx="323425" cy="377557"/>
            <a:chOff x="4883835" y="3337255"/>
            <a:chExt cx="323425" cy="377557"/>
          </a:xfrm>
        </p:grpSpPr>
        <p:sp>
          <p:nvSpPr>
            <p:cNvPr id="15802" name="Google Shape;15802;p89"/>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9"/>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9"/>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5" name="Google Shape;15805;p89"/>
          <p:cNvGrpSpPr/>
          <p:nvPr/>
        </p:nvGrpSpPr>
        <p:grpSpPr>
          <a:xfrm>
            <a:off x="6193310" y="3231839"/>
            <a:ext cx="352590" cy="237488"/>
            <a:chOff x="6193310" y="3407289"/>
            <a:chExt cx="352590" cy="237488"/>
          </a:xfrm>
        </p:grpSpPr>
        <p:sp>
          <p:nvSpPr>
            <p:cNvPr id="15806" name="Google Shape;15806;p89"/>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9"/>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9"/>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9"/>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9"/>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1" name="Google Shape;15811;p89"/>
          <p:cNvGrpSpPr/>
          <p:nvPr/>
        </p:nvGrpSpPr>
        <p:grpSpPr>
          <a:xfrm>
            <a:off x="6637117" y="3222393"/>
            <a:ext cx="353735" cy="254504"/>
            <a:chOff x="6637117" y="3397843"/>
            <a:chExt cx="353735" cy="254504"/>
          </a:xfrm>
        </p:grpSpPr>
        <p:sp>
          <p:nvSpPr>
            <p:cNvPr id="15812" name="Google Shape;15812;p8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8" name="Google Shape;15818;p89"/>
          <p:cNvGrpSpPr/>
          <p:nvPr/>
        </p:nvGrpSpPr>
        <p:grpSpPr>
          <a:xfrm>
            <a:off x="7075994" y="3174081"/>
            <a:ext cx="360637" cy="352336"/>
            <a:chOff x="7075994" y="3349531"/>
            <a:chExt cx="360637" cy="352336"/>
          </a:xfrm>
        </p:grpSpPr>
        <p:sp>
          <p:nvSpPr>
            <p:cNvPr id="15819" name="Google Shape;15819;p8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6" name="Google Shape;15826;p89"/>
          <p:cNvGrpSpPr/>
          <p:nvPr/>
        </p:nvGrpSpPr>
        <p:grpSpPr>
          <a:xfrm>
            <a:off x="7651983" y="3173731"/>
            <a:ext cx="107183" cy="352399"/>
            <a:chOff x="7651983" y="3349181"/>
            <a:chExt cx="107183" cy="352399"/>
          </a:xfrm>
        </p:grpSpPr>
        <p:sp>
          <p:nvSpPr>
            <p:cNvPr id="15827" name="Google Shape;15827;p89"/>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9"/>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9" name="Google Shape;15829;p89"/>
          <p:cNvGrpSpPr/>
          <p:nvPr/>
        </p:nvGrpSpPr>
        <p:grpSpPr>
          <a:xfrm>
            <a:off x="7973468" y="3206872"/>
            <a:ext cx="352590" cy="287072"/>
            <a:chOff x="7973468" y="3382322"/>
            <a:chExt cx="352590" cy="287072"/>
          </a:xfrm>
        </p:grpSpPr>
        <p:sp>
          <p:nvSpPr>
            <p:cNvPr id="15830" name="Google Shape;15830;p8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42" name="Google Shape;15842;p89"/>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5843" name="Google Shape;15843;p89"/>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47" name="Shape 15847"/>
        <p:cNvGrpSpPr/>
        <p:nvPr/>
      </p:nvGrpSpPr>
      <p:grpSpPr>
        <a:xfrm>
          <a:off x="0" y="0"/>
          <a:ext cx="0" cy="0"/>
          <a:chOff x="0" y="0"/>
          <a:chExt cx="0" cy="0"/>
        </a:xfrm>
      </p:grpSpPr>
      <p:grpSp>
        <p:nvGrpSpPr>
          <p:cNvPr id="15848" name="Google Shape;15848;p90"/>
          <p:cNvGrpSpPr/>
          <p:nvPr/>
        </p:nvGrpSpPr>
        <p:grpSpPr>
          <a:xfrm>
            <a:off x="821808" y="1576858"/>
            <a:ext cx="347872" cy="347488"/>
            <a:chOff x="849677" y="1500658"/>
            <a:chExt cx="347872" cy="347488"/>
          </a:xfrm>
        </p:grpSpPr>
        <p:sp>
          <p:nvSpPr>
            <p:cNvPr id="15849" name="Google Shape;15849;p9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9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9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90"/>
          <p:cNvGrpSpPr/>
          <p:nvPr/>
        </p:nvGrpSpPr>
        <p:grpSpPr>
          <a:xfrm>
            <a:off x="1387984" y="1576858"/>
            <a:ext cx="315872" cy="347488"/>
            <a:chOff x="1415853" y="1500658"/>
            <a:chExt cx="315872" cy="347488"/>
          </a:xfrm>
        </p:grpSpPr>
        <p:sp>
          <p:nvSpPr>
            <p:cNvPr id="15856" name="Google Shape;15856;p9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0" name="Google Shape;15860;p90"/>
          <p:cNvGrpSpPr/>
          <p:nvPr/>
        </p:nvGrpSpPr>
        <p:grpSpPr>
          <a:xfrm>
            <a:off x="4669520" y="1576858"/>
            <a:ext cx="347520" cy="347104"/>
            <a:chOff x="4697389" y="1500658"/>
            <a:chExt cx="347520" cy="347104"/>
          </a:xfrm>
        </p:grpSpPr>
        <p:sp>
          <p:nvSpPr>
            <p:cNvPr id="15861" name="Google Shape;15861;p90"/>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90"/>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0"/>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90"/>
          <p:cNvGrpSpPr/>
          <p:nvPr/>
        </p:nvGrpSpPr>
        <p:grpSpPr>
          <a:xfrm>
            <a:off x="3575664" y="2041146"/>
            <a:ext cx="347520" cy="353760"/>
            <a:chOff x="3603533" y="1964946"/>
            <a:chExt cx="347520" cy="353760"/>
          </a:xfrm>
        </p:grpSpPr>
        <p:sp>
          <p:nvSpPr>
            <p:cNvPr id="15865" name="Google Shape;15865;p9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9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9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8" name="Google Shape;15868;p90"/>
          <p:cNvGrpSpPr/>
          <p:nvPr/>
        </p:nvGrpSpPr>
        <p:grpSpPr>
          <a:xfrm>
            <a:off x="1922896" y="2040538"/>
            <a:ext cx="357792" cy="352448"/>
            <a:chOff x="1950765" y="1964338"/>
            <a:chExt cx="357792" cy="352448"/>
          </a:xfrm>
        </p:grpSpPr>
        <p:sp>
          <p:nvSpPr>
            <p:cNvPr id="15869" name="Google Shape;15869;p90"/>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0"/>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0"/>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0"/>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3" name="Google Shape;15873;p90"/>
          <p:cNvGrpSpPr/>
          <p:nvPr/>
        </p:nvGrpSpPr>
        <p:grpSpPr>
          <a:xfrm>
            <a:off x="7407760" y="2040890"/>
            <a:ext cx="367712" cy="353248"/>
            <a:chOff x="7435629" y="1964690"/>
            <a:chExt cx="367712" cy="353248"/>
          </a:xfrm>
        </p:grpSpPr>
        <p:sp>
          <p:nvSpPr>
            <p:cNvPr id="15874" name="Google Shape;15874;p9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9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90"/>
          <p:cNvGrpSpPr/>
          <p:nvPr/>
        </p:nvGrpSpPr>
        <p:grpSpPr>
          <a:xfrm>
            <a:off x="2484880" y="2041242"/>
            <a:ext cx="333024" cy="352896"/>
            <a:chOff x="2512749" y="1965042"/>
            <a:chExt cx="333024" cy="352896"/>
          </a:xfrm>
        </p:grpSpPr>
        <p:sp>
          <p:nvSpPr>
            <p:cNvPr id="15879" name="Google Shape;15879;p90"/>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0"/>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0"/>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0"/>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0"/>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4" name="Google Shape;15884;p90"/>
          <p:cNvGrpSpPr/>
          <p:nvPr/>
        </p:nvGrpSpPr>
        <p:grpSpPr>
          <a:xfrm>
            <a:off x="1370448" y="2057978"/>
            <a:ext cx="365792" cy="335392"/>
            <a:chOff x="1398317" y="1981778"/>
            <a:chExt cx="365792" cy="335392"/>
          </a:xfrm>
        </p:grpSpPr>
        <p:sp>
          <p:nvSpPr>
            <p:cNvPr id="15885" name="Google Shape;15885;p90"/>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90"/>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0"/>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0"/>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0"/>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0"/>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90"/>
          <p:cNvGrpSpPr/>
          <p:nvPr/>
        </p:nvGrpSpPr>
        <p:grpSpPr>
          <a:xfrm>
            <a:off x="3024368" y="2079770"/>
            <a:ext cx="353600" cy="314752"/>
            <a:chOff x="3052237" y="2003570"/>
            <a:chExt cx="353600" cy="314752"/>
          </a:xfrm>
        </p:grpSpPr>
        <p:sp>
          <p:nvSpPr>
            <p:cNvPr id="15892" name="Google Shape;15892;p90"/>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0"/>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90"/>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90"/>
          <p:cNvGrpSpPr/>
          <p:nvPr/>
        </p:nvGrpSpPr>
        <p:grpSpPr>
          <a:xfrm>
            <a:off x="1376144" y="3034266"/>
            <a:ext cx="368096" cy="223968"/>
            <a:chOff x="1404013" y="2958066"/>
            <a:chExt cx="368096" cy="223968"/>
          </a:xfrm>
        </p:grpSpPr>
        <p:sp>
          <p:nvSpPr>
            <p:cNvPr id="15896" name="Google Shape;15896;p9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9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8" name="Google Shape;15898;p90"/>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0"/>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0" name="Google Shape;15900;p90"/>
          <p:cNvGrpSpPr/>
          <p:nvPr/>
        </p:nvGrpSpPr>
        <p:grpSpPr>
          <a:xfrm>
            <a:off x="1923280" y="2961402"/>
            <a:ext cx="370368" cy="367328"/>
            <a:chOff x="1951149" y="2885202"/>
            <a:chExt cx="370368" cy="367328"/>
          </a:xfrm>
        </p:grpSpPr>
        <p:sp>
          <p:nvSpPr>
            <p:cNvPr id="15901" name="Google Shape;15901;p9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9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9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90"/>
          <p:cNvGrpSpPr/>
          <p:nvPr/>
        </p:nvGrpSpPr>
        <p:grpSpPr>
          <a:xfrm>
            <a:off x="2473808" y="2982362"/>
            <a:ext cx="367328" cy="327296"/>
            <a:chOff x="2501677" y="2906162"/>
            <a:chExt cx="367328" cy="327296"/>
          </a:xfrm>
        </p:grpSpPr>
        <p:sp>
          <p:nvSpPr>
            <p:cNvPr id="15905" name="Google Shape;15905;p9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9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9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8" name="Google Shape;15908;p90"/>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9" name="Google Shape;15909;p90"/>
          <p:cNvGrpSpPr/>
          <p:nvPr/>
        </p:nvGrpSpPr>
        <p:grpSpPr>
          <a:xfrm>
            <a:off x="3022448" y="2969914"/>
            <a:ext cx="367712" cy="354240"/>
            <a:chOff x="3050317" y="2893714"/>
            <a:chExt cx="367712" cy="354240"/>
          </a:xfrm>
        </p:grpSpPr>
        <p:sp>
          <p:nvSpPr>
            <p:cNvPr id="15910" name="Google Shape;15910;p9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9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12" name="Google Shape;15912;p90"/>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90"/>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14" name="Google Shape;15914;p90"/>
          <p:cNvGrpSpPr/>
          <p:nvPr/>
        </p:nvGrpSpPr>
        <p:grpSpPr>
          <a:xfrm>
            <a:off x="7503408" y="2962554"/>
            <a:ext cx="185184" cy="367296"/>
            <a:chOff x="7531277" y="2886354"/>
            <a:chExt cx="185184" cy="367296"/>
          </a:xfrm>
        </p:grpSpPr>
        <p:sp>
          <p:nvSpPr>
            <p:cNvPr id="15915" name="Google Shape;15915;p90"/>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0"/>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0"/>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90"/>
          <p:cNvGrpSpPr/>
          <p:nvPr/>
        </p:nvGrpSpPr>
        <p:grpSpPr>
          <a:xfrm>
            <a:off x="6898768" y="2962938"/>
            <a:ext cx="297184" cy="367296"/>
            <a:chOff x="6926637" y="2886738"/>
            <a:chExt cx="297184" cy="367296"/>
          </a:xfrm>
        </p:grpSpPr>
        <p:sp>
          <p:nvSpPr>
            <p:cNvPr id="15919" name="Google Shape;15919;p9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22" name="Google Shape;15922;p90"/>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90"/>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4" name="Google Shape;15924;p90"/>
          <p:cNvGrpSpPr/>
          <p:nvPr/>
        </p:nvGrpSpPr>
        <p:grpSpPr>
          <a:xfrm>
            <a:off x="6312784" y="2962554"/>
            <a:ext cx="370368" cy="368064"/>
            <a:chOff x="6340653" y="2886354"/>
            <a:chExt cx="370368" cy="368064"/>
          </a:xfrm>
        </p:grpSpPr>
        <p:sp>
          <p:nvSpPr>
            <p:cNvPr id="15925" name="Google Shape;15925;p9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9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9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1" name="Google Shape;15931;p90"/>
          <p:cNvGrpSpPr/>
          <p:nvPr/>
        </p:nvGrpSpPr>
        <p:grpSpPr>
          <a:xfrm>
            <a:off x="5218928" y="2057626"/>
            <a:ext cx="354752" cy="336512"/>
            <a:chOff x="5246797" y="1981426"/>
            <a:chExt cx="354752" cy="336512"/>
          </a:xfrm>
        </p:grpSpPr>
        <p:sp>
          <p:nvSpPr>
            <p:cNvPr id="15932" name="Google Shape;15932;p90"/>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90"/>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4" name="Google Shape;15934;p90"/>
          <p:cNvGrpSpPr/>
          <p:nvPr/>
        </p:nvGrpSpPr>
        <p:grpSpPr>
          <a:xfrm>
            <a:off x="4120880" y="2178266"/>
            <a:ext cx="355136" cy="216256"/>
            <a:chOff x="4148749" y="2102066"/>
            <a:chExt cx="355136" cy="216256"/>
          </a:xfrm>
        </p:grpSpPr>
        <p:sp>
          <p:nvSpPr>
            <p:cNvPr id="15935" name="Google Shape;15935;p90"/>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0"/>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90"/>
          <p:cNvGrpSpPr/>
          <p:nvPr/>
        </p:nvGrpSpPr>
        <p:grpSpPr>
          <a:xfrm>
            <a:off x="5766800" y="2077626"/>
            <a:ext cx="354752" cy="315360"/>
            <a:chOff x="5794669" y="2001426"/>
            <a:chExt cx="354752" cy="315360"/>
          </a:xfrm>
        </p:grpSpPr>
        <p:sp>
          <p:nvSpPr>
            <p:cNvPr id="15938" name="Google Shape;15938;p90"/>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90"/>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0" name="Google Shape;15940;p90"/>
          <p:cNvGrpSpPr/>
          <p:nvPr/>
        </p:nvGrpSpPr>
        <p:grpSpPr>
          <a:xfrm>
            <a:off x="6317360" y="2106042"/>
            <a:ext cx="352832" cy="289216"/>
            <a:chOff x="6345229" y="2029842"/>
            <a:chExt cx="352832" cy="289216"/>
          </a:xfrm>
        </p:grpSpPr>
        <p:sp>
          <p:nvSpPr>
            <p:cNvPr id="15941" name="Google Shape;15941;p90"/>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0"/>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3" name="Google Shape;15943;p90"/>
          <p:cNvGrpSpPr/>
          <p:nvPr/>
        </p:nvGrpSpPr>
        <p:grpSpPr>
          <a:xfrm>
            <a:off x="4669520" y="2112538"/>
            <a:ext cx="354752" cy="281984"/>
            <a:chOff x="4697389" y="2036338"/>
            <a:chExt cx="354752" cy="281984"/>
          </a:xfrm>
        </p:grpSpPr>
        <p:sp>
          <p:nvSpPr>
            <p:cNvPr id="15944" name="Google Shape;15944;p90"/>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0"/>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6" name="Google Shape;15946;p90"/>
          <p:cNvGrpSpPr/>
          <p:nvPr/>
        </p:nvGrpSpPr>
        <p:grpSpPr>
          <a:xfrm>
            <a:off x="1376144" y="2500954"/>
            <a:ext cx="353600" cy="354944"/>
            <a:chOff x="1404013" y="2424754"/>
            <a:chExt cx="353600" cy="354944"/>
          </a:xfrm>
        </p:grpSpPr>
        <p:sp>
          <p:nvSpPr>
            <p:cNvPr id="15947" name="Google Shape;15947;p9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9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2" name="Google Shape;15952;p90"/>
          <p:cNvGrpSpPr/>
          <p:nvPr/>
        </p:nvGrpSpPr>
        <p:grpSpPr>
          <a:xfrm>
            <a:off x="826384" y="2504474"/>
            <a:ext cx="355104" cy="351040"/>
            <a:chOff x="854253" y="2428274"/>
            <a:chExt cx="355104" cy="351040"/>
          </a:xfrm>
        </p:grpSpPr>
        <p:sp>
          <p:nvSpPr>
            <p:cNvPr id="15953" name="Google Shape;15953;p90"/>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90"/>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5" name="Google Shape;15955;p90"/>
          <p:cNvGrpSpPr/>
          <p:nvPr/>
        </p:nvGrpSpPr>
        <p:grpSpPr>
          <a:xfrm>
            <a:off x="6869040" y="2517146"/>
            <a:ext cx="354752" cy="275904"/>
            <a:chOff x="6896909" y="2440946"/>
            <a:chExt cx="354752" cy="275904"/>
          </a:xfrm>
        </p:grpSpPr>
        <p:sp>
          <p:nvSpPr>
            <p:cNvPr id="15956" name="Google Shape;15956;p90"/>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90"/>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8" name="Google Shape;15958;p90"/>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59" name="Google Shape;15959;p90"/>
          <p:cNvGrpSpPr/>
          <p:nvPr/>
        </p:nvGrpSpPr>
        <p:grpSpPr>
          <a:xfrm>
            <a:off x="5237200" y="2500954"/>
            <a:ext cx="321984" cy="354560"/>
            <a:chOff x="5265069" y="2424754"/>
            <a:chExt cx="321984" cy="354560"/>
          </a:xfrm>
        </p:grpSpPr>
        <p:sp>
          <p:nvSpPr>
            <p:cNvPr id="15960" name="Google Shape;15960;p90"/>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0"/>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2" name="Google Shape;15962;p90"/>
          <p:cNvGrpSpPr/>
          <p:nvPr/>
        </p:nvGrpSpPr>
        <p:grpSpPr>
          <a:xfrm>
            <a:off x="4122800" y="2542970"/>
            <a:ext cx="355104" cy="259584"/>
            <a:chOff x="4150669" y="2466770"/>
            <a:chExt cx="355104" cy="259584"/>
          </a:xfrm>
        </p:grpSpPr>
        <p:sp>
          <p:nvSpPr>
            <p:cNvPr id="15963" name="Google Shape;15963;p90"/>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0"/>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0"/>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90"/>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90"/>
          <p:cNvGrpSpPr/>
          <p:nvPr/>
        </p:nvGrpSpPr>
        <p:grpSpPr>
          <a:xfrm>
            <a:off x="4671824" y="2501146"/>
            <a:ext cx="354336" cy="353984"/>
            <a:chOff x="4699693" y="2424946"/>
            <a:chExt cx="354336" cy="353984"/>
          </a:xfrm>
        </p:grpSpPr>
        <p:sp>
          <p:nvSpPr>
            <p:cNvPr id="15968" name="Google Shape;15968;p9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70" name="Google Shape;15970;p90"/>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0"/>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2" name="Google Shape;15972;p90"/>
          <p:cNvGrpSpPr/>
          <p:nvPr/>
        </p:nvGrpSpPr>
        <p:grpSpPr>
          <a:xfrm>
            <a:off x="1925168" y="2628442"/>
            <a:ext cx="355136" cy="227072"/>
            <a:chOff x="1953037" y="2552242"/>
            <a:chExt cx="355136" cy="227072"/>
          </a:xfrm>
        </p:grpSpPr>
        <p:sp>
          <p:nvSpPr>
            <p:cNvPr id="15973" name="Google Shape;15973;p90"/>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90"/>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75" name="Google Shape;15975;p90"/>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6" name="Google Shape;15976;p90"/>
          <p:cNvGrpSpPr/>
          <p:nvPr/>
        </p:nvGrpSpPr>
        <p:grpSpPr>
          <a:xfrm>
            <a:off x="2473072" y="2603418"/>
            <a:ext cx="355104" cy="250944"/>
            <a:chOff x="2500941" y="2527218"/>
            <a:chExt cx="355104" cy="250944"/>
          </a:xfrm>
        </p:grpSpPr>
        <p:sp>
          <p:nvSpPr>
            <p:cNvPr id="15977" name="Google Shape;15977;p9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9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2" name="Google Shape;15982;p90"/>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83" name="Google Shape;15983;p90"/>
          <p:cNvGrpSpPr/>
          <p:nvPr/>
        </p:nvGrpSpPr>
        <p:grpSpPr>
          <a:xfrm>
            <a:off x="7965936" y="2503322"/>
            <a:ext cx="356256" cy="351808"/>
            <a:chOff x="7993805" y="2427122"/>
            <a:chExt cx="356256" cy="351808"/>
          </a:xfrm>
        </p:grpSpPr>
        <p:sp>
          <p:nvSpPr>
            <p:cNvPr id="15984" name="Google Shape;15984;p9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7" name="Google Shape;15987;p90"/>
          <p:cNvGrpSpPr/>
          <p:nvPr/>
        </p:nvGrpSpPr>
        <p:grpSpPr>
          <a:xfrm>
            <a:off x="850768" y="2041210"/>
            <a:ext cx="308640" cy="353312"/>
            <a:chOff x="878637" y="1965010"/>
            <a:chExt cx="308640" cy="353312"/>
          </a:xfrm>
        </p:grpSpPr>
        <p:sp>
          <p:nvSpPr>
            <p:cNvPr id="15988" name="Google Shape;15988;p9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9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90"/>
          <p:cNvGrpSpPr/>
          <p:nvPr/>
        </p:nvGrpSpPr>
        <p:grpSpPr>
          <a:xfrm>
            <a:off x="6868272" y="2040922"/>
            <a:ext cx="348256" cy="352448"/>
            <a:chOff x="6896141" y="1964722"/>
            <a:chExt cx="348256" cy="352448"/>
          </a:xfrm>
        </p:grpSpPr>
        <p:sp>
          <p:nvSpPr>
            <p:cNvPr id="15992" name="Google Shape;15992;p90"/>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0"/>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0"/>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5" name="Google Shape;15995;p90"/>
          <p:cNvGrpSpPr/>
          <p:nvPr/>
        </p:nvGrpSpPr>
        <p:grpSpPr>
          <a:xfrm>
            <a:off x="7962128" y="2091578"/>
            <a:ext cx="355136" cy="303328"/>
            <a:chOff x="7989997" y="2015378"/>
            <a:chExt cx="355136" cy="303328"/>
          </a:xfrm>
        </p:grpSpPr>
        <p:sp>
          <p:nvSpPr>
            <p:cNvPr id="15996" name="Google Shape;15996;p90"/>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0"/>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0"/>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90"/>
          <p:cNvGrpSpPr/>
          <p:nvPr/>
        </p:nvGrpSpPr>
        <p:grpSpPr>
          <a:xfrm>
            <a:off x="3570352" y="1585562"/>
            <a:ext cx="348640" cy="330784"/>
            <a:chOff x="3598221" y="1509362"/>
            <a:chExt cx="348640" cy="330784"/>
          </a:xfrm>
        </p:grpSpPr>
        <p:sp>
          <p:nvSpPr>
            <p:cNvPr id="16000" name="Google Shape;16000;p90"/>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0"/>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90"/>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90"/>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4" name="Google Shape;16004;p90"/>
          <p:cNvGrpSpPr/>
          <p:nvPr/>
        </p:nvGrpSpPr>
        <p:grpSpPr>
          <a:xfrm>
            <a:off x="5218928" y="1576858"/>
            <a:ext cx="347872" cy="347488"/>
            <a:chOff x="5246797" y="1500658"/>
            <a:chExt cx="347872" cy="347488"/>
          </a:xfrm>
        </p:grpSpPr>
        <p:sp>
          <p:nvSpPr>
            <p:cNvPr id="16005" name="Google Shape;16005;p9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9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90"/>
          <p:cNvGrpSpPr/>
          <p:nvPr/>
        </p:nvGrpSpPr>
        <p:grpSpPr>
          <a:xfrm>
            <a:off x="5768720" y="1576858"/>
            <a:ext cx="349024" cy="346752"/>
            <a:chOff x="5796589" y="1500658"/>
            <a:chExt cx="349024" cy="346752"/>
          </a:xfrm>
        </p:grpSpPr>
        <p:sp>
          <p:nvSpPr>
            <p:cNvPr id="16010" name="Google Shape;16010;p9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1" name="Google Shape;16011;p90"/>
            <p:cNvGrpSpPr/>
            <p:nvPr/>
          </p:nvGrpSpPr>
          <p:grpSpPr>
            <a:xfrm>
              <a:off x="5796589" y="1500658"/>
              <a:ext cx="349024" cy="346752"/>
              <a:chOff x="5796589" y="1500658"/>
              <a:chExt cx="349024" cy="346752"/>
            </a:xfrm>
          </p:grpSpPr>
          <p:sp>
            <p:nvSpPr>
              <p:cNvPr id="16012" name="Google Shape;16012;p9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9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9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16" name="Google Shape;16016;p90"/>
          <p:cNvGrpSpPr/>
          <p:nvPr/>
        </p:nvGrpSpPr>
        <p:grpSpPr>
          <a:xfrm>
            <a:off x="6867504" y="1578778"/>
            <a:ext cx="348640" cy="343296"/>
            <a:chOff x="6895373" y="1502578"/>
            <a:chExt cx="348640" cy="343296"/>
          </a:xfrm>
        </p:grpSpPr>
        <p:sp>
          <p:nvSpPr>
            <p:cNvPr id="16017" name="Google Shape;16017;p9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9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9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0" name="Google Shape;16020;p90"/>
          <p:cNvGrpSpPr/>
          <p:nvPr/>
        </p:nvGrpSpPr>
        <p:grpSpPr>
          <a:xfrm>
            <a:off x="4119728" y="1581658"/>
            <a:ext cx="347904" cy="336992"/>
            <a:chOff x="4147597" y="1505458"/>
            <a:chExt cx="347904" cy="336992"/>
          </a:xfrm>
        </p:grpSpPr>
        <p:sp>
          <p:nvSpPr>
            <p:cNvPr id="16021" name="Google Shape;16021;p90"/>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0"/>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90"/>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0"/>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0"/>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90"/>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90"/>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8" name="Google Shape;16028;p90"/>
          <p:cNvGrpSpPr/>
          <p:nvPr/>
        </p:nvGrpSpPr>
        <p:grpSpPr>
          <a:xfrm>
            <a:off x="2471536" y="1576090"/>
            <a:ext cx="347488" cy="348256"/>
            <a:chOff x="2499405" y="1499890"/>
            <a:chExt cx="347488" cy="348256"/>
          </a:xfrm>
        </p:grpSpPr>
        <p:sp>
          <p:nvSpPr>
            <p:cNvPr id="16029" name="Google Shape;16029;p9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9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9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90"/>
          <p:cNvGrpSpPr/>
          <p:nvPr/>
        </p:nvGrpSpPr>
        <p:grpSpPr>
          <a:xfrm>
            <a:off x="1928976" y="1576698"/>
            <a:ext cx="331520" cy="348032"/>
            <a:chOff x="1956845" y="1500498"/>
            <a:chExt cx="331520" cy="348032"/>
          </a:xfrm>
        </p:grpSpPr>
        <p:sp>
          <p:nvSpPr>
            <p:cNvPr id="16035" name="Google Shape;16035;p90"/>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0"/>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90"/>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90"/>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0"/>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0"/>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0"/>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90"/>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0"/>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0"/>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0"/>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0"/>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7" name="Google Shape;16047;p90"/>
          <p:cNvGrpSpPr/>
          <p:nvPr/>
        </p:nvGrpSpPr>
        <p:grpSpPr>
          <a:xfrm>
            <a:off x="6317744" y="1626074"/>
            <a:ext cx="348640" cy="250656"/>
            <a:chOff x="6345613" y="1549874"/>
            <a:chExt cx="348640" cy="250656"/>
          </a:xfrm>
        </p:grpSpPr>
        <p:sp>
          <p:nvSpPr>
            <p:cNvPr id="16048" name="Google Shape;16048;p9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9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9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9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4" name="Google Shape;16054;p90"/>
          <p:cNvGrpSpPr/>
          <p:nvPr/>
        </p:nvGrpSpPr>
        <p:grpSpPr>
          <a:xfrm>
            <a:off x="7416912" y="1583226"/>
            <a:ext cx="348640" cy="334272"/>
            <a:chOff x="7444781" y="1507026"/>
            <a:chExt cx="348640" cy="334272"/>
          </a:xfrm>
        </p:grpSpPr>
        <p:sp>
          <p:nvSpPr>
            <p:cNvPr id="16055" name="Google Shape;16055;p90"/>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0"/>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0"/>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0"/>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0"/>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0" name="Google Shape;16060;p90"/>
          <p:cNvGrpSpPr/>
          <p:nvPr/>
        </p:nvGrpSpPr>
        <p:grpSpPr>
          <a:xfrm>
            <a:off x="7967472" y="1582938"/>
            <a:ext cx="347872" cy="334944"/>
            <a:chOff x="7995341" y="1506738"/>
            <a:chExt cx="347872" cy="334944"/>
          </a:xfrm>
        </p:grpSpPr>
        <p:sp>
          <p:nvSpPr>
            <p:cNvPr id="16061" name="Google Shape;16061;p90"/>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0"/>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0"/>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0"/>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0"/>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90"/>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7" name="Google Shape;16067;p90"/>
          <p:cNvGrpSpPr/>
          <p:nvPr/>
        </p:nvGrpSpPr>
        <p:grpSpPr>
          <a:xfrm>
            <a:off x="3020176" y="1599130"/>
            <a:ext cx="347872" cy="303904"/>
            <a:chOff x="3048045" y="1522930"/>
            <a:chExt cx="347872" cy="303904"/>
          </a:xfrm>
        </p:grpSpPr>
        <p:sp>
          <p:nvSpPr>
            <p:cNvPr id="16068" name="Google Shape;16068;p9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9" name="Google Shape;16069;p90"/>
            <p:cNvGrpSpPr/>
            <p:nvPr/>
          </p:nvGrpSpPr>
          <p:grpSpPr>
            <a:xfrm>
              <a:off x="3048045" y="1522930"/>
              <a:ext cx="347872" cy="303904"/>
              <a:chOff x="3048045" y="1522930"/>
              <a:chExt cx="347872" cy="303904"/>
            </a:xfrm>
          </p:grpSpPr>
          <p:sp>
            <p:nvSpPr>
              <p:cNvPr id="16070" name="Google Shape;16070;p90"/>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0"/>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72" name="Google Shape;16072;p90"/>
          <p:cNvGrpSpPr/>
          <p:nvPr/>
        </p:nvGrpSpPr>
        <p:grpSpPr>
          <a:xfrm>
            <a:off x="1105264" y="3428122"/>
            <a:ext cx="313984" cy="358560"/>
            <a:chOff x="1133133" y="3351922"/>
            <a:chExt cx="313984" cy="358560"/>
          </a:xfrm>
        </p:grpSpPr>
        <p:sp>
          <p:nvSpPr>
            <p:cNvPr id="16073" name="Google Shape;16073;p9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9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9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9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9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9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9" name="Google Shape;16089;p90"/>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90" name="Google Shape;16090;p90"/>
          <p:cNvGrpSpPr/>
          <p:nvPr/>
        </p:nvGrpSpPr>
        <p:grpSpPr>
          <a:xfrm>
            <a:off x="2767184" y="3428794"/>
            <a:ext cx="288448" cy="357120"/>
            <a:chOff x="2795053" y="3352594"/>
            <a:chExt cx="288448" cy="357120"/>
          </a:xfrm>
        </p:grpSpPr>
        <p:sp>
          <p:nvSpPr>
            <p:cNvPr id="16091" name="Google Shape;16091;p90"/>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0"/>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0"/>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90"/>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0"/>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0"/>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0"/>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90"/>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0"/>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0" name="Google Shape;16100;p90"/>
          <p:cNvGrpSpPr/>
          <p:nvPr/>
        </p:nvGrpSpPr>
        <p:grpSpPr>
          <a:xfrm>
            <a:off x="2208656" y="3429402"/>
            <a:ext cx="304832" cy="356512"/>
            <a:chOff x="2236525" y="3353202"/>
            <a:chExt cx="304832" cy="356512"/>
          </a:xfrm>
        </p:grpSpPr>
        <p:sp>
          <p:nvSpPr>
            <p:cNvPr id="16101" name="Google Shape;16101;p9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4" name="Google Shape;16104;p90"/>
          <p:cNvGrpSpPr/>
          <p:nvPr/>
        </p:nvGrpSpPr>
        <p:grpSpPr>
          <a:xfrm>
            <a:off x="3882768" y="3428890"/>
            <a:ext cx="256800" cy="357024"/>
            <a:chOff x="3910637" y="3352690"/>
            <a:chExt cx="256800" cy="357024"/>
          </a:xfrm>
        </p:grpSpPr>
        <p:sp>
          <p:nvSpPr>
            <p:cNvPr id="16105" name="Google Shape;16105;p9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9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8" name="Google Shape;16108;p90"/>
          <p:cNvGrpSpPr/>
          <p:nvPr/>
        </p:nvGrpSpPr>
        <p:grpSpPr>
          <a:xfrm>
            <a:off x="6028560" y="3428122"/>
            <a:ext cx="360064" cy="360096"/>
            <a:chOff x="6056429" y="3351922"/>
            <a:chExt cx="360064" cy="360096"/>
          </a:xfrm>
        </p:grpSpPr>
        <p:sp>
          <p:nvSpPr>
            <p:cNvPr id="16109" name="Google Shape;16109;p9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90"/>
          <p:cNvGrpSpPr/>
          <p:nvPr/>
        </p:nvGrpSpPr>
        <p:grpSpPr>
          <a:xfrm>
            <a:off x="6581008" y="3429274"/>
            <a:ext cx="357408" cy="357408"/>
            <a:chOff x="6608877" y="3353074"/>
            <a:chExt cx="357408" cy="357408"/>
          </a:xfrm>
        </p:grpSpPr>
        <p:sp>
          <p:nvSpPr>
            <p:cNvPr id="16113" name="Google Shape;16113;p90"/>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0"/>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90"/>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0"/>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0"/>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0"/>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0"/>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0" name="Google Shape;16120;p90"/>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0"/>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2" name="Google Shape;16122;p90"/>
          <p:cNvGrpSpPr/>
          <p:nvPr/>
        </p:nvGrpSpPr>
        <p:grpSpPr>
          <a:xfrm>
            <a:off x="4931664" y="3446426"/>
            <a:ext cx="357408" cy="323488"/>
            <a:chOff x="4959533" y="3370226"/>
            <a:chExt cx="357408" cy="323488"/>
          </a:xfrm>
        </p:grpSpPr>
        <p:sp>
          <p:nvSpPr>
            <p:cNvPr id="16123" name="Google Shape;16123;p9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9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5" name="Google Shape;16125;p90"/>
          <p:cNvGrpSpPr/>
          <p:nvPr/>
        </p:nvGrpSpPr>
        <p:grpSpPr>
          <a:xfrm>
            <a:off x="7130768" y="3429274"/>
            <a:ext cx="357056" cy="357408"/>
            <a:chOff x="7158637" y="3353074"/>
            <a:chExt cx="357056" cy="357408"/>
          </a:xfrm>
        </p:grpSpPr>
        <p:sp>
          <p:nvSpPr>
            <p:cNvPr id="16126" name="Google Shape;16126;p90"/>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0"/>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0"/>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0"/>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0" name="Google Shape;16130;p90"/>
          <p:cNvGrpSpPr/>
          <p:nvPr/>
        </p:nvGrpSpPr>
        <p:grpSpPr>
          <a:xfrm>
            <a:off x="3288400" y="3428602"/>
            <a:ext cx="344832" cy="356544"/>
            <a:chOff x="3316269" y="3352402"/>
            <a:chExt cx="344832" cy="356544"/>
          </a:xfrm>
        </p:grpSpPr>
        <p:sp>
          <p:nvSpPr>
            <p:cNvPr id="16131" name="Google Shape;16131;p9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4" name="Google Shape;16134;p90"/>
          <p:cNvGrpSpPr/>
          <p:nvPr/>
        </p:nvGrpSpPr>
        <p:grpSpPr>
          <a:xfrm>
            <a:off x="5481040" y="3447706"/>
            <a:ext cx="358560" cy="319552"/>
            <a:chOff x="5508909" y="3371506"/>
            <a:chExt cx="358560" cy="319552"/>
          </a:xfrm>
        </p:grpSpPr>
        <p:sp>
          <p:nvSpPr>
            <p:cNvPr id="16135" name="Google Shape;16135;p90"/>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0"/>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0"/>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0"/>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0"/>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0"/>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0"/>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90"/>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90"/>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0"/>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5" name="Google Shape;16145;p9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49" name="Shape 16149"/>
        <p:cNvGrpSpPr/>
        <p:nvPr/>
      </p:nvGrpSpPr>
      <p:grpSpPr>
        <a:xfrm>
          <a:off x="0" y="0"/>
          <a:ext cx="0" cy="0"/>
          <a:chOff x="0" y="0"/>
          <a:chExt cx="0" cy="0"/>
        </a:xfrm>
      </p:grpSpPr>
      <p:sp>
        <p:nvSpPr>
          <p:cNvPr id="16150" name="Google Shape;16150;p91"/>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51" name="Google Shape;16151;p91"/>
          <p:cNvGrpSpPr/>
          <p:nvPr/>
        </p:nvGrpSpPr>
        <p:grpSpPr>
          <a:xfrm>
            <a:off x="3026217" y="3893352"/>
            <a:ext cx="346056" cy="345674"/>
            <a:chOff x="3303268" y="3817349"/>
            <a:chExt cx="346056" cy="345674"/>
          </a:xfrm>
        </p:grpSpPr>
        <p:sp>
          <p:nvSpPr>
            <p:cNvPr id="16152" name="Google Shape;16152;p9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6" name="Google Shape;16156;p91"/>
          <p:cNvGrpSpPr/>
          <p:nvPr/>
        </p:nvGrpSpPr>
        <p:grpSpPr>
          <a:xfrm>
            <a:off x="3475306" y="3893352"/>
            <a:ext cx="346056" cy="345674"/>
            <a:chOff x="3752358" y="3817349"/>
            <a:chExt cx="346056" cy="345674"/>
          </a:xfrm>
        </p:grpSpPr>
        <p:sp>
          <p:nvSpPr>
            <p:cNvPr id="16157" name="Google Shape;16157;p9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9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9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91"/>
          <p:cNvGrpSpPr/>
          <p:nvPr/>
        </p:nvGrpSpPr>
        <p:grpSpPr>
          <a:xfrm>
            <a:off x="4822956" y="3893352"/>
            <a:ext cx="346024" cy="345674"/>
            <a:chOff x="5100008" y="3817349"/>
            <a:chExt cx="346024" cy="345674"/>
          </a:xfrm>
        </p:grpSpPr>
        <p:sp>
          <p:nvSpPr>
            <p:cNvPr id="16162" name="Google Shape;16162;p9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5" name="Google Shape;16165;p91"/>
          <p:cNvGrpSpPr/>
          <p:nvPr/>
        </p:nvGrpSpPr>
        <p:grpSpPr>
          <a:xfrm>
            <a:off x="5721867" y="3893352"/>
            <a:ext cx="345674" cy="345674"/>
            <a:chOff x="5998919" y="3817349"/>
            <a:chExt cx="345674" cy="345674"/>
          </a:xfrm>
        </p:grpSpPr>
        <p:sp>
          <p:nvSpPr>
            <p:cNvPr id="16166" name="Google Shape;16166;p9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9" name="Google Shape;16169;p91"/>
          <p:cNvGrpSpPr/>
          <p:nvPr/>
        </p:nvGrpSpPr>
        <p:grpSpPr>
          <a:xfrm>
            <a:off x="3924396" y="3893352"/>
            <a:ext cx="346024" cy="345674"/>
            <a:chOff x="4201447" y="3817349"/>
            <a:chExt cx="346024" cy="345674"/>
          </a:xfrm>
        </p:grpSpPr>
        <p:sp>
          <p:nvSpPr>
            <p:cNvPr id="16170" name="Google Shape;16170;p9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91"/>
          <p:cNvGrpSpPr/>
          <p:nvPr/>
        </p:nvGrpSpPr>
        <p:grpSpPr>
          <a:xfrm>
            <a:off x="4373867" y="3893352"/>
            <a:ext cx="346024" cy="345674"/>
            <a:chOff x="4650919" y="3817349"/>
            <a:chExt cx="346024" cy="345674"/>
          </a:xfrm>
        </p:grpSpPr>
        <p:sp>
          <p:nvSpPr>
            <p:cNvPr id="16173" name="Google Shape;16173;p9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9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6" name="Google Shape;16176;p91"/>
          <p:cNvGrpSpPr/>
          <p:nvPr/>
        </p:nvGrpSpPr>
        <p:grpSpPr>
          <a:xfrm>
            <a:off x="5272810" y="3893352"/>
            <a:ext cx="345642" cy="345674"/>
            <a:chOff x="5549861" y="3817349"/>
            <a:chExt cx="345642" cy="345674"/>
          </a:xfrm>
        </p:grpSpPr>
        <p:sp>
          <p:nvSpPr>
            <p:cNvPr id="16177" name="Google Shape;16177;p9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0" name="Google Shape;16180;p91"/>
          <p:cNvGrpSpPr/>
          <p:nvPr/>
        </p:nvGrpSpPr>
        <p:grpSpPr>
          <a:xfrm>
            <a:off x="1281335" y="3474029"/>
            <a:ext cx="367255" cy="269855"/>
            <a:chOff x="1306445" y="3397829"/>
            <a:chExt cx="367255" cy="269855"/>
          </a:xfrm>
        </p:grpSpPr>
        <p:sp>
          <p:nvSpPr>
            <p:cNvPr id="16181" name="Google Shape;16181;p91"/>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91"/>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1"/>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1"/>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1"/>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1"/>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91"/>
          <p:cNvGrpSpPr/>
          <p:nvPr/>
        </p:nvGrpSpPr>
        <p:grpSpPr>
          <a:xfrm>
            <a:off x="1756207" y="3467600"/>
            <a:ext cx="367255" cy="282364"/>
            <a:chOff x="1781317" y="3391400"/>
            <a:chExt cx="367255" cy="282364"/>
          </a:xfrm>
        </p:grpSpPr>
        <p:sp>
          <p:nvSpPr>
            <p:cNvPr id="16188" name="Google Shape;16188;p91"/>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1"/>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1"/>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1"/>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91"/>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91"/>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4" name="Google Shape;16194;p91"/>
          <p:cNvGrpSpPr/>
          <p:nvPr/>
        </p:nvGrpSpPr>
        <p:grpSpPr>
          <a:xfrm>
            <a:off x="3653720" y="3447133"/>
            <a:ext cx="369164" cy="323297"/>
            <a:chOff x="3678830" y="3370933"/>
            <a:chExt cx="369164" cy="323297"/>
          </a:xfrm>
        </p:grpSpPr>
        <p:sp>
          <p:nvSpPr>
            <p:cNvPr id="16195" name="Google Shape;16195;p91"/>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1"/>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1"/>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1"/>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1"/>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1"/>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1"/>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1"/>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91"/>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91"/>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1"/>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6" name="Google Shape;16206;p91"/>
          <p:cNvGrpSpPr/>
          <p:nvPr/>
        </p:nvGrpSpPr>
        <p:grpSpPr>
          <a:xfrm>
            <a:off x="834155" y="3424375"/>
            <a:ext cx="312316" cy="368400"/>
            <a:chOff x="859265" y="3348175"/>
            <a:chExt cx="312316" cy="368400"/>
          </a:xfrm>
        </p:grpSpPr>
        <p:sp>
          <p:nvSpPr>
            <p:cNvPr id="16207" name="Google Shape;16207;p91"/>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1"/>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1"/>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1"/>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91"/>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12" name="Google Shape;16212;p91"/>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3" name="Google Shape;16213;p91"/>
          <p:cNvGrpSpPr/>
          <p:nvPr/>
        </p:nvGrpSpPr>
        <p:grpSpPr>
          <a:xfrm>
            <a:off x="2741264" y="3437213"/>
            <a:ext cx="330110" cy="308908"/>
            <a:chOff x="2766264" y="3394042"/>
            <a:chExt cx="294873" cy="275934"/>
          </a:xfrm>
        </p:grpSpPr>
        <p:sp>
          <p:nvSpPr>
            <p:cNvPr id="16214" name="Google Shape;16214;p9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8" name="Google Shape;16218;p91"/>
          <p:cNvGrpSpPr/>
          <p:nvPr/>
        </p:nvGrpSpPr>
        <p:grpSpPr>
          <a:xfrm>
            <a:off x="3189862" y="3435388"/>
            <a:ext cx="346406" cy="347552"/>
            <a:chOff x="3214972" y="3359188"/>
            <a:chExt cx="346406" cy="347552"/>
          </a:xfrm>
        </p:grpSpPr>
        <p:sp>
          <p:nvSpPr>
            <p:cNvPr id="16219" name="Google Shape;16219;p91"/>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1"/>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1"/>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1"/>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1"/>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1"/>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91"/>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91"/>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1"/>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1"/>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1"/>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1"/>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1"/>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1"/>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3" name="Google Shape;16233;p91"/>
          <p:cNvGrpSpPr/>
          <p:nvPr/>
        </p:nvGrpSpPr>
        <p:grpSpPr>
          <a:xfrm>
            <a:off x="4604196" y="3485393"/>
            <a:ext cx="367255" cy="244486"/>
            <a:chOff x="4629306" y="3409193"/>
            <a:chExt cx="367255" cy="244486"/>
          </a:xfrm>
        </p:grpSpPr>
        <p:sp>
          <p:nvSpPr>
            <p:cNvPr id="16234" name="Google Shape;16234;p9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9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9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4" name="Google Shape;16244;p91"/>
          <p:cNvGrpSpPr/>
          <p:nvPr/>
        </p:nvGrpSpPr>
        <p:grpSpPr>
          <a:xfrm>
            <a:off x="4168380" y="3426284"/>
            <a:ext cx="289939" cy="334661"/>
            <a:chOff x="4193490" y="3350084"/>
            <a:chExt cx="289939" cy="334661"/>
          </a:xfrm>
        </p:grpSpPr>
        <p:sp>
          <p:nvSpPr>
            <p:cNvPr id="16245" name="Google Shape;16245;p91"/>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1"/>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1"/>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91"/>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91"/>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1"/>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1"/>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1"/>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1"/>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1"/>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5" name="Google Shape;16255;p91"/>
          <p:cNvGrpSpPr/>
          <p:nvPr/>
        </p:nvGrpSpPr>
        <p:grpSpPr>
          <a:xfrm>
            <a:off x="6508171" y="3427430"/>
            <a:ext cx="357037" cy="357005"/>
            <a:chOff x="6533281" y="3351230"/>
            <a:chExt cx="357037" cy="357005"/>
          </a:xfrm>
        </p:grpSpPr>
        <p:sp>
          <p:nvSpPr>
            <p:cNvPr id="16256" name="Google Shape;16256;p91"/>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1"/>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1"/>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9" name="Google Shape;16259;p91"/>
          <p:cNvGrpSpPr/>
          <p:nvPr/>
        </p:nvGrpSpPr>
        <p:grpSpPr>
          <a:xfrm>
            <a:off x="6033331" y="3427430"/>
            <a:ext cx="357387" cy="357005"/>
            <a:chOff x="6058441" y="3351230"/>
            <a:chExt cx="357387" cy="357005"/>
          </a:xfrm>
        </p:grpSpPr>
        <p:sp>
          <p:nvSpPr>
            <p:cNvPr id="16260" name="Google Shape;16260;p91"/>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91"/>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2" name="Google Shape;16262;p91"/>
          <p:cNvGrpSpPr/>
          <p:nvPr/>
        </p:nvGrpSpPr>
        <p:grpSpPr>
          <a:xfrm>
            <a:off x="7932373" y="3427048"/>
            <a:ext cx="357387" cy="357387"/>
            <a:chOff x="7957483" y="3350848"/>
            <a:chExt cx="357387" cy="357387"/>
          </a:xfrm>
        </p:grpSpPr>
        <p:sp>
          <p:nvSpPr>
            <p:cNvPr id="16263" name="Google Shape;16263;p9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9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6" name="Google Shape;16266;p91"/>
          <p:cNvGrpSpPr/>
          <p:nvPr/>
        </p:nvGrpSpPr>
        <p:grpSpPr>
          <a:xfrm>
            <a:off x="6982661" y="3427430"/>
            <a:ext cx="357387" cy="357005"/>
            <a:chOff x="7007771" y="3351230"/>
            <a:chExt cx="357387" cy="357005"/>
          </a:xfrm>
        </p:grpSpPr>
        <p:sp>
          <p:nvSpPr>
            <p:cNvPr id="16267" name="Google Shape;16267;p9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2" name="Google Shape;16272;p91"/>
          <p:cNvGrpSpPr/>
          <p:nvPr/>
        </p:nvGrpSpPr>
        <p:grpSpPr>
          <a:xfrm>
            <a:off x="5083620" y="3427430"/>
            <a:ext cx="357005" cy="357005"/>
            <a:chOff x="5108729" y="3351230"/>
            <a:chExt cx="357005" cy="357005"/>
          </a:xfrm>
        </p:grpSpPr>
        <p:sp>
          <p:nvSpPr>
            <p:cNvPr id="16273" name="Google Shape;16273;p9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5" name="Google Shape;16275;p91"/>
          <p:cNvGrpSpPr/>
          <p:nvPr/>
        </p:nvGrpSpPr>
        <p:grpSpPr>
          <a:xfrm>
            <a:off x="5558459" y="3427430"/>
            <a:ext cx="357419" cy="357005"/>
            <a:chOff x="5583569" y="3351230"/>
            <a:chExt cx="357419" cy="357005"/>
          </a:xfrm>
        </p:grpSpPr>
        <p:sp>
          <p:nvSpPr>
            <p:cNvPr id="16276" name="Google Shape;16276;p9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8" name="Google Shape;16278;p91"/>
          <p:cNvGrpSpPr/>
          <p:nvPr/>
        </p:nvGrpSpPr>
        <p:grpSpPr>
          <a:xfrm>
            <a:off x="7457119" y="3427430"/>
            <a:ext cx="357419" cy="357005"/>
            <a:chOff x="7482229" y="3351230"/>
            <a:chExt cx="357419" cy="357005"/>
          </a:xfrm>
        </p:grpSpPr>
        <p:sp>
          <p:nvSpPr>
            <p:cNvPr id="16279" name="Google Shape;16279;p9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4" name="Google Shape;16284;p91"/>
          <p:cNvGrpSpPr/>
          <p:nvPr/>
        </p:nvGrpSpPr>
        <p:grpSpPr>
          <a:xfrm>
            <a:off x="3739375" y="2966882"/>
            <a:ext cx="222874" cy="345737"/>
            <a:chOff x="3764485" y="2890682"/>
            <a:chExt cx="222874" cy="345737"/>
          </a:xfrm>
        </p:grpSpPr>
        <p:sp>
          <p:nvSpPr>
            <p:cNvPr id="16285" name="Google Shape;16285;p91"/>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1"/>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91"/>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8" name="Google Shape;16288;p91"/>
          <p:cNvGrpSpPr/>
          <p:nvPr/>
        </p:nvGrpSpPr>
        <p:grpSpPr>
          <a:xfrm>
            <a:off x="2213507" y="2984331"/>
            <a:ext cx="422596" cy="310382"/>
            <a:chOff x="2278533" y="2937377"/>
            <a:chExt cx="346788" cy="254704"/>
          </a:xfrm>
        </p:grpSpPr>
        <p:sp>
          <p:nvSpPr>
            <p:cNvPr id="16289" name="Google Shape;16289;p91"/>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91"/>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91" name="Google Shape;16291;p91"/>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92" name="Google Shape;16292;p91"/>
          <p:cNvGrpSpPr/>
          <p:nvPr/>
        </p:nvGrpSpPr>
        <p:grpSpPr>
          <a:xfrm>
            <a:off x="1811527" y="2967710"/>
            <a:ext cx="286152" cy="346438"/>
            <a:chOff x="1836637" y="2891510"/>
            <a:chExt cx="286152" cy="346438"/>
          </a:xfrm>
        </p:grpSpPr>
        <p:sp>
          <p:nvSpPr>
            <p:cNvPr id="16293" name="Google Shape;16293;p9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9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6" name="Google Shape;16296;p91"/>
          <p:cNvGrpSpPr/>
          <p:nvPr/>
        </p:nvGrpSpPr>
        <p:grpSpPr>
          <a:xfrm>
            <a:off x="5560751" y="2982129"/>
            <a:ext cx="379764" cy="337684"/>
            <a:chOff x="5585861" y="2905929"/>
            <a:chExt cx="379764" cy="337684"/>
          </a:xfrm>
        </p:grpSpPr>
        <p:sp>
          <p:nvSpPr>
            <p:cNvPr id="16297" name="Google Shape;16297;p91"/>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1"/>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1"/>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91"/>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1" name="Google Shape;16301;p91"/>
          <p:cNvGrpSpPr/>
          <p:nvPr/>
        </p:nvGrpSpPr>
        <p:grpSpPr>
          <a:xfrm>
            <a:off x="1302566" y="2986680"/>
            <a:ext cx="347934" cy="310024"/>
            <a:chOff x="1327676" y="2910480"/>
            <a:chExt cx="347934" cy="310024"/>
          </a:xfrm>
        </p:grpSpPr>
        <p:sp>
          <p:nvSpPr>
            <p:cNvPr id="16302" name="Google Shape;16302;p9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9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07" name="Google Shape;16307;p91"/>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8" name="Google Shape;16308;p91"/>
          <p:cNvGrpSpPr/>
          <p:nvPr/>
        </p:nvGrpSpPr>
        <p:grpSpPr>
          <a:xfrm>
            <a:off x="2728291" y="2945764"/>
            <a:ext cx="382828" cy="358601"/>
            <a:chOff x="2753373" y="2902523"/>
            <a:chExt cx="347552" cy="325557"/>
          </a:xfrm>
        </p:grpSpPr>
        <p:sp>
          <p:nvSpPr>
            <p:cNvPr id="16309" name="Google Shape;16309;p91"/>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1"/>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1"/>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91"/>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91"/>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1"/>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5" name="Google Shape;16315;p91"/>
          <p:cNvGrpSpPr/>
          <p:nvPr/>
        </p:nvGrpSpPr>
        <p:grpSpPr>
          <a:xfrm>
            <a:off x="823906" y="2979455"/>
            <a:ext cx="356655" cy="335425"/>
            <a:chOff x="849016" y="2903255"/>
            <a:chExt cx="356655" cy="335425"/>
          </a:xfrm>
        </p:grpSpPr>
        <p:sp>
          <p:nvSpPr>
            <p:cNvPr id="16316" name="Google Shape;16316;p9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91"/>
          <p:cNvGrpSpPr/>
          <p:nvPr/>
        </p:nvGrpSpPr>
        <p:grpSpPr>
          <a:xfrm>
            <a:off x="4185823" y="3002977"/>
            <a:ext cx="280072" cy="275520"/>
            <a:chOff x="4210933" y="2926777"/>
            <a:chExt cx="280072" cy="275520"/>
          </a:xfrm>
        </p:grpSpPr>
        <p:sp>
          <p:nvSpPr>
            <p:cNvPr id="16328" name="Google Shape;16328;p91"/>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91"/>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91"/>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1"/>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1"/>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1"/>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1"/>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1"/>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1"/>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91"/>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1"/>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1"/>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91"/>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1" name="Google Shape;16341;p91"/>
          <p:cNvGrpSpPr/>
          <p:nvPr/>
        </p:nvGrpSpPr>
        <p:grpSpPr>
          <a:xfrm>
            <a:off x="4642106" y="2991582"/>
            <a:ext cx="320273" cy="318395"/>
            <a:chOff x="4667216" y="2915382"/>
            <a:chExt cx="320273" cy="318395"/>
          </a:xfrm>
        </p:grpSpPr>
        <p:sp>
          <p:nvSpPr>
            <p:cNvPr id="16342" name="Google Shape;16342;p9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6" name="Google Shape;16346;p91"/>
          <p:cNvGrpSpPr/>
          <p:nvPr/>
        </p:nvGrpSpPr>
        <p:grpSpPr>
          <a:xfrm>
            <a:off x="5145370" y="3010839"/>
            <a:ext cx="261929" cy="280550"/>
            <a:chOff x="5170480" y="2934639"/>
            <a:chExt cx="261929" cy="280550"/>
          </a:xfrm>
        </p:grpSpPr>
        <p:sp>
          <p:nvSpPr>
            <p:cNvPr id="16347" name="Google Shape;16347;p9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9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4" name="Google Shape;16354;p91"/>
          <p:cNvGrpSpPr/>
          <p:nvPr/>
        </p:nvGrpSpPr>
        <p:grpSpPr>
          <a:xfrm>
            <a:off x="6044313" y="2968091"/>
            <a:ext cx="362321" cy="364231"/>
            <a:chOff x="6069423" y="2891892"/>
            <a:chExt cx="362321" cy="364231"/>
          </a:xfrm>
        </p:grpSpPr>
        <p:sp>
          <p:nvSpPr>
            <p:cNvPr id="16355" name="Google Shape;16355;p91"/>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1"/>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1"/>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1"/>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1"/>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91"/>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1" name="Google Shape;16361;p91"/>
          <p:cNvGrpSpPr/>
          <p:nvPr/>
        </p:nvGrpSpPr>
        <p:grpSpPr>
          <a:xfrm>
            <a:off x="6546845" y="2995370"/>
            <a:ext cx="308878" cy="311170"/>
            <a:chOff x="6571955" y="2919170"/>
            <a:chExt cx="308878" cy="311170"/>
          </a:xfrm>
        </p:grpSpPr>
        <p:sp>
          <p:nvSpPr>
            <p:cNvPr id="16362" name="Google Shape;16362;p91"/>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1"/>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1"/>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1"/>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91"/>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1"/>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1"/>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91"/>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91"/>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1"/>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2" name="Google Shape;16372;p91"/>
          <p:cNvGrpSpPr/>
          <p:nvPr/>
        </p:nvGrpSpPr>
        <p:grpSpPr>
          <a:xfrm>
            <a:off x="7474944" y="3010935"/>
            <a:ext cx="350576" cy="280454"/>
            <a:chOff x="7500054" y="2934735"/>
            <a:chExt cx="350576" cy="280454"/>
          </a:xfrm>
        </p:grpSpPr>
        <p:sp>
          <p:nvSpPr>
            <p:cNvPr id="16373" name="Google Shape;16373;p9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9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9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1" name="Google Shape;16381;p91"/>
          <p:cNvGrpSpPr/>
          <p:nvPr/>
        </p:nvGrpSpPr>
        <p:grpSpPr>
          <a:xfrm>
            <a:off x="6987570" y="2950862"/>
            <a:ext cx="332012" cy="355454"/>
            <a:chOff x="7055134" y="2919170"/>
            <a:chExt cx="290321" cy="310820"/>
          </a:xfrm>
        </p:grpSpPr>
        <p:sp>
          <p:nvSpPr>
            <p:cNvPr id="16382" name="Google Shape;16382;p9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9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9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9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9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6" name="Google Shape;16396;p91"/>
          <p:cNvGrpSpPr/>
          <p:nvPr/>
        </p:nvGrpSpPr>
        <p:grpSpPr>
          <a:xfrm>
            <a:off x="7960033" y="2976813"/>
            <a:ext cx="330109" cy="347552"/>
            <a:chOff x="7985143" y="2900613"/>
            <a:chExt cx="330109" cy="347552"/>
          </a:xfrm>
        </p:grpSpPr>
        <p:sp>
          <p:nvSpPr>
            <p:cNvPr id="16397" name="Google Shape;16397;p91"/>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1"/>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91"/>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1"/>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91"/>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91"/>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1"/>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1"/>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5" name="Google Shape;16405;p91"/>
          <p:cNvGrpSpPr/>
          <p:nvPr/>
        </p:nvGrpSpPr>
        <p:grpSpPr>
          <a:xfrm>
            <a:off x="7965731" y="2511426"/>
            <a:ext cx="354363" cy="353631"/>
            <a:chOff x="7990840" y="2435226"/>
            <a:chExt cx="354363" cy="353631"/>
          </a:xfrm>
        </p:grpSpPr>
        <p:sp>
          <p:nvSpPr>
            <p:cNvPr id="16406" name="Google Shape;16406;p91"/>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1"/>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91"/>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9" name="Google Shape;16409;p91"/>
          <p:cNvGrpSpPr/>
          <p:nvPr/>
        </p:nvGrpSpPr>
        <p:grpSpPr>
          <a:xfrm>
            <a:off x="1792207" y="2556530"/>
            <a:ext cx="350958" cy="263043"/>
            <a:chOff x="1817317" y="2480330"/>
            <a:chExt cx="350958" cy="263043"/>
          </a:xfrm>
        </p:grpSpPr>
        <p:sp>
          <p:nvSpPr>
            <p:cNvPr id="16410" name="Google Shape;16410;p91"/>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1"/>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1"/>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91"/>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1"/>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91"/>
          <p:cNvGrpSpPr/>
          <p:nvPr/>
        </p:nvGrpSpPr>
        <p:grpSpPr>
          <a:xfrm>
            <a:off x="1316617" y="2559549"/>
            <a:ext cx="419913" cy="308109"/>
            <a:chOff x="1341727" y="2483349"/>
            <a:chExt cx="419913" cy="308109"/>
          </a:xfrm>
        </p:grpSpPr>
        <p:sp>
          <p:nvSpPr>
            <p:cNvPr id="16416" name="Google Shape;16416;p91"/>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1"/>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1"/>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9" name="Google Shape;16419;p91"/>
          <p:cNvGrpSpPr/>
          <p:nvPr/>
        </p:nvGrpSpPr>
        <p:grpSpPr>
          <a:xfrm>
            <a:off x="829222" y="2523936"/>
            <a:ext cx="376358" cy="330109"/>
            <a:chOff x="854332" y="2447736"/>
            <a:chExt cx="376358" cy="330109"/>
          </a:xfrm>
        </p:grpSpPr>
        <p:sp>
          <p:nvSpPr>
            <p:cNvPr id="16420" name="Google Shape;16420;p91"/>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1"/>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91"/>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1"/>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1"/>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91"/>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91"/>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1"/>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91"/>
          <p:cNvGrpSpPr/>
          <p:nvPr/>
        </p:nvGrpSpPr>
        <p:grpSpPr>
          <a:xfrm>
            <a:off x="4181653" y="2527151"/>
            <a:ext cx="322151" cy="322374"/>
            <a:chOff x="4206763" y="2450951"/>
            <a:chExt cx="322151" cy="322374"/>
          </a:xfrm>
        </p:grpSpPr>
        <p:sp>
          <p:nvSpPr>
            <p:cNvPr id="16429" name="Google Shape;16429;p91"/>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1"/>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1" name="Google Shape;16431;p91"/>
          <p:cNvGrpSpPr/>
          <p:nvPr/>
        </p:nvGrpSpPr>
        <p:grpSpPr>
          <a:xfrm>
            <a:off x="7491236" y="2526259"/>
            <a:ext cx="327976" cy="324316"/>
            <a:chOff x="7528096" y="2450059"/>
            <a:chExt cx="327976" cy="324316"/>
          </a:xfrm>
        </p:grpSpPr>
        <p:sp>
          <p:nvSpPr>
            <p:cNvPr id="16432" name="Google Shape;16432;p91"/>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1"/>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1"/>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91"/>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91"/>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7" name="Google Shape;16437;p91"/>
          <p:cNvGrpSpPr/>
          <p:nvPr/>
        </p:nvGrpSpPr>
        <p:grpSpPr>
          <a:xfrm>
            <a:off x="7052019" y="2588742"/>
            <a:ext cx="282364" cy="198619"/>
            <a:chOff x="7077129" y="2512542"/>
            <a:chExt cx="282364" cy="198619"/>
          </a:xfrm>
        </p:grpSpPr>
        <p:sp>
          <p:nvSpPr>
            <p:cNvPr id="16438" name="Google Shape;16438;p91"/>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1"/>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1"/>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91"/>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91"/>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1"/>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4" name="Google Shape;16444;p91"/>
          <p:cNvGrpSpPr/>
          <p:nvPr/>
        </p:nvGrpSpPr>
        <p:grpSpPr>
          <a:xfrm>
            <a:off x="3700351" y="2520912"/>
            <a:ext cx="334279" cy="334661"/>
            <a:chOff x="3725461" y="2444712"/>
            <a:chExt cx="334279" cy="334661"/>
          </a:xfrm>
        </p:grpSpPr>
        <p:sp>
          <p:nvSpPr>
            <p:cNvPr id="16445" name="Google Shape;16445;p91"/>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1"/>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91"/>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91"/>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1"/>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1"/>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1"/>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91"/>
          <p:cNvGrpSpPr/>
          <p:nvPr/>
        </p:nvGrpSpPr>
        <p:grpSpPr>
          <a:xfrm>
            <a:off x="6552128" y="2533421"/>
            <a:ext cx="332019" cy="310788"/>
            <a:chOff x="6577238" y="2457221"/>
            <a:chExt cx="332019" cy="310788"/>
          </a:xfrm>
        </p:grpSpPr>
        <p:sp>
          <p:nvSpPr>
            <p:cNvPr id="16453" name="Google Shape;16453;p9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9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9" name="Google Shape;16459;p91"/>
          <p:cNvGrpSpPr/>
          <p:nvPr/>
        </p:nvGrpSpPr>
        <p:grpSpPr>
          <a:xfrm>
            <a:off x="2793451" y="2515978"/>
            <a:ext cx="247892" cy="346024"/>
            <a:chOff x="2818561" y="2439778"/>
            <a:chExt cx="247892" cy="346024"/>
          </a:xfrm>
        </p:grpSpPr>
        <p:sp>
          <p:nvSpPr>
            <p:cNvPr id="16460" name="Google Shape;16460;p91"/>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1"/>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1"/>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1"/>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1"/>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91"/>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91"/>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1"/>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1"/>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1"/>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1"/>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91"/>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2" name="Google Shape;16472;p91"/>
          <p:cNvGrpSpPr/>
          <p:nvPr/>
        </p:nvGrpSpPr>
        <p:grpSpPr>
          <a:xfrm>
            <a:off x="3182668" y="2550832"/>
            <a:ext cx="419933" cy="275170"/>
            <a:chOff x="3207778" y="2474632"/>
            <a:chExt cx="419933" cy="275170"/>
          </a:xfrm>
        </p:grpSpPr>
        <p:sp>
          <p:nvSpPr>
            <p:cNvPr id="16473" name="Google Shape;16473;p9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9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9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9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9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7" name="Google Shape;16487;p91"/>
          <p:cNvGrpSpPr/>
          <p:nvPr/>
        </p:nvGrpSpPr>
        <p:grpSpPr>
          <a:xfrm>
            <a:off x="6074265" y="2532275"/>
            <a:ext cx="337684" cy="314194"/>
            <a:chOff x="6099375" y="2456075"/>
            <a:chExt cx="337684" cy="314194"/>
          </a:xfrm>
        </p:grpSpPr>
        <p:sp>
          <p:nvSpPr>
            <p:cNvPr id="16488" name="Google Shape;16488;p9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0" name="Google Shape;16490;p91"/>
          <p:cNvGrpSpPr/>
          <p:nvPr/>
        </p:nvGrpSpPr>
        <p:grpSpPr>
          <a:xfrm>
            <a:off x="2287513" y="2544784"/>
            <a:ext cx="312698" cy="286534"/>
            <a:chOff x="2312623" y="2468584"/>
            <a:chExt cx="312698" cy="286534"/>
          </a:xfrm>
        </p:grpSpPr>
        <p:sp>
          <p:nvSpPr>
            <p:cNvPr id="16491" name="Google Shape;16491;p9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4" name="Google Shape;16494;p91"/>
          <p:cNvGrpSpPr/>
          <p:nvPr/>
        </p:nvGrpSpPr>
        <p:grpSpPr>
          <a:xfrm>
            <a:off x="5593695" y="2517124"/>
            <a:ext cx="345292" cy="342618"/>
            <a:chOff x="5618805" y="2440924"/>
            <a:chExt cx="345292" cy="342618"/>
          </a:xfrm>
        </p:grpSpPr>
        <p:sp>
          <p:nvSpPr>
            <p:cNvPr id="16495" name="Google Shape;16495;p9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9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9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0" name="Google Shape;16500;p91"/>
          <p:cNvGrpSpPr/>
          <p:nvPr/>
        </p:nvGrpSpPr>
        <p:grpSpPr>
          <a:xfrm>
            <a:off x="4628069" y="2522790"/>
            <a:ext cx="377886" cy="331255"/>
            <a:chOff x="4653179" y="2446590"/>
            <a:chExt cx="377886" cy="331255"/>
          </a:xfrm>
        </p:grpSpPr>
        <p:sp>
          <p:nvSpPr>
            <p:cNvPr id="16501" name="Google Shape;16501;p9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91"/>
          <p:cNvGrpSpPr/>
          <p:nvPr/>
        </p:nvGrpSpPr>
        <p:grpSpPr>
          <a:xfrm>
            <a:off x="5159407" y="2535681"/>
            <a:ext cx="252062" cy="305122"/>
            <a:chOff x="5184517" y="2459481"/>
            <a:chExt cx="252062" cy="305122"/>
          </a:xfrm>
        </p:grpSpPr>
        <p:sp>
          <p:nvSpPr>
            <p:cNvPr id="16506" name="Google Shape;16506;p9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9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12" name="Google Shape;16512;p91"/>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13" name="Google Shape;16513;p91"/>
          <p:cNvGrpSpPr/>
          <p:nvPr/>
        </p:nvGrpSpPr>
        <p:grpSpPr>
          <a:xfrm>
            <a:off x="6130349" y="2045308"/>
            <a:ext cx="249770" cy="363849"/>
            <a:chOff x="6155459" y="1969108"/>
            <a:chExt cx="249770" cy="363849"/>
          </a:xfrm>
        </p:grpSpPr>
        <p:sp>
          <p:nvSpPr>
            <p:cNvPr id="16514" name="Google Shape;16514;p91"/>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1"/>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1"/>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1"/>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1"/>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91"/>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1"/>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1"/>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1"/>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3" name="Google Shape;16523;p91"/>
          <p:cNvGrpSpPr/>
          <p:nvPr/>
        </p:nvGrpSpPr>
        <p:grpSpPr>
          <a:xfrm>
            <a:off x="2254919" y="2046804"/>
            <a:ext cx="353631" cy="354395"/>
            <a:chOff x="2280029" y="1970604"/>
            <a:chExt cx="353631" cy="354395"/>
          </a:xfrm>
        </p:grpSpPr>
        <p:sp>
          <p:nvSpPr>
            <p:cNvPr id="16524" name="Google Shape;16524;p91"/>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1"/>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1"/>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1"/>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8" name="Google Shape;16528;p91"/>
          <p:cNvGrpSpPr/>
          <p:nvPr/>
        </p:nvGrpSpPr>
        <p:grpSpPr>
          <a:xfrm>
            <a:off x="8039990" y="2076374"/>
            <a:ext cx="255086" cy="301685"/>
            <a:chOff x="8065100" y="2000174"/>
            <a:chExt cx="255086" cy="301685"/>
          </a:xfrm>
        </p:grpSpPr>
        <p:sp>
          <p:nvSpPr>
            <p:cNvPr id="16529" name="Google Shape;16529;p9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9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9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91"/>
          <p:cNvGrpSpPr/>
          <p:nvPr/>
        </p:nvGrpSpPr>
        <p:grpSpPr>
          <a:xfrm>
            <a:off x="6608595" y="2045308"/>
            <a:ext cx="249420" cy="363849"/>
            <a:chOff x="6633705" y="1969108"/>
            <a:chExt cx="249420" cy="363849"/>
          </a:xfrm>
        </p:grpSpPr>
        <p:sp>
          <p:nvSpPr>
            <p:cNvPr id="16534" name="Google Shape;16534;p91"/>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91"/>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1"/>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1"/>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1"/>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1"/>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1"/>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1"/>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2" name="Google Shape;16542;p91"/>
          <p:cNvGrpSpPr/>
          <p:nvPr/>
        </p:nvGrpSpPr>
        <p:grpSpPr>
          <a:xfrm>
            <a:off x="5185921" y="2045308"/>
            <a:ext cx="226661" cy="363467"/>
            <a:chOff x="5211031" y="1969108"/>
            <a:chExt cx="226661" cy="363467"/>
          </a:xfrm>
        </p:grpSpPr>
        <p:sp>
          <p:nvSpPr>
            <p:cNvPr id="16543" name="Google Shape;16543;p9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9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91"/>
          <p:cNvGrpSpPr/>
          <p:nvPr/>
        </p:nvGrpSpPr>
        <p:grpSpPr>
          <a:xfrm>
            <a:off x="3687842" y="2046804"/>
            <a:ext cx="354363" cy="354395"/>
            <a:chOff x="3712952" y="1970604"/>
            <a:chExt cx="354363" cy="354395"/>
          </a:xfrm>
        </p:grpSpPr>
        <p:sp>
          <p:nvSpPr>
            <p:cNvPr id="16546" name="Google Shape;16546;p91"/>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1"/>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1"/>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1"/>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1"/>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1"/>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91"/>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1"/>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1"/>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5" name="Google Shape;16555;p91"/>
          <p:cNvGrpSpPr/>
          <p:nvPr/>
        </p:nvGrpSpPr>
        <p:grpSpPr>
          <a:xfrm>
            <a:off x="3210329" y="2046804"/>
            <a:ext cx="354363" cy="354745"/>
            <a:chOff x="3235438" y="1970604"/>
            <a:chExt cx="354363" cy="354745"/>
          </a:xfrm>
        </p:grpSpPr>
        <p:sp>
          <p:nvSpPr>
            <p:cNvPr id="16556" name="Google Shape;16556;p91"/>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1"/>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1"/>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1"/>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1"/>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1"/>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1"/>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1"/>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1"/>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1"/>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91"/>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91"/>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1"/>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9" name="Google Shape;16569;p91"/>
          <p:cNvGrpSpPr/>
          <p:nvPr/>
        </p:nvGrpSpPr>
        <p:grpSpPr>
          <a:xfrm>
            <a:off x="1304475" y="2066125"/>
            <a:ext cx="341472" cy="335074"/>
            <a:chOff x="1329585" y="1989925"/>
            <a:chExt cx="341472" cy="335074"/>
          </a:xfrm>
        </p:grpSpPr>
        <p:sp>
          <p:nvSpPr>
            <p:cNvPr id="16570" name="Google Shape;16570;p9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9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3" name="Google Shape;16573;p91"/>
          <p:cNvGrpSpPr/>
          <p:nvPr/>
        </p:nvGrpSpPr>
        <p:grpSpPr>
          <a:xfrm>
            <a:off x="5566761" y="2066106"/>
            <a:ext cx="416649" cy="325597"/>
            <a:chOff x="5626763" y="2013829"/>
            <a:chExt cx="351722" cy="274788"/>
          </a:xfrm>
        </p:grpSpPr>
        <p:sp>
          <p:nvSpPr>
            <p:cNvPr id="16574" name="Google Shape;16574;p9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4" name="Google Shape;16584;p91"/>
          <p:cNvGrpSpPr/>
          <p:nvPr/>
        </p:nvGrpSpPr>
        <p:grpSpPr>
          <a:xfrm>
            <a:off x="7551495" y="2060077"/>
            <a:ext cx="276698" cy="333133"/>
            <a:chOff x="7576605" y="1983877"/>
            <a:chExt cx="276698" cy="333133"/>
          </a:xfrm>
        </p:grpSpPr>
        <p:sp>
          <p:nvSpPr>
            <p:cNvPr id="16585" name="Google Shape;16585;p91"/>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1"/>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7" name="Google Shape;16587;p91"/>
          <p:cNvGrpSpPr/>
          <p:nvPr/>
        </p:nvGrpSpPr>
        <p:grpSpPr>
          <a:xfrm>
            <a:off x="828458" y="2051738"/>
            <a:ext cx="337334" cy="353599"/>
            <a:chOff x="853568" y="1975538"/>
            <a:chExt cx="337334" cy="353599"/>
          </a:xfrm>
        </p:grpSpPr>
        <p:sp>
          <p:nvSpPr>
            <p:cNvPr id="16588" name="Google Shape;16588;p91"/>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1"/>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1"/>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1"/>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2" name="Google Shape;16592;p91"/>
          <p:cNvGrpSpPr/>
          <p:nvPr/>
        </p:nvGrpSpPr>
        <p:grpSpPr>
          <a:xfrm>
            <a:off x="2733192" y="2085828"/>
            <a:ext cx="327085" cy="277080"/>
            <a:chOff x="2770052" y="2009628"/>
            <a:chExt cx="327085" cy="277080"/>
          </a:xfrm>
        </p:grpSpPr>
        <p:sp>
          <p:nvSpPr>
            <p:cNvPr id="16593" name="Google Shape;16593;p9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95" name="Google Shape;16595;p91"/>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96" name="Google Shape;16596;p91"/>
          <p:cNvGrpSpPr/>
          <p:nvPr/>
        </p:nvGrpSpPr>
        <p:grpSpPr>
          <a:xfrm>
            <a:off x="4170289" y="2046804"/>
            <a:ext cx="344878" cy="343573"/>
            <a:chOff x="4195399" y="1970604"/>
            <a:chExt cx="344878" cy="343573"/>
          </a:xfrm>
        </p:grpSpPr>
        <p:sp>
          <p:nvSpPr>
            <p:cNvPr id="16597" name="Google Shape;16597;p91"/>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1"/>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91"/>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91"/>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1" name="Google Shape;16601;p91"/>
          <p:cNvGrpSpPr/>
          <p:nvPr/>
        </p:nvGrpSpPr>
        <p:grpSpPr>
          <a:xfrm>
            <a:off x="4649681" y="2053647"/>
            <a:ext cx="344528" cy="344114"/>
            <a:chOff x="4674791" y="1977447"/>
            <a:chExt cx="344528" cy="344114"/>
          </a:xfrm>
        </p:grpSpPr>
        <p:sp>
          <p:nvSpPr>
            <p:cNvPr id="16602" name="Google Shape;16602;p9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9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9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9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9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9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9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9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9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9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91"/>
          <p:cNvGrpSpPr/>
          <p:nvPr/>
        </p:nvGrpSpPr>
        <p:grpSpPr>
          <a:xfrm>
            <a:off x="6058700" y="1623497"/>
            <a:ext cx="382819" cy="310788"/>
            <a:chOff x="6083810" y="1547297"/>
            <a:chExt cx="382819" cy="310788"/>
          </a:xfrm>
        </p:grpSpPr>
        <p:sp>
          <p:nvSpPr>
            <p:cNvPr id="16629" name="Google Shape;16629;p91"/>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1"/>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1"/>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1"/>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91"/>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1"/>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1"/>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1"/>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91"/>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91"/>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1"/>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1"/>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91"/>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1"/>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1"/>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1"/>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91"/>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1"/>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7" name="Google Shape;16647;p91"/>
          <p:cNvGrpSpPr/>
          <p:nvPr/>
        </p:nvGrpSpPr>
        <p:grpSpPr>
          <a:xfrm>
            <a:off x="6533190" y="1614393"/>
            <a:ext cx="382788" cy="328613"/>
            <a:chOff x="6558300" y="1538193"/>
            <a:chExt cx="382788" cy="328613"/>
          </a:xfrm>
        </p:grpSpPr>
        <p:sp>
          <p:nvSpPr>
            <p:cNvPr id="16648" name="Google Shape;16648;p9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9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0" name="Google Shape;16650;p91"/>
          <p:cNvGrpSpPr/>
          <p:nvPr/>
        </p:nvGrpSpPr>
        <p:grpSpPr>
          <a:xfrm>
            <a:off x="5168892" y="1587497"/>
            <a:ext cx="259605" cy="346024"/>
            <a:chOff x="5194002" y="1511297"/>
            <a:chExt cx="259605" cy="346024"/>
          </a:xfrm>
        </p:grpSpPr>
        <p:sp>
          <p:nvSpPr>
            <p:cNvPr id="16651" name="Google Shape;16651;p91"/>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1"/>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1"/>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1"/>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5" name="Google Shape;16655;p91"/>
          <p:cNvGrpSpPr/>
          <p:nvPr/>
        </p:nvGrpSpPr>
        <p:grpSpPr>
          <a:xfrm>
            <a:off x="1369631" y="1588261"/>
            <a:ext cx="252444" cy="351722"/>
            <a:chOff x="1394741" y="1512061"/>
            <a:chExt cx="252444" cy="351722"/>
          </a:xfrm>
        </p:grpSpPr>
        <p:sp>
          <p:nvSpPr>
            <p:cNvPr id="16656" name="Google Shape;16656;p9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9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9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9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9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3" name="Google Shape;16673;p91"/>
          <p:cNvGrpSpPr/>
          <p:nvPr/>
        </p:nvGrpSpPr>
        <p:grpSpPr>
          <a:xfrm>
            <a:off x="829986" y="1580685"/>
            <a:ext cx="380910" cy="339594"/>
            <a:chOff x="855096" y="1504485"/>
            <a:chExt cx="380910" cy="339594"/>
          </a:xfrm>
        </p:grpSpPr>
        <p:sp>
          <p:nvSpPr>
            <p:cNvPr id="16674" name="Google Shape;16674;p91"/>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1"/>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1"/>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1"/>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1"/>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9" name="Google Shape;16679;p91"/>
          <p:cNvGrpSpPr/>
          <p:nvPr/>
        </p:nvGrpSpPr>
        <p:grpSpPr>
          <a:xfrm>
            <a:off x="1794466" y="1587879"/>
            <a:ext cx="352103" cy="352103"/>
            <a:chOff x="1819576" y="1511679"/>
            <a:chExt cx="352103" cy="352103"/>
          </a:xfrm>
        </p:grpSpPr>
        <p:sp>
          <p:nvSpPr>
            <p:cNvPr id="16680" name="Google Shape;16680;p9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9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9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4" name="Google Shape;16684;p91"/>
          <p:cNvGrpSpPr/>
          <p:nvPr/>
        </p:nvGrpSpPr>
        <p:grpSpPr>
          <a:xfrm>
            <a:off x="5595987" y="1576961"/>
            <a:ext cx="371424" cy="355446"/>
            <a:chOff x="5621097" y="1500761"/>
            <a:chExt cx="371424" cy="355446"/>
          </a:xfrm>
        </p:grpSpPr>
        <p:sp>
          <p:nvSpPr>
            <p:cNvPr id="16685" name="Google Shape;16685;p9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91"/>
          <p:cNvGrpSpPr/>
          <p:nvPr/>
        </p:nvGrpSpPr>
        <p:grpSpPr>
          <a:xfrm>
            <a:off x="4645129" y="1617799"/>
            <a:ext cx="359679" cy="321833"/>
            <a:chOff x="4670239" y="1541599"/>
            <a:chExt cx="359679" cy="321833"/>
          </a:xfrm>
        </p:grpSpPr>
        <p:sp>
          <p:nvSpPr>
            <p:cNvPr id="16688" name="Google Shape;16688;p9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3" name="Google Shape;16693;p91"/>
          <p:cNvGrpSpPr/>
          <p:nvPr/>
        </p:nvGrpSpPr>
        <p:grpSpPr>
          <a:xfrm>
            <a:off x="4187319" y="1578585"/>
            <a:ext cx="321037" cy="353822"/>
            <a:chOff x="4212429" y="1502385"/>
            <a:chExt cx="321037" cy="353822"/>
          </a:xfrm>
        </p:grpSpPr>
        <p:sp>
          <p:nvSpPr>
            <p:cNvPr id="16694" name="Google Shape;16694;p91"/>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1"/>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1"/>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1"/>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8" name="Google Shape;16698;p91"/>
          <p:cNvGrpSpPr/>
          <p:nvPr/>
        </p:nvGrpSpPr>
        <p:grpSpPr>
          <a:xfrm>
            <a:off x="2277678" y="1582181"/>
            <a:ext cx="336188" cy="335425"/>
            <a:chOff x="2302788" y="1505981"/>
            <a:chExt cx="336188" cy="335425"/>
          </a:xfrm>
        </p:grpSpPr>
        <p:sp>
          <p:nvSpPr>
            <p:cNvPr id="16699" name="Google Shape;16699;p91"/>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1"/>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1"/>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91"/>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91"/>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91"/>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1"/>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91"/>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1"/>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1"/>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91"/>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91"/>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1"/>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1"/>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1"/>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1"/>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1"/>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6" name="Google Shape;16716;p91"/>
          <p:cNvGrpSpPr/>
          <p:nvPr/>
        </p:nvGrpSpPr>
        <p:grpSpPr>
          <a:xfrm>
            <a:off x="2755191" y="1598096"/>
            <a:ext cx="333133" cy="321037"/>
            <a:chOff x="2780301" y="1521896"/>
            <a:chExt cx="333133" cy="321037"/>
          </a:xfrm>
        </p:grpSpPr>
        <p:sp>
          <p:nvSpPr>
            <p:cNvPr id="16717" name="Google Shape;16717;p91"/>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1"/>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1"/>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91"/>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91"/>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91"/>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1"/>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1"/>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1"/>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1"/>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1"/>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1"/>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1"/>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91"/>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91"/>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1"/>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1"/>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1"/>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1"/>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1"/>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7" name="Google Shape;16737;p91"/>
          <p:cNvGrpSpPr/>
          <p:nvPr/>
        </p:nvGrpSpPr>
        <p:grpSpPr>
          <a:xfrm>
            <a:off x="3291049" y="1591285"/>
            <a:ext cx="211892" cy="339594"/>
            <a:chOff x="3316159" y="1515085"/>
            <a:chExt cx="211892" cy="339594"/>
          </a:xfrm>
        </p:grpSpPr>
        <p:sp>
          <p:nvSpPr>
            <p:cNvPr id="16738" name="Google Shape;16738;p91"/>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1"/>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1"/>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41" name="Google Shape;16741;p91"/>
            <p:cNvGrpSpPr/>
            <p:nvPr/>
          </p:nvGrpSpPr>
          <p:grpSpPr>
            <a:xfrm>
              <a:off x="3316159" y="1515085"/>
              <a:ext cx="211892" cy="339594"/>
              <a:chOff x="3316159" y="1515085"/>
              <a:chExt cx="211892" cy="339594"/>
            </a:xfrm>
          </p:grpSpPr>
          <p:sp>
            <p:nvSpPr>
              <p:cNvPr id="16742" name="Google Shape;16742;p91"/>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91"/>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1"/>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1"/>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1"/>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1"/>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48" name="Google Shape;16748;p91"/>
          <p:cNvGrpSpPr/>
          <p:nvPr/>
        </p:nvGrpSpPr>
        <p:grpSpPr>
          <a:xfrm>
            <a:off x="3691248" y="1620855"/>
            <a:ext cx="361971" cy="314958"/>
            <a:chOff x="3716358" y="1544655"/>
            <a:chExt cx="361971" cy="314958"/>
          </a:xfrm>
        </p:grpSpPr>
        <p:sp>
          <p:nvSpPr>
            <p:cNvPr id="16749" name="Google Shape;16749;p9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9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9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9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4" name="Google Shape;16754;p91"/>
            <p:cNvGrpSpPr/>
            <p:nvPr/>
          </p:nvGrpSpPr>
          <p:grpSpPr>
            <a:xfrm>
              <a:off x="3716358" y="1544655"/>
              <a:ext cx="361971" cy="314958"/>
              <a:chOff x="3716358" y="1544655"/>
              <a:chExt cx="361971" cy="314958"/>
            </a:xfrm>
          </p:grpSpPr>
          <p:sp>
            <p:nvSpPr>
              <p:cNvPr id="16755" name="Google Shape;16755;p9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9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60" name="Google Shape;16760;p91"/>
          <p:cNvGrpSpPr/>
          <p:nvPr/>
        </p:nvGrpSpPr>
        <p:grpSpPr>
          <a:xfrm>
            <a:off x="6986814" y="1633752"/>
            <a:ext cx="499533" cy="305136"/>
            <a:chOff x="7009649" y="1541981"/>
            <a:chExt cx="524940" cy="320655"/>
          </a:xfrm>
        </p:grpSpPr>
        <p:sp>
          <p:nvSpPr>
            <p:cNvPr id="16761" name="Google Shape;16761;p91"/>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9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9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9" name="Google Shape;16769;p91"/>
          <p:cNvGrpSpPr/>
          <p:nvPr/>
        </p:nvGrpSpPr>
        <p:grpSpPr>
          <a:xfrm>
            <a:off x="8008924" y="1594309"/>
            <a:ext cx="282746" cy="340358"/>
            <a:chOff x="8034034" y="1518109"/>
            <a:chExt cx="282746" cy="340358"/>
          </a:xfrm>
        </p:grpSpPr>
        <p:sp>
          <p:nvSpPr>
            <p:cNvPr id="16770" name="Google Shape;16770;p9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9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4" name="Google Shape;16774;p91"/>
          <p:cNvGrpSpPr/>
          <p:nvPr/>
        </p:nvGrpSpPr>
        <p:grpSpPr>
          <a:xfrm>
            <a:off x="7557192" y="1576134"/>
            <a:ext cx="369133" cy="360411"/>
            <a:chOff x="7582302" y="1499934"/>
            <a:chExt cx="369133" cy="360411"/>
          </a:xfrm>
        </p:grpSpPr>
        <p:sp>
          <p:nvSpPr>
            <p:cNvPr id="16775" name="Google Shape;16775;p9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0" name="Google Shape;16780;p91"/>
          <p:cNvGrpSpPr/>
          <p:nvPr/>
        </p:nvGrpSpPr>
        <p:grpSpPr>
          <a:xfrm>
            <a:off x="6170979" y="3893352"/>
            <a:ext cx="346056" cy="345674"/>
            <a:chOff x="2238181" y="4120624"/>
            <a:chExt cx="346056" cy="345674"/>
          </a:xfrm>
        </p:grpSpPr>
        <p:grpSp>
          <p:nvGrpSpPr>
            <p:cNvPr id="16781" name="Google Shape;16781;p91"/>
            <p:cNvGrpSpPr/>
            <p:nvPr/>
          </p:nvGrpSpPr>
          <p:grpSpPr>
            <a:xfrm>
              <a:off x="2309209" y="4177423"/>
              <a:ext cx="204025" cy="232089"/>
              <a:chOff x="1512725" y="258500"/>
              <a:chExt cx="4570900" cy="5199625"/>
            </a:xfrm>
          </p:grpSpPr>
          <p:sp>
            <p:nvSpPr>
              <p:cNvPr id="16782" name="Google Shape;16782;p91"/>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91"/>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84" name="Google Shape;16784;p91"/>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85" name="Google Shape;16785;p9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789" name="Shape 16789"/>
        <p:cNvGrpSpPr/>
        <p:nvPr/>
      </p:nvGrpSpPr>
      <p:grpSpPr>
        <a:xfrm>
          <a:off x="0" y="0"/>
          <a:ext cx="0" cy="0"/>
          <a:chOff x="0" y="0"/>
          <a:chExt cx="0" cy="0"/>
        </a:xfrm>
      </p:grpSpPr>
      <p:pic>
        <p:nvPicPr>
          <p:cNvPr id="16790" name="Google Shape;16790;p9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Cyber Security Kill Chain by Slidesgo">
  <a:themeElements>
    <a:clrScheme name="Simple Light">
      <a:dk1>
        <a:srgbClr val="FFFFFF"/>
      </a:dk1>
      <a:lt1>
        <a:srgbClr val="00394B"/>
      </a:lt1>
      <a:dk2>
        <a:srgbClr val="002530"/>
      </a:dk2>
      <a:lt2>
        <a:srgbClr val="006F80"/>
      </a:lt2>
      <a:accent1>
        <a:srgbClr val="10908D"/>
      </a:accent1>
      <a:accent2>
        <a:srgbClr val="FFFFFF"/>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